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9" r:id="rId6"/>
    <p:sldId id="280" r:id="rId7"/>
    <p:sldId id="282" r:id="rId8"/>
    <p:sldId id="284" r:id="rId9"/>
    <p:sldId id="283" r:id="rId10"/>
    <p:sldId id="285" r:id="rId11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9422830-C8D1-4D1C-AE5C-AA2D2E64D1C3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2024/6/1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CCCEA71-DC42-43D1-8340-DB07629004C9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B725628-3A68-42F4-BA86-981817953149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9976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1175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椭圆形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fld id="{CFDCE838-61FF-4427-8D5E-B539F46A3E2E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cxnSp>
        <p:nvCxnSpPr>
          <p:cNvPr id="8" name="直接连接符​​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DF37EDC-76D2-4347-9B2E-FDFCA3EE6FFD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椭圆形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98D43E-598C-470D-A0B0-0CC259052850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cxnSp>
        <p:nvCxnSpPr>
          <p:cNvPr id="8" name="直接连接符​​(S)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F3AB81A-738D-4D93-B356-2E61115064D5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6B9EECF-3901-48EF-97E4-996676A9B35D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BE058F-D340-43DA-A96B-105C64DCFDB9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8CBA0CD-516B-402D-98B7-7C2E92C48ECD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C24FBB4-ED5D-45D4-B793-03DC4D31C84D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9CFE0BF-9F8B-43D7-ABDE-1F2A229BF7D3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cxnSp>
        <p:nvCxnSpPr>
          <p:cNvPr id="8" name="直接连接符​​(S)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FECC429-F404-46B9-831C-5739463A7C5F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A46D3E3-3D6A-4243-B027-BC771AD4E1BC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cxnSp>
        <p:nvCxnSpPr>
          <p:cNvPr id="7" name="直接连接符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9E7AE09-8028-4979-91B9-67A4CC4592AA}" type="datetime1">
              <a:rPr lang="zh-CN" altLang="en-US" smtClean="0"/>
              <a:pPr/>
              <a:t>2024/6/1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FAB73BC-B049-4115-A692-8D63A059BFB8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/>
          <a:p>
            <a:r>
              <a:rPr lang="en-US" altLang="ja-JP" dirty="0"/>
              <a:t>BNU</a:t>
            </a:r>
            <a:r>
              <a:rPr lang="zh-CN" altLang="en-US" dirty="0"/>
              <a:t>物理视界换届大会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685"/>
          <a:stretch/>
        </p:blipFill>
        <p:spPr>
          <a:xfrm>
            <a:off x="20" y="-1"/>
            <a:ext cx="12188932" cy="4572000"/>
          </a:xfrm>
          <a:prstGeom prst="rect">
            <a:avLst/>
          </a:prstGeom>
          <a:noFill/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rtlCol="0" anchor="ctr">
            <a:normAutofit/>
          </a:bodyPr>
          <a:lstStyle/>
          <a:p>
            <a:pPr rtl="0"/>
            <a:r>
              <a:rPr lang="en-US" altLang="zh-CN" dirty="0"/>
              <a:t>Tang</a:t>
            </a:r>
            <a:r>
              <a:rPr lang="zh-CN" altLang="en-US" dirty="0"/>
              <a:t> </a:t>
            </a:r>
            <a:r>
              <a:rPr lang="en-US" altLang="zh-CN" dirty="0"/>
              <a:t>Yi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 anchor="ctr">
            <a:normAutofit/>
          </a:bodyPr>
          <a:lstStyle/>
          <a:p>
            <a:r>
              <a:rPr lang="zh-CN" altLang="en-US" dirty="0"/>
              <a:t>目录</a:t>
            </a:r>
            <a:r>
              <a:rPr lang="en-US" altLang="zh-CN" dirty="0"/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PingFang SC"/>
              </a:rPr>
              <a:t>CONTENTS</a:t>
            </a:r>
            <a:endParaRPr lang="en-US" altLang="zh-CN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81843" y="2260364"/>
            <a:ext cx="1616528" cy="40005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个人介绍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56" r="61630" b="-1"/>
          <a:stretch/>
        </p:blipFill>
        <p:spPr>
          <a:xfrm>
            <a:off x="5989320" y="2286000"/>
            <a:ext cx="4754880" cy="4023360"/>
          </a:xfrm>
          <a:prstGeom prst="rect">
            <a:avLst/>
          </a:prstGeom>
          <a:noFill/>
        </p:spPr>
      </p:pic>
      <p:pic>
        <p:nvPicPr>
          <p:cNvPr id="6" name="图形 5" descr="V 形箭头 纯色填充">
            <a:extLst>
              <a:ext uri="{FF2B5EF4-FFF2-40B4-BE49-F238E27FC236}">
                <a16:creationId xmlns:a16="http://schemas.microsoft.com/office/drawing/2014/main" id="{8EF36051-F700-5ADC-ED22-04984BC782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7443" y="2003189"/>
            <a:ext cx="914400" cy="914400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CF0A9AC2-84BF-04EE-E037-85758B58A183}"/>
              </a:ext>
            </a:extLst>
          </p:cNvPr>
          <p:cNvSpPr txBox="1">
            <a:spLocks/>
          </p:cNvSpPr>
          <p:nvPr/>
        </p:nvSpPr>
        <p:spPr>
          <a:xfrm>
            <a:off x="1681843" y="3535137"/>
            <a:ext cx="1616528" cy="40005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工作总结</a:t>
            </a:r>
          </a:p>
        </p:txBody>
      </p:sp>
      <p:pic>
        <p:nvPicPr>
          <p:cNvPr id="8" name="图形 7" descr="V 形箭头 纯色填充">
            <a:extLst>
              <a:ext uri="{FF2B5EF4-FFF2-40B4-BE49-F238E27FC236}">
                <a16:creationId xmlns:a16="http://schemas.microsoft.com/office/drawing/2014/main" id="{06F9D327-306E-EE38-8857-633C63A6A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7443" y="3277962"/>
            <a:ext cx="914400" cy="914400"/>
          </a:xfrm>
          <a:prstGeom prst="rect">
            <a:avLst/>
          </a:prstGeom>
        </p:spPr>
      </p:pic>
      <p:sp>
        <p:nvSpPr>
          <p:cNvPr id="9" name="副标题 2">
            <a:extLst>
              <a:ext uri="{FF2B5EF4-FFF2-40B4-BE49-F238E27FC236}">
                <a16:creationId xmlns:a16="http://schemas.microsoft.com/office/drawing/2014/main" id="{0F04C178-168C-3455-5641-8EDB1F08A3EE}"/>
              </a:ext>
            </a:extLst>
          </p:cNvPr>
          <p:cNvSpPr txBox="1">
            <a:spLocks/>
          </p:cNvSpPr>
          <p:nvPr/>
        </p:nvSpPr>
        <p:spPr>
          <a:xfrm>
            <a:off x="1681843" y="4706712"/>
            <a:ext cx="1616528" cy="40005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未来设想</a:t>
            </a:r>
          </a:p>
        </p:txBody>
      </p:sp>
      <p:pic>
        <p:nvPicPr>
          <p:cNvPr id="10" name="图形 9" descr="V 形箭头 纯色填充">
            <a:extLst>
              <a:ext uri="{FF2B5EF4-FFF2-40B4-BE49-F238E27FC236}">
                <a16:creationId xmlns:a16="http://schemas.microsoft.com/office/drawing/2014/main" id="{17CFE850-B69A-C580-34F5-BED12CEBA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7443" y="44495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2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1CFF6-31F1-43F3-051E-F5875DA2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个人介绍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335DEF-80F6-6AA2-85DB-E03F85A90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1847227"/>
            <a:ext cx="10038480" cy="4023360"/>
          </a:xfrm>
        </p:spPr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级物理系大类班</a:t>
            </a:r>
            <a:endParaRPr lang="en-US" altLang="zh-CN" dirty="0"/>
          </a:p>
          <a:p>
            <a:r>
              <a:rPr lang="zh-CN" altLang="en-US" dirty="0"/>
              <a:t>喜欢出去旅游（小长假不是回家就是出去玩） </a:t>
            </a:r>
            <a:endParaRPr lang="en-US" altLang="zh-CN" dirty="0"/>
          </a:p>
          <a:p>
            <a:r>
              <a:rPr lang="zh-CN" altLang="en-US" dirty="0"/>
              <a:t>想在大学四年把全国每个省份都点亮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B38FED-C201-8F89-1A9E-EB28D75B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108" y="3265714"/>
            <a:ext cx="3423337" cy="33320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5CB5E63-589A-E434-1DF6-44806658F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801" y="1925553"/>
            <a:ext cx="2811341" cy="467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68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1CFF6-31F1-43F3-051E-F5875DA2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个人介绍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335DEF-80F6-6AA2-85DB-E03F85A90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1847227"/>
            <a:ext cx="10038480" cy="4023360"/>
          </a:xfrm>
        </p:spPr>
        <p:txBody>
          <a:bodyPr/>
          <a:lstStyle/>
          <a:p>
            <a:r>
              <a:rPr lang="zh-CN" altLang="en-US" dirty="0"/>
              <a:t>对理工科的各类学科知识感兴趣（数学的证明除外）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正在玩无线电（准备考证）、准备暑假尝试玩航模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喜欢尝试各种奇奇怪怪的东西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199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 anchor="ctr">
            <a:normAutofit/>
          </a:bodyPr>
          <a:lstStyle/>
          <a:p>
            <a:r>
              <a:rPr lang="zh-CN" altLang="en-US" dirty="0"/>
              <a:t>工作总结</a:t>
            </a:r>
            <a:endParaRPr lang="en-US" altLang="zh-CN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81841" y="2260364"/>
            <a:ext cx="3200401" cy="40005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本科生毕设分享会预告</a:t>
            </a:r>
          </a:p>
        </p:txBody>
      </p:sp>
      <p:pic>
        <p:nvPicPr>
          <p:cNvPr id="6" name="图形 5" descr="V 形箭头 纯色填充">
            <a:extLst>
              <a:ext uri="{FF2B5EF4-FFF2-40B4-BE49-F238E27FC236}">
                <a16:creationId xmlns:a16="http://schemas.microsoft.com/office/drawing/2014/main" id="{8EF36051-F700-5ADC-ED22-04984BC78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443" y="2003189"/>
            <a:ext cx="914400" cy="914400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CF0A9AC2-84BF-04EE-E037-85758B58A183}"/>
              </a:ext>
            </a:extLst>
          </p:cNvPr>
          <p:cNvSpPr txBox="1">
            <a:spLocks/>
          </p:cNvSpPr>
          <p:nvPr/>
        </p:nvSpPr>
        <p:spPr>
          <a:xfrm>
            <a:off x="1681842" y="3535136"/>
            <a:ext cx="3584121" cy="657225"/>
          </a:xfrm>
          <a:prstGeom prst="rect">
            <a:avLst/>
          </a:prstGeom>
        </p:spPr>
        <p:txBody>
          <a:bodyPr vert="horz" lIns="45720" tIns="45720" rIns="45720" bIns="45720" rtlCol="0"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altLang="zh-CN" dirty="0"/>
              <a:t>CYPT</a:t>
            </a:r>
            <a:r>
              <a:rPr lang="zh-CN" altLang="en-US" dirty="0"/>
              <a:t>老师统计</a:t>
            </a:r>
            <a:endParaRPr lang="en-US" altLang="zh-CN" dirty="0"/>
          </a:p>
          <a:p>
            <a:pPr rtl="0"/>
            <a:r>
              <a:rPr lang="en-US" altLang="zh-CN" dirty="0"/>
              <a:t>BNUPT</a:t>
            </a:r>
            <a:r>
              <a:rPr lang="zh-CN" altLang="en-US" dirty="0"/>
              <a:t>老师邀请</a:t>
            </a:r>
          </a:p>
        </p:txBody>
      </p:sp>
      <p:pic>
        <p:nvPicPr>
          <p:cNvPr id="8" name="图形 7" descr="V 形箭头 纯色填充">
            <a:extLst>
              <a:ext uri="{FF2B5EF4-FFF2-40B4-BE49-F238E27FC236}">
                <a16:creationId xmlns:a16="http://schemas.microsoft.com/office/drawing/2014/main" id="{06F9D327-306E-EE38-8857-633C63A6A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443" y="3277962"/>
            <a:ext cx="914400" cy="914400"/>
          </a:xfrm>
          <a:prstGeom prst="rect">
            <a:avLst/>
          </a:prstGeom>
        </p:spPr>
      </p:pic>
      <p:sp>
        <p:nvSpPr>
          <p:cNvPr id="9" name="副标题 2">
            <a:extLst>
              <a:ext uri="{FF2B5EF4-FFF2-40B4-BE49-F238E27FC236}">
                <a16:creationId xmlns:a16="http://schemas.microsoft.com/office/drawing/2014/main" id="{0F04C178-168C-3455-5641-8EDB1F08A3EE}"/>
              </a:ext>
            </a:extLst>
          </p:cNvPr>
          <p:cNvSpPr txBox="1">
            <a:spLocks/>
          </p:cNvSpPr>
          <p:nvPr/>
        </p:nvSpPr>
        <p:spPr>
          <a:xfrm>
            <a:off x="1681843" y="4706712"/>
            <a:ext cx="2220686" cy="40005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考研分享会总结</a:t>
            </a:r>
          </a:p>
        </p:txBody>
      </p:sp>
      <p:pic>
        <p:nvPicPr>
          <p:cNvPr id="10" name="图形 9" descr="V 形箭头 纯色填充">
            <a:extLst>
              <a:ext uri="{FF2B5EF4-FFF2-40B4-BE49-F238E27FC236}">
                <a16:creationId xmlns:a16="http://schemas.microsoft.com/office/drawing/2014/main" id="{17CFE850-B69A-C580-34F5-BED12CEBA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443" y="4449537"/>
            <a:ext cx="914400" cy="9144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71A7559-C826-CBF7-D7E0-C3B955D4C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242" y="841474"/>
            <a:ext cx="3048417" cy="517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2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7DDA1-0215-23CA-2E36-69F2CD34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工作收获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B0519D8-EAED-0C58-69D1-508D164E4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1847227"/>
            <a:ext cx="10038480" cy="4023360"/>
          </a:xfrm>
        </p:spPr>
        <p:txBody>
          <a:bodyPr/>
          <a:lstStyle/>
          <a:p>
            <a:r>
              <a:rPr lang="zh-CN" altLang="en-US" dirty="0"/>
              <a:t>首先学会了套模板做公众号！！（再也不是干巴巴的文字贴上去了）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跟着视界了解了很多软件，自己也找了很多软件自学</a:t>
            </a:r>
            <a:endParaRPr lang="en-US" altLang="zh-CN" dirty="0"/>
          </a:p>
        </p:txBody>
      </p:sp>
      <p:pic>
        <p:nvPicPr>
          <p:cNvPr id="6" name="Picture 2" descr="LaTeX的日常（2）——VScode+TeXLive">
            <a:extLst>
              <a:ext uri="{FF2B5EF4-FFF2-40B4-BE49-F238E27FC236}">
                <a16:creationId xmlns:a16="http://schemas.microsoft.com/office/drawing/2014/main" id="{023E9D6D-3FB0-4D20-B92A-D02B8C75F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52" y="3346843"/>
            <a:ext cx="1765251" cy="7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CBBA27-8633-7290-EF63-CA60821B4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379" y="3346843"/>
            <a:ext cx="2321966" cy="12393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B54D46-6801-FB9F-B491-CBCB88907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097" y="3346843"/>
            <a:ext cx="2524477" cy="12003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74FD35-7751-7EFD-39B8-E3584A3BB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435" y="3519576"/>
            <a:ext cx="2124371" cy="56205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D283E44-C4DD-52E3-16B1-55FEEC6941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448" y="5041347"/>
            <a:ext cx="1648055" cy="14289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A2FF11-888B-7B51-FF23-0AAB2640FC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504" y="4940926"/>
            <a:ext cx="2286319" cy="15718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B0F6784-AE44-8F24-D1B7-47947351AE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4164" y="4836136"/>
            <a:ext cx="2000529" cy="178142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E23E6BD-54AA-2E67-5F98-6C9B2DC9A3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5644" y="4851951"/>
            <a:ext cx="2333951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09A17-A1E4-2962-65C1-D10BB14B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未来设想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C830B-D3DC-EE8A-1BEC-76EF13468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6" y="2286000"/>
            <a:ext cx="9026109" cy="4023360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统筹做好本研部最根本的工作 包括推送、联系老师等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帮助</a:t>
            </a:r>
            <a:r>
              <a:rPr lang="en-US" altLang="zh-CN" dirty="0"/>
              <a:t>24</a:t>
            </a:r>
            <a:r>
              <a:rPr lang="zh-CN" altLang="en-US" dirty="0"/>
              <a:t>级的师弟师妹更好的融入视界 更好的适应物理系生活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希望以后在视界里能够设计一些创新活动 （或者说有一个物理系同学爱好交流的平台）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88026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​​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079_TF22378848.potx" id="{F62FB227-606A-4DCF-9454-C7C2A6DCEDA3}" vid="{FF5F72B6-EF16-44B6-9476-2E94BA64039B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整体设计</Template>
  <TotalTime>94</TotalTime>
  <Words>196</Words>
  <Application>Microsoft Office PowerPoint</Application>
  <PresentationFormat>宽屏</PresentationFormat>
  <Paragraphs>34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YaHei UI</vt:lpstr>
      <vt:lpstr>PingFang SC</vt:lpstr>
      <vt:lpstr>Tw Cen MT</vt:lpstr>
      <vt:lpstr>Wingdings 3</vt:lpstr>
      <vt:lpstr>积分​​</vt:lpstr>
      <vt:lpstr>BNU物理视界换届大会</vt:lpstr>
      <vt:lpstr>目录 CONTENTS</vt:lpstr>
      <vt:lpstr>个人介绍</vt:lpstr>
      <vt:lpstr>个人介绍</vt:lpstr>
      <vt:lpstr>工作总结</vt:lpstr>
      <vt:lpstr>工作收获</vt:lpstr>
      <vt:lpstr>未来设想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BNU物理视界换届大会</dc:title>
  <dc:creator>学生</dc:creator>
  <cp:lastModifiedBy>学生</cp:lastModifiedBy>
  <cp:revision>14</cp:revision>
  <dcterms:created xsi:type="dcterms:W3CDTF">2024-06-01T07:02:31Z</dcterms:created>
  <dcterms:modified xsi:type="dcterms:W3CDTF">2024-06-01T08:37:11Z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