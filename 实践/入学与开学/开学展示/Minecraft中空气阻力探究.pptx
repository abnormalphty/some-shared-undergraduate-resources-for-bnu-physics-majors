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1D9432-0D1A-D3C4-C905-B5CE61655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BD7210-B199-3CEF-3271-274B84668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9E125E-8FCA-47A2-3BA1-2BCE8F9B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435030-39D4-849C-6234-111E0C31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14BFE-CCD9-5922-E4DC-9EA57797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74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6D1E5-8270-9ED4-07E1-E20C96A6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E9BBFE-C680-72D4-2356-7A86FD9CF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3C0B0F-A7D0-74F9-6ED9-EB3DFA77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7950B3-D096-6153-3DE6-62FAF2F27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97098-7583-F5F6-A0D4-130B970D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371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46AF9-E0B7-7E28-9266-9B607A7E0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773AB6-27F4-78FE-D753-A654E9DFC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5CE5FE-9DCA-6E42-AE7E-3ECC1607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A5958F-6B99-5417-5C4B-47F23413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AFE0D9-B47C-DC7C-CFA5-44BD94DF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87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0B407-C1AB-8AD0-C3A8-A03CB5ECF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41FBD1-FE66-1151-CCA7-535736ADE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EF75FF-5C5D-19B6-427B-0A151093E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8ECF4F-8257-15BC-0383-1171053C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CCDF6E-E05C-B553-974C-7FF5138C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097B7A-8D64-E036-2A51-A126D393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216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67BB7B-C0AA-4273-5F8E-F74CE4E4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0BA181-315A-37A3-5299-1E39A8615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4FB2AB-FBC5-E796-3AC5-1A6079184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E3DAAD-F739-9FC1-94D9-615C2C60B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21EACA-5897-6EA3-CCE9-6EFCCC9D4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040EFA-922E-BCDE-47D2-28DA76F7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DC28CF-A40D-9F1C-69AA-3B4867D3B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D43445-29ED-A437-573C-5A77024D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665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02B15-62C3-F60B-2A71-D1A43DEA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F5FE6C-0EB1-A4AD-03B4-A7F29B014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FBDEE7-BD6D-4412-C170-E2417588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749D43-124F-C997-1B3B-EA7DE6FA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88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996E9D-3B8F-C3ED-56CB-FBACAB158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292448-00CB-4D30-183D-9567739F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5A21CE-074C-4E86-063A-A1F70816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96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2F1FF-EFB5-74D8-31AE-9787808F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3F11FD-7A08-1497-2262-EF4ED0A53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28C54A-E1A5-0E58-5EFD-66E861B54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7FAE70-D85C-72D7-E816-455C3A32A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DC3DE3-46A4-8162-0290-FC38EF37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6D468E-815D-8935-73AE-1A12ED48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21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F6956-EF8D-8B49-61B6-AC5F0E210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CB4EAC-C5B7-E66C-4407-46E46FE9F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C98D8F-E6D7-8927-C85A-6BBFF5DB7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184D9F-F936-9B5A-2618-B971FC3BF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B09F4D-B851-C764-8550-D734106F6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81D46B-D699-63B0-1CB6-FB65D6C7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15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A1DD8-5955-50AE-7C11-95AAD3195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C6DCCD-4DBD-0549-A6ED-09A6683C2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33F16F-2D42-961A-C8B5-3DE03385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478FBF-3AE7-C19C-425C-D051EBE0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3E9AB2-59DC-7945-9E66-BD9041AF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392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0E1517-AA22-BD44-A80C-0D6196F29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5813C5-1A3B-1D0B-3FBA-A815339EC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B794A-45D1-D055-F63F-F93C1620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CBF327-41F4-B3DE-2E28-4F13B434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C83AEE-F437-204F-362C-98E06088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6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C32B48-B8E1-0F91-0007-66B2A1FD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7E0C86-A171-957C-DAC3-FC046C14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6C259C-B8E5-CEFB-C162-0AB00FD29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7ED0E-09AB-46AB-8306-1086DECF271B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FA2FF0-5E0A-F465-F92F-C117004BE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8DAB7-737B-71B2-CFF0-77214E3DF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10B53-CA14-40AF-89DC-C183912CA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73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33C077-2434-D139-5F87-A2DF5014C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altLang="zh-CN" sz="7200"/>
              <a:t>Minecraft</a:t>
            </a:r>
            <a:r>
              <a:rPr lang="zh-CN" altLang="en-US" sz="7200"/>
              <a:t>中空气阻力探究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EDDDE7-1DB7-F4FB-6528-967D43A3E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altLang="zh-CN" sz="2800"/>
              <a:t>                  by </a:t>
            </a:r>
            <a:r>
              <a:rPr lang="zh-CN" altLang="en-US" sz="2800"/>
              <a:t>学生</a:t>
            </a:r>
            <a:endParaRPr lang="en-US" altLang="zh-CN" sz="28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B7AFD8-07A0-F98C-2E54-64B89DD83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48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5F55B-1659-4EB6-25BF-0ED8BA80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确定研究对象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C5A671-A7E4-141E-1000-FF6F1FF7A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200" dirty="0"/>
              <a:t>任何可以掉落的物体都可以进行研究，包括</a:t>
            </a:r>
            <a:r>
              <a:rPr lang="en-US" altLang="zh-CN" sz="2200" dirty="0"/>
              <a:t>Steve</a:t>
            </a:r>
          </a:p>
          <a:p>
            <a:pPr marL="0" indent="0">
              <a:buNone/>
            </a:pPr>
            <a:r>
              <a:rPr lang="zh-CN" altLang="en-US" sz="2200" dirty="0"/>
              <a:t>这里采用沙子作为研究对象</a:t>
            </a:r>
            <a:endParaRPr lang="en-US" altLang="zh-CN" sz="2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E7412A-25B4-C64D-9B2C-24D8A7313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76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9B809-21E8-CBD8-9990-7BB09321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数据的收集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4DB1F6-D71A-8A61-B527-5F93E93CA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由于游戏特性 沙子与</a:t>
            </a:r>
            <a:r>
              <a:rPr lang="en-US" altLang="zh-CN" dirty="0"/>
              <a:t>Steve</a:t>
            </a:r>
            <a:r>
              <a:rPr lang="zh-CN" altLang="en-US" dirty="0"/>
              <a:t>有不同的方式去测量其位置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对沙子而言，可以通过第三视角录屏后</a:t>
            </a:r>
            <a:r>
              <a:rPr lang="en-US" altLang="zh-CN" dirty="0"/>
              <a:t>Tracker</a:t>
            </a:r>
            <a:r>
              <a:rPr lang="zh-CN" altLang="en-US" dirty="0"/>
              <a:t>跟踪方式导出数据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对</a:t>
            </a:r>
            <a:r>
              <a:rPr lang="en-US" altLang="zh-CN" dirty="0"/>
              <a:t>Steve</a:t>
            </a:r>
            <a:r>
              <a:rPr lang="zh-CN" altLang="en-US" dirty="0"/>
              <a:t>而言，</a:t>
            </a:r>
            <a:r>
              <a:rPr lang="en-US" altLang="zh-CN" dirty="0"/>
              <a:t>F3</a:t>
            </a:r>
            <a:r>
              <a:rPr lang="zh-CN" altLang="en-US" dirty="0"/>
              <a:t>键即可查询</a:t>
            </a:r>
          </a:p>
        </p:txBody>
      </p:sp>
      <p:pic>
        <p:nvPicPr>
          <p:cNvPr id="5" name="图片 4" descr="电脑萤幕的截图&#10;&#10;描述已自动生成">
            <a:extLst>
              <a:ext uri="{FF2B5EF4-FFF2-40B4-BE49-F238E27FC236}">
                <a16:creationId xmlns:a16="http://schemas.microsoft.com/office/drawing/2014/main" id="{CEF7630B-C537-F876-B98B-1E36DB633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827" y="2979127"/>
            <a:ext cx="6834808" cy="367946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03E990C-03BD-1E26-5CE9-07003D63C4B0}"/>
              </a:ext>
            </a:extLst>
          </p:cNvPr>
          <p:cNvSpPr txBox="1"/>
          <p:nvPr/>
        </p:nvSpPr>
        <p:spPr>
          <a:xfrm>
            <a:off x="2869096" y="5540512"/>
            <a:ext cx="2193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对沙子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436025-02B5-851A-7D6A-702BAD55D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6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D089D-2578-C1A4-22D5-C577A187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对沙子数据的处理与研究</a:t>
            </a:r>
          </a:p>
        </p:txBody>
      </p:sp>
      <p:pic>
        <p:nvPicPr>
          <p:cNvPr id="9" name="内容占位符 8" descr="图形用户界面, 图示, 工程绘图&#10;&#10;中度可信度">
            <a:extLst>
              <a:ext uri="{FF2B5EF4-FFF2-40B4-BE49-F238E27FC236}">
                <a16:creationId xmlns:a16="http://schemas.microsoft.com/office/drawing/2014/main" id="{982F034E-34CF-7FD9-4030-614BDAA59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146" y="1530798"/>
            <a:ext cx="3009900" cy="4238625"/>
          </a:xfrm>
        </p:spPr>
      </p:pic>
      <p:pic>
        <p:nvPicPr>
          <p:cNvPr id="11" name="图片 10" descr="表格&#10;&#10;描述已自动生成">
            <a:extLst>
              <a:ext uri="{FF2B5EF4-FFF2-40B4-BE49-F238E27FC236}">
                <a16:creationId xmlns:a16="http://schemas.microsoft.com/office/drawing/2014/main" id="{CA8490A8-DDB1-4551-88EF-3BF1006D42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992" y="1498013"/>
            <a:ext cx="6861390" cy="32205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D241845-A850-9213-718F-102DBC565909}"/>
                  </a:ext>
                </a:extLst>
              </p:cNvPr>
              <p:cNvSpPr txBox="1"/>
              <p:nvPr/>
            </p:nvSpPr>
            <p:spPr>
              <a:xfrm>
                <a:off x="4899992" y="5168348"/>
                <a:ext cx="6523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可以看出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大致符合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，但当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&gt;2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zh-CN" altLang="en-US" dirty="0"/>
                  <a:t>后，逐渐偏离抛物线，可以说明存在空气阻力</a:t>
                </a:r>
                <a:endParaRPr lang="en-US" altLang="zh-CN" dirty="0"/>
              </a:p>
              <a:p>
                <a:r>
                  <a:rPr lang="zh-CN" altLang="en-US" dirty="0"/>
                  <a:t>我们对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进行进一步分析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D241845-A850-9213-718F-102DBC565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992" y="5168348"/>
                <a:ext cx="6523382" cy="923330"/>
              </a:xfrm>
              <a:prstGeom prst="rect">
                <a:avLst/>
              </a:prstGeom>
              <a:blipFill>
                <a:blip r:embed="rId4"/>
                <a:stretch>
                  <a:fillRect l="-841" t="-3974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27A49847-60ED-4F4E-EC32-2F328787F7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31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EF5DC7-2BD8-7633-C40D-D6F84FFC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对沙子数据的处理与研究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是否存在空气阻力影响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内容占位符 13">
                <a:extLst>
                  <a:ext uri="{FF2B5EF4-FFF2-40B4-BE49-F238E27FC236}">
                    <a16:creationId xmlns:a16="http://schemas.microsoft.com/office/drawing/2014/main" id="{392F9F8A-D955-CB8A-CFC2-15A65E4D25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由于建系的问题 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的值正数化 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=0.3493149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再将其导入软件进行拟合，拟合结果如下</a:t>
                </a:r>
              </a:p>
            </p:txBody>
          </p:sp>
        </mc:Choice>
        <mc:Fallback xmlns="">
          <p:sp>
            <p:nvSpPr>
              <p:cNvPr id="14" name="内容占位符 13">
                <a:extLst>
                  <a:ext uri="{FF2B5EF4-FFF2-40B4-BE49-F238E27FC236}">
                    <a16:creationId xmlns:a16="http://schemas.microsoft.com/office/drawing/2014/main" id="{392F9F8A-D955-CB8A-CFC2-15A65E4D25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D422C9D6-ABC0-4567-421C-402B9D9867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9" y="2246791"/>
            <a:ext cx="3744456" cy="64321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4C38DB4-7D41-3219-FDE3-C34DF9943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10" y="3311176"/>
            <a:ext cx="5924390" cy="295350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C4C187B-826F-FB19-488E-BDC2FB5F0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3429000"/>
            <a:ext cx="57340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7877155-3EAD-6AA6-5252-A3E3850A54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3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C51DF-8878-D9C6-A4BB-ED8FB52C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对沙子数据的处理与研究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是否存在空气阻力影响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44D5A51-B48A-691A-1C00-D839968B38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从二次拟合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=0.999)</m:t>
                    </m:r>
                  </m:oMath>
                </a14:m>
                <a:r>
                  <a:rPr lang="zh-CN" altLang="en-US" dirty="0"/>
                  <a:t>精度小于三次拟合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(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软件精度问题，实际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略小于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1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且大于二次拟合的系数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Cambria Math" panose="02040503050406030204" pitchFamily="18" charset="0"/>
                  </a:rPr>
                  <a:t>   二次拟合方程：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=7.937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+3.325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−1.933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>
                    <a:latin typeface="Cambria Math" panose="02040503050406030204" pitchFamily="18" charset="0"/>
                  </a:rPr>
                  <a:t>   三次拟合方程：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=1.505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+7.726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−0.808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+0.076</m:t>
                    </m:r>
                  </m:oMath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Cambria Math" panose="02040503050406030204" pitchFamily="18" charset="0"/>
                  </a:rPr>
                  <a:t>对于自由落体运动的物体而言，应满足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，但拟合结果告诉我们三次函数更能准确描述该运动。由此，我们得到结论，沙子下落受到除重力以外的其他力的影响。根据分析，只有空气给予沙子受力。在这里，我们近似的认为是空气阻力所导致的。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Cambria Math" panose="02040503050406030204" pitchFamily="18" charset="0"/>
                  </a:rPr>
                  <a:t>结论一     沙子掉落存在空气阻力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44D5A51-B48A-691A-1C00-D839968B38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 r="-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0C5880AF-6FB6-CFDD-7E42-C5BCFE94F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3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ED82A-A151-1BBA-BD29-9FB13CD3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对沙子数据的处理与研究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定性分析空气阻力影响因素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DCB252-2AD7-C9C2-C831-B0C39F48C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根据实际物理情景，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,…)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在</a:t>
                </a:r>
                <a:r>
                  <a:rPr lang="en-US" altLang="zh-CN" dirty="0"/>
                  <a:t>mc</a:t>
                </a:r>
                <a:r>
                  <a:rPr lang="zh-CN" altLang="en-US" dirty="0"/>
                  <a:t>世界中，我们大胆且合理的假设空气本身的各种性质是坐标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的函数。但考虑到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轴的平移对称性（此处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轴</m:t>
                    </m:r>
                  </m:oMath>
                </a14:m>
                <a:r>
                  <a:rPr lang="zh-CN" altLang="en-US" dirty="0"/>
                  <a:t>构成平面是平行于地面的，与游戏内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轴取向无关），则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。综上得到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下面通过实验来分析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影响因素。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DCB252-2AD7-C9C2-C831-B0C39F48C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02DF03EF-2C40-4559-72C8-C90B49191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3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D7FAF-6EFA-A4D9-5AC7-86767FC3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对沙子数据的处理与研究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定性分析空气阻力影响因素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328013A-0B50-34C9-7467-D13D956DB4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首先设计如下实验，在不同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值处释放物体，记录运动学参量，并进行分析。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328013A-0B50-34C9-7467-D13D956DB4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4B19636-D319-9DDD-ECA2-CB4F0F75C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702" y="2660253"/>
            <a:ext cx="7354957" cy="3832622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E6FED78-8704-558B-ABC3-1BEC1D802283}"/>
              </a:ext>
            </a:extLst>
          </p:cNvPr>
          <p:cNvCxnSpPr/>
          <p:nvPr/>
        </p:nvCxnSpPr>
        <p:spPr>
          <a:xfrm flipH="1">
            <a:off x="5015948" y="6036365"/>
            <a:ext cx="10071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29C8302-080F-F61C-5931-EF386915D4A0}"/>
              </a:ext>
            </a:extLst>
          </p:cNvPr>
          <p:cNvCxnSpPr/>
          <p:nvPr/>
        </p:nvCxnSpPr>
        <p:spPr>
          <a:xfrm flipH="1">
            <a:off x="5141843" y="4638260"/>
            <a:ext cx="10071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6E759CB-423A-1BEC-6C16-E5F84EBEB359}"/>
              </a:ext>
            </a:extLst>
          </p:cNvPr>
          <p:cNvCxnSpPr/>
          <p:nvPr/>
        </p:nvCxnSpPr>
        <p:spPr>
          <a:xfrm flipH="1">
            <a:off x="5473148" y="3246782"/>
            <a:ext cx="10071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EC03BB2-6BB4-8816-A802-9C042F589FC3}"/>
                  </a:ext>
                </a:extLst>
              </p:cNvPr>
              <p:cNvSpPr txBox="1"/>
              <p:nvPr/>
            </p:nvSpPr>
            <p:spPr>
              <a:xfrm>
                <a:off x="6472094" y="3066293"/>
                <a:ext cx="5433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EC03BB2-6BB4-8816-A802-9C042F589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094" y="3066293"/>
                <a:ext cx="5433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3095A2B-053D-F414-32ED-B6CC61F7BE02}"/>
                  </a:ext>
                </a:extLst>
              </p:cNvPr>
              <p:cNvSpPr txBox="1"/>
              <p:nvPr/>
            </p:nvSpPr>
            <p:spPr>
              <a:xfrm>
                <a:off x="6284839" y="4453594"/>
                <a:ext cx="5433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3095A2B-053D-F414-32ED-B6CC61F7B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839" y="4453594"/>
                <a:ext cx="5433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A1D31C8-AE6E-B9B3-C615-AC1B99F91CFB}"/>
                  </a:ext>
                </a:extLst>
              </p:cNvPr>
              <p:cNvSpPr txBox="1"/>
              <p:nvPr/>
            </p:nvSpPr>
            <p:spPr>
              <a:xfrm>
                <a:off x="6023113" y="5836428"/>
                <a:ext cx="5433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A1D31C8-AE6E-B9B3-C615-AC1B99F91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113" y="5836428"/>
                <a:ext cx="5433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EF683C5C-1598-2086-0E06-63246B228D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70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1BD8F-B9DC-A934-6DC3-134A005B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对沙子数据的处理与研究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定性分析空气阻力影响因素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84D3E7D-C8FB-1E7D-6986-66988C040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651" y="1825626"/>
            <a:ext cx="4013610" cy="2368688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8521FBE-BC27-DE0C-6DD9-679C44887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195" y="1825626"/>
            <a:ext cx="4013610" cy="236868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CE393F2-A9B0-9CF6-210D-F160282B8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416" y="1825626"/>
            <a:ext cx="4013611" cy="23686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523022E-E3A8-2980-7A1C-9BE1480FCBEB}"/>
                  </a:ext>
                </a:extLst>
              </p:cNvPr>
              <p:cNvSpPr txBox="1"/>
              <p:nvPr/>
            </p:nvSpPr>
            <p:spPr>
              <a:xfrm>
                <a:off x="9192564" y="4144586"/>
                <a:ext cx="155494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.924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523022E-E3A8-2980-7A1C-9BE1480FC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2564" y="4144586"/>
                <a:ext cx="155494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A9C6CD8-9B94-7AE0-F08F-CBDCEEF595EB}"/>
                  </a:ext>
                </a:extLst>
              </p:cNvPr>
              <p:cNvSpPr txBox="1"/>
              <p:nvPr/>
            </p:nvSpPr>
            <p:spPr>
              <a:xfrm>
                <a:off x="4962939" y="4194314"/>
                <a:ext cx="196794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15.341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A9C6CD8-9B94-7AE0-F08F-CBDCEEF59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939" y="4194314"/>
                <a:ext cx="1967948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6C74071-0063-6498-8AEA-230B35DE4A58}"/>
                  </a:ext>
                </a:extLst>
              </p:cNvPr>
              <p:cNvSpPr txBox="1"/>
              <p:nvPr/>
            </p:nvSpPr>
            <p:spPr>
              <a:xfrm>
                <a:off x="1532123" y="4194314"/>
                <a:ext cx="146731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=−19</m:t>
                      </m:r>
                    </m:oMath>
                  </m:oMathPara>
                </a14:m>
                <a:endParaRPr lang="en-US" altLang="zh-CN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=19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.085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6C74071-0063-6498-8AEA-230B35DE4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123" y="4194314"/>
                <a:ext cx="1467312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5A4F6EC-7B57-3D03-6B15-4F46CBF1A802}"/>
                  </a:ext>
                </a:extLst>
              </p:cNvPr>
              <p:cNvSpPr txBox="1"/>
              <p:nvPr/>
            </p:nvSpPr>
            <p:spPr>
              <a:xfrm>
                <a:off x="503583" y="5055704"/>
                <a:ext cx="8958469" cy="1084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我们通过软件进行拟合，得到的图像如上。我们再将三次函数的三次项系数与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坐标进行比较，观察是否有关联。</a:t>
                </a:r>
                <a:endParaRPr lang="en-US" altLang="zh-CN" dirty="0"/>
              </a:p>
              <a:p>
                <a:r>
                  <a:rPr lang="zh-CN" altLang="en-US" dirty="0"/>
                  <a:t>不难发现，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无必然联系，即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无必然联系，则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5A4F6EC-7B57-3D03-6B15-4F46CBF1A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83" y="5055704"/>
                <a:ext cx="8958469" cy="1084528"/>
              </a:xfrm>
              <a:prstGeom prst="rect">
                <a:avLst/>
              </a:prstGeom>
              <a:blipFill>
                <a:blip r:embed="rId8"/>
                <a:stretch>
                  <a:fillRect l="-613" t="-2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0544398C-D708-33E4-A79D-7DCEC5ED98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49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531A7-D863-0951-B173-22D5F1B9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对沙子数据的处理与研究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定性分析空气阻力影响因素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9FD6DE-1B5B-8404-37E9-0A16A5D1B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下面分析速度对空气阻力的影响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00E83D-DE6D-3487-1D59-F5CE32576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31887"/>
            <a:ext cx="6913355" cy="40800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8036D32-983B-4243-7302-457C9A539287}"/>
                  </a:ext>
                </a:extLst>
              </p:cNvPr>
              <p:cNvSpPr txBox="1"/>
              <p:nvPr/>
            </p:nvSpPr>
            <p:spPr>
              <a:xfrm>
                <a:off x="6904383" y="2093843"/>
                <a:ext cx="4558747" cy="2840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这里我们导入第一次掉落实验的速度数据，并将其进行线性拟合。</a:t>
                </a:r>
                <a:endParaRPr lang="en-US" altLang="zh-CN" dirty="0"/>
              </a:p>
              <a:p>
                <a:r>
                  <a:rPr lang="zh-CN" altLang="en-US" dirty="0"/>
                  <a:t>通过拟合结果，我们不难发现，在开始的时候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，而在后面阶段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。且由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zh-CN" altLang="en-US" dirty="0"/>
                  <a:t>，则可以大胆猜测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呈正相关关系。</a:t>
                </a:r>
                <a:endParaRPr lang="en-US" altLang="zh-CN" dirty="0"/>
              </a:p>
              <a:p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结论二 空气阻力大小只与速度大小成正相关。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8036D32-983B-4243-7302-457C9A539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383" y="2093843"/>
                <a:ext cx="4558747" cy="2840201"/>
              </a:xfrm>
              <a:prstGeom prst="rect">
                <a:avLst/>
              </a:prstGeom>
              <a:blipFill>
                <a:blip r:embed="rId3"/>
                <a:stretch>
                  <a:fillRect l="-1205" t="-1073" r="-803" b="-2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798242FD-367C-8AE3-2547-7E0516823B3E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1344270-C182-61BA-8D94-27889BD79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033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58FAC-1F4A-4109-D8AA-8A32395AE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对沙子数据的处理与研究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定量分析空气阻力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B5B9EEA-53EB-3756-9B2C-5CDF9E5D10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依然是导入前面实验的数据，进行分析。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为了分析方便，令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dirty="0"/>
                  <a:t>，再将处理后数据导入，拟合。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这里为了方便，直接给出两种拟合程度高的函数，拟合过程同对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的拟合。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拟合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353.5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11.49+11.52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−1.36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拟合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3.947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68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2.003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B5B9EEA-53EB-3756-9B2C-5CDF9E5D1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 r="-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表, 散点图&#10;&#10;描述已自动生成">
            <a:extLst>
              <a:ext uri="{FF2B5EF4-FFF2-40B4-BE49-F238E27FC236}">
                <a16:creationId xmlns:a16="http://schemas.microsoft.com/office/drawing/2014/main" id="{B896BCC9-3449-40DD-845C-11189C76C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945" y="3429000"/>
            <a:ext cx="2937542" cy="1882896"/>
          </a:xfrm>
          <a:prstGeom prst="rect">
            <a:avLst/>
          </a:prstGeom>
        </p:spPr>
      </p:pic>
      <p:pic>
        <p:nvPicPr>
          <p:cNvPr id="7" name="图片 6" descr="图表, 散点图&#10;&#10;描述已自动生成">
            <a:extLst>
              <a:ext uri="{FF2B5EF4-FFF2-40B4-BE49-F238E27FC236}">
                <a16:creationId xmlns:a16="http://schemas.microsoft.com/office/drawing/2014/main" id="{CEA72206-EC92-810C-2233-A2433FAB1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487" y="3429000"/>
            <a:ext cx="2937542" cy="188289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F4A326D-4A3F-B9F8-26DA-477FC7B3509B}"/>
              </a:ext>
            </a:extLst>
          </p:cNvPr>
          <p:cNvSpPr txBox="1"/>
          <p:nvPr/>
        </p:nvSpPr>
        <p:spPr>
          <a:xfrm>
            <a:off x="7000463" y="5446833"/>
            <a:ext cx="788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拟合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48526D-5B29-0C3F-470E-1CDEE24CC390}"/>
              </a:ext>
            </a:extLst>
          </p:cNvPr>
          <p:cNvSpPr txBox="1"/>
          <p:nvPr/>
        </p:nvSpPr>
        <p:spPr>
          <a:xfrm>
            <a:off x="9938005" y="5446833"/>
            <a:ext cx="788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拟合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E2CCC54-6693-58A3-4597-3B5CAC0389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831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E2AE2-A6F8-4F4D-D376-686D9C82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对沙子数据的处理与研究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定量分析空气阻力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2F7973-37A8-4031-ED40-CDBF217FC5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我们仔细观察这两个函数，发现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acc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=3.7556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altLang="en-US" dirty="0"/>
                  <a:t>，偏高，显然不符合实际。而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acc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=30.7659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acc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→+∞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25.3357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acc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→+∞</m:t>
                        </m:r>
                      </m:sub>
                    </m:sSub>
                  </m:oMath>
                </a14:m>
                <a:r>
                  <a:rPr lang="zh-CN" altLang="en-US" dirty="0"/>
                  <a:t>偏低。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为了更好的拟合，不妨令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发现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是函数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</m:oMath>
                </a14:m>
                <a:r>
                  <a:rPr lang="zh-CN" altLang="en-US" dirty="0"/>
                  <a:t>的函数，即泛函。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要使拟合尽量准确，则需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取极值。此时条件为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回带即得到函数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𝜀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，也得到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2F7973-37A8-4031-ED40-CDBF217FC5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6B128F83-6D24-FF2C-7EED-2F9A6916F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29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F09FAC-6DEE-5329-9F2B-68D10176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对沙子数据的处理与研究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定量分析空气阻力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0867C7-4F13-FE19-5CA5-675F6464F5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得到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后，带入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由此得到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。而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最后解得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dirty="0"/>
                  <a:t>，积分后则得到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由此，我们便定量的对空气阻力进行了分析。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0867C7-4F13-FE19-5CA5-675F6464F5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E8CEDBB-78D0-3090-BB19-5220E1B80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58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A8349-DAFE-BAF4-D160-5667E6B51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425" y="2260185"/>
            <a:ext cx="3515139" cy="1589572"/>
          </a:xfrm>
        </p:spPr>
        <p:txBody>
          <a:bodyPr/>
          <a:lstStyle/>
          <a:p>
            <a:r>
              <a:rPr lang="zh-CN" altLang="en-US" dirty="0"/>
              <a:t>感谢收看！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3AC843-2CC8-0F4F-19DB-C29FA14E6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0" y="124950"/>
            <a:ext cx="1555851" cy="14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33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</TotalTime>
  <Words>929</Words>
  <Application>Microsoft Office PowerPoint</Application>
  <PresentationFormat>宽屏</PresentationFormat>
  <Paragraphs>73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Arial</vt:lpstr>
      <vt:lpstr>Cambria Math</vt:lpstr>
      <vt:lpstr>Office 主题​​</vt:lpstr>
      <vt:lpstr>Minecraft中空气阻力探究</vt:lpstr>
      <vt:lpstr>确定研究对象</vt:lpstr>
      <vt:lpstr>数据的收集</vt:lpstr>
      <vt:lpstr>对沙子数据的处理与研究</vt:lpstr>
      <vt:lpstr>对沙子数据的处理与研究 ——是否存在空气阻力影响</vt:lpstr>
      <vt:lpstr>对沙子数据的处理与研究 ——是否存在空气阻力影响</vt:lpstr>
      <vt:lpstr>对沙子数据的处理与研究 ——定性分析空气阻力影响因素</vt:lpstr>
      <vt:lpstr>对沙子数据的处理与研究 ——定性分析空气阻力影响因素</vt:lpstr>
      <vt:lpstr>对沙子数据的处理与研究 ——定性分析空气阻力影响因素</vt:lpstr>
      <vt:lpstr>对沙子数据的处理与研究 ——定性分析空气阻力影响因素</vt:lpstr>
      <vt:lpstr>对沙子数据的处理与研究 ——定量分析空气阻力</vt:lpstr>
      <vt:lpstr>对沙子数据的处理与研究 ——定量分析空气阻力</vt:lpstr>
      <vt:lpstr>对沙子数据的处理与研究 ——定量分析空气阻力</vt:lpstr>
      <vt:lpstr>感谢收看！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Minecraft中空气阻力探究</dc:title>
  <dc:creator>软 微</dc:creator>
  <cp:lastModifiedBy>软 微</cp:lastModifiedBy>
  <cp:revision>40</cp:revision>
  <dcterms:created xsi:type="dcterms:W3CDTF">2023-08-17T07:19:13Z</dcterms:created>
  <dcterms:modified xsi:type="dcterms:W3CDTF">2023-08-23T22:19:18Z</dcterms:modified>
</cp:coreProperties>
</file>