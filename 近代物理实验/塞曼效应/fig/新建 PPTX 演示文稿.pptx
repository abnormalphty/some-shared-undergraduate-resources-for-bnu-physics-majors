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rcRect r="37510"/>
          <a:stretch>
            <a:fillRect/>
          </a:stretch>
        </p:blipFill>
        <p:spPr>
          <a:xfrm>
            <a:off x="2525395" y="1348105"/>
            <a:ext cx="3977640" cy="234061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rcRect l="62669"/>
          <a:stretch>
            <a:fillRect/>
          </a:stretch>
        </p:blipFill>
        <p:spPr>
          <a:xfrm>
            <a:off x="7399020" y="1412875"/>
            <a:ext cx="1417955" cy="1397000"/>
          </a:xfrm>
          <a:prstGeom prst="rect">
            <a:avLst/>
          </a:prstGeom>
        </p:spPr>
      </p:pic>
      <p:sp>
        <p:nvSpPr>
          <p:cNvPr id="6" name="圆角矩形 5"/>
          <p:cNvSpPr/>
          <p:nvPr/>
        </p:nvSpPr>
        <p:spPr>
          <a:xfrm>
            <a:off x="7399020" y="2845435"/>
            <a:ext cx="1381760" cy="58356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28575" cmpd="sng">
            <a:solidFill>
              <a:schemeClr val="accent5">
                <a:lumMod val="40000"/>
                <a:lumOff val="60000"/>
              </a:schemeClr>
            </a:solidFill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7520940" y="2845435"/>
            <a:ext cx="125984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 b="1">
                <a:latin typeface="Times New Roman" panose="02020603050405020304" charset="0"/>
                <a:cs typeface="Times New Roman" panose="02020603050405020304" charset="0"/>
              </a:rPr>
              <a:t>CCD</a:t>
            </a:r>
            <a:endParaRPr lang="en-US" altLang="zh-CN" sz="32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9" name="直接箭头连接符 8"/>
          <p:cNvCxnSpPr/>
          <p:nvPr/>
        </p:nvCxnSpPr>
        <p:spPr>
          <a:xfrm flipV="1">
            <a:off x="6560820" y="2173605"/>
            <a:ext cx="684530" cy="353695"/>
          </a:xfrm>
          <a:prstGeom prst="straightConnector1">
            <a:avLst/>
          </a:prstGeom>
          <a:ln w="63500" cap="rnd">
            <a:solidFill>
              <a:schemeClr val="accent5">
                <a:lumMod val="60000"/>
                <a:lumOff val="40000"/>
              </a:schemeClr>
            </a:solidFill>
            <a:prstDash val="sysDash"/>
            <a:tailEnd type="stealt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" name="直接箭头连接符 9"/>
          <p:cNvCxnSpPr/>
          <p:nvPr/>
        </p:nvCxnSpPr>
        <p:spPr>
          <a:xfrm>
            <a:off x="6522085" y="2665730"/>
            <a:ext cx="650875" cy="380365"/>
          </a:xfrm>
          <a:prstGeom prst="straightConnector1">
            <a:avLst/>
          </a:prstGeom>
          <a:ln w="63500" cap="rnd">
            <a:solidFill>
              <a:schemeClr val="accent5">
                <a:lumMod val="60000"/>
                <a:lumOff val="40000"/>
              </a:schemeClr>
            </a:solidFill>
            <a:prstDash val="sysDash"/>
            <a:tailEnd type="stealt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/>
        </p:nvSpPr>
        <p:spPr>
          <a:xfrm>
            <a:off x="9220200" y="1511935"/>
            <a:ext cx="1706245" cy="20300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1. </a:t>
            </a:r>
            <a:r>
              <a:rPr lang="zh-CN" altLang="en-US" sz="1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电磁铁</a:t>
            </a:r>
            <a:endParaRPr lang="zh-CN" altLang="en-US" sz="14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lang="en-US" altLang="zh-CN" sz="1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2. </a:t>
            </a:r>
            <a:r>
              <a:rPr lang="zh-CN" altLang="en-US" sz="1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汞灯</a:t>
            </a:r>
            <a:endParaRPr lang="zh-CN" altLang="en-US" sz="14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lang="en-US" altLang="zh-CN" sz="1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3. </a:t>
            </a:r>
            <a:r>
              <a:rPr lang="zh-CN" altLang="en-US" sz="1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会聚透镜</a:t>
            </a:r>
            <a:endParaRPr lang="zh-CN" altLang="en-US" sz="14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lang="en-US" altLang="zh-CN" sz="1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4. </a:t>
            </a:r>
            <a:r>
              <a:rPr lang="zh-CN" altLang="en-US" sz="1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干涉滤色片</a:t>
            </a:r>
            <a:endParaRPr lang="zh-CN" altLang="en-US" sz="14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lang="en-US" altLang="zh-CN" sz="1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5. </a:t>
            </a:r>
            <a:r>
              <a:rPr lang="zh-CN" altLang="en-US" sz="1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偏振片</a:t>
            </a:r>
            <a:endParaRPr lang="zh-CN" altLang="en-US" sz="14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lang="en-US" altLang="zh-CN" sz="1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6. F-P</a:t>
            </a:r>
            <a:r>
              <a:rPr lang="zh-CN" altLang="en-US" sz="1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标准具</a:t>
            </a:r>
            <a:endParaRPr lang="zh-CN" altLang="en-US" sz="14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lang="en-US" altLang="zh-CN" sz="1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7. </a:t>
            </a:r>
            <a:r>
              <a:rPr lang="zh-CN" altLang="en-US" sz="1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小孔光阑</a:t>
            </a:r>
            <a:endParaRPr lang="zh-CN" altLang="en-US" sz="14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lang="en-US" altLang="zh-CN" sz="1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8. </a:t>
            </a:r>
            <a:r>
              <a:rPr lang="zh-CN" altLang="en-US" sz="1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成像透镜</a:t>
            </a:r>
            <a:endParaRPr lang="zh-CN" altLang="en-US" sz="14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lang="en-US" altLang="zh-CN" sz="1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9. </a:t>
            </a:r>
            <a:r>
              <a:rPr lang="zh-CN" altLang="en-US" sz="1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测微目镜</a:t>
            </a:r>
            <a:endParaRPr lang="zh-CN" altLang="en-US" sz="14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65</Words>
  <Application>WPS 演示</Application>
  <PresentationFormat>宽屏</PresentationFormat>
  <Paragraphs>12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1" baseType="lpstr">
      <vt:lpstr>Arial</vt:lpstr>
      <vt:lpstr>宋体</vt:lpstr>
      <vt:lpstr>Wingdings</vt:lpstr>
      <vt:lpstr>Arial Unicode MS</vt:lpstr>
      <vt:lpstr>Calibri</vt:lpstr>
      <vt:lpstr>微软雅黑</vt:lpstr>
      <vt:lpstr>华文新魏</vt:lpstr>
      <vt:lpstr>Times New Roman</vt:lpstr>
      <vt:lpstr>黑体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fqy</dc:creator>
  <cp:lastModifiedBy>WPS_1643019146</cp:lastModifiedBy>
  <cp:revision>3</cp:revision>
  <dcterms:created xsi:type="dcterms:W3CDTF">2023-08-09T12:44:00Z</dcterms:created>
  <dcterms:modified xsi:type="dcterms:W3CDTF">2024-11-26T00:52:17Z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3B0086CAF875411CACBDA13AB9801EF4_13</vt:lpwstr>
  </property>
  <property fmtid="{D5CDD505-2E9C-101B-9397-08002B2CF9AE}" pid="3" name="KSOProductBuildVer">
    <vt:lpwstr>2052-12.1.0.18912</vt:lpwstr>
  </property>
</Properties>
</file>