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6" r:id="rId1"/>
  </p:sldMasterIdLst>
  <p:sldIdLst>
    <p:sldId id="256" r:id="rId2"/>
    <p:sldId id="257" r:id="rId3"/>
    <p:sldId id="258" r:id="rId4"/>
    <p:sldId id="259" r:id="rId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3" autoAdjust="0"/>
    <p:restoredTop sz="94660"/>
  </p:normalViewPr>
  <p:slideViewPr>
    <p:cSldViewPr snapToGrid="0">
      <p:cViewPr varScale="1">
        <p:scale>
          <a:sx n="65" d="100"/>
          <a:sy n="65" d="100"/>
        </p:scale>
        <p:origin x="64" y="10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zh-CN" altLang="en-US"/>
              <a:t>单击此处编辑母版标题样式</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
        <p:nvSpPr>
          <p:cNvPr id="4" name="Date Placeholder 3"/>
          <p:cNvSpPr>
            <a:spLocks noGrp="1"/>
          </p:cNvSpPr>
          <p:nvPr>
            <p:ph type="dt" sz="half" idx="10"/>
          </p:nvPr>
        </p:nvSpPr>
        <p:spPr>
          <a:xfrm>
            <a:off x="7983232" y="5037663"/>
            <a:ext cx="897467" cy="279400"/>
          </a:xfrm>
        </p:spPr>
        <p:txBody>
          <a:bodyPr/>
          <a:lstStyle/>
          <a:p>
            <a:fld id="{A37DF4BE-6F0D-44FE-8FAC-69FF3EDC5C29}" type="datetimeFigureOut">
              <a:rPr lang="zh-CN" altLang="en-US" smtClean="0"/>
              <a:t>2023/12/11</a:t>
            </a:fld>
            <a:endParaRPr lang="zh-CN" altLang="en-US"/>
          </a:p>
        </p:txBody>
      </p:sp>
      <p:sp>
        <p:nvSpPr>
          <p:cNvPr id="5" name="Footer Placeholder 4"/>
          <p:cNvSpPr>
            <a:spLocks noGrp="1"/>
          </p:cNvSpPr>
          <p:nvPr>
            <p:ph type="ftr" sz="quarter" idx="11"/>
          </p:nvPr>
        </p:nvSpPr>
        <p:spPr>
          <a:xfrm>
            <a:off x="2692397" y="5037663"/>
            <a:ext cx="5214635" cy="279400"/>
          </a:xfrm>
        </p:spPr>
        <p:txBody>
          <a:bodyPr/>
          <a:lstStyle/>
          <a:p>
            <a:endParaRPr lang="zh-CN" altLang="en-US"/>
          </a:p>
        </p:txBody>
      </p:sp>
      <p:sp>
        <p:nvSpPr>
          <p:cNvPr id="6" name="Slide Number Placeholder 5"/>
          <p:cNvSpPr>
            <a:spLocks noGrp="1"/>
          </p:cNvSpPr>
          <p:nvPr>
            <p:ph type="sldNum" sz="quarter" idx="12"/>
          </p:nvPr>
        </p:nvSpPr>
        <p:spPr>
          <a:xfrm>
            <a:off x="8956900" y="5037663"/>
            <a:ext cx="551167" cy="279400"/>
          </a:xfrm>
        </p:spPr>
        <p:txBody>
          <a:bodyPr/>
          <a:lstStyle/>
          <a:p>
            <a:fld id="{063CB71C-15E2-4552-8CF6-C6BE0D200A44}" type="slidenum">
              <a:rPr lang="zh-CN" altLang="en-US" smtClean="0"/>
              <a:t>‹#›</a:t>
            </a:fld>
            <a:endParaRPr lang="zh-CN" altLang="en-US"/>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093444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A37DF4BE-6F0D-44FE-8FAC-69FF3EDC5C29}" type="datetimeFigureOut">
              <a:rPr lang="zh-CN" altLang="en-US" smtClean="0"/>
              <a:t>2023/12/11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63CB71C-15E2-4552-8CF6-C6BE0D200A44}" type="slidenum">
              <a:rPr lang="zh-CN" altLang="en-US" smtClean="0"/>
              <a:t>‹#›</a:t>
            </a:fld>
            <a:endParaRPr lang="zh-CN" altLang="en-US"/>
          </a:p>
        </p:txBody>
      </p:sp>
    </p:spTree>
    <p:extLst>
      <p:ext uri="{BB962C8B-B14F-4D97-AF65-F5344CB8AC3E}">
        <p14:creationId xmlns:p14="http://schemas.microsoft.com/office/powerpoint/2010/main" val="10760141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A37DF4BE-6F0D-44FE-8FAC-69FF3EDC5C29}" type="datetimeFigureOut">
              <a:rPr lang="zh-CN" altLang="en-US" smtClean="0"/>
              <a:t>2023/12/11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63CB71C-15E2-4552-8CF6-C6BE0D200A44}" type="slidenum">
              <a:rPr lang="zh-CN" altLang="en-US" smtClean="0"/>
              <a:t>‹#›</a:t>
            </a:fld>
            <a:endParaRPr lang="zh-CN" altLang="en-US"/>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935500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A37DF4BE-6F0D-44FE-8FAC-69FF3EDC5C29}" type="datetimeFigureOut">
              <a:rPr lang="zh-CN" altLang="en-US" smtClean="0"/>
              <a:t>2023/12/11</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63CB71C-15E2-4552-8CF6-C6BE0D200A44}" type="slidenum">
              <a:rPr lang="zh-CN" altLang="en-US" smtClean="0"/>
              <a:t>‹#›</a:t>
            </a:fld>
            <a:endParaRPr lang="zh-CN" altLang="en-US"/>
          </a:p>
        </p:txBody>
      </p:sp>
    </p:spTree>
    <p:extLst>
      <p:ext uri="{BB962C8B-B14F-4D97-AF65-F5344CB8AC3E}">
        <p14:creationId xmlns:p14="http://schemas.microsoft.com/office/powerpoint/2010/main" val="28967565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A37DF4BE-6F0D-44FE-8FAC-69FF3EDC5C29}" type="datetimeFigureOut">
              <a:rPr lang="zh-CN" altLang="en-US" smtClean="0"/>
              <a:t>2023/12/11</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063CB71C-15E2-4552-8CF6-C6BE0D200A44}" type="slidenum">
              <a:rPr lang="zh-CN" altLang="en-US" smtClean="0"/>
              <a:t>‹#›</a:t>
            </a:fld>
            <a:endParaRPr lang="zh-CN" altLang="en-US"/>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929207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A37DF4BE-6F0D-44FE-8FAC-69FF3EDC5C29}" type="datetimeFigureOut">
              <a:rPr lang="zh-CN" altLang="en-US" smtClean="0"/>
              <a:t>2023/12/11</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063CB71C-15E2-4552-8CF6-C6BE0D200A44}" type="slidenum">
              <a:rPr lang="zh-CN" altLang="en-US" smtClean="0"/>
              <a:t>‹#›</a:t>
            </a:fld>
            <a:endParaRPr lang="zh-CN" alt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39076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37DF4BE-6F0D-44FE-8FAC-69FF3EDC5C29}" type="datetimeFigureOut">
              <a:rPr lang="zh-CN" altLang="en-US" smtClean="0"/>
              <a:t>2023/12/11</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063CB71C-15E2-4552-8CF6-C6BE0D200A44}" type="slidenum">
              <a:rPr lang="zh-CN" altLang="en-US" smtClean="0"/>
              <a:t>‹#›</a:t>
            </a:fld>
            <a:endParaRPr lang="zh-CN" altLang="en-US"/>
          </a:p>
        </p:txBody>
      </p:sp>
    </p:spTree>
    <p:extLst>
      <p:ext uri="{BB962C8B-B14F-4D97-AF65-F5344CB8AC3E}">
        <p14:creationId xmlns:p14="http://schemas.microsoft.com/office/powerpoint/2010/main" val="20630825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zh-CN" altLang="en-US"/>
              <a:t>单击此处编辑母版标题样式</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A37DF4BE-6F0D-44FE-8FAC-69FF3EDC5C29}" type="datetimeFigureOut">
              <a:rPr lang="zh-CN" altLang="en-US" smtClean="0"/>
              <a:t>2023/12/11</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63CB71C-15E2-4552-8CF6-C6BE0D200A44}" type="slidenum">
              <a:rPr lang="zh-CN" altLang="en-US" smtClean="0"/>
              <a:t>‹#›</a:t>
            </a:fld>
            <a:endParaRPr lang="zh-CN" altLang="en-US"/>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14780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zh-CN" altLang="en-US"/>
              <a:t>单击此处编辑母版标题样式</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A37DF4BE-6F0D-44FE-8FAC-69FF3EDC5C29}" type="datetimeFigureOut">
              <a:rPr lang="zh-CN" altLang="en-US" smtClean="0"/>
              <a:t>2023/12/11</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63CB71C-15E2-4552-8CF6-C6BE0D200A44}" type="slidenum">
              <a:rPr lang="zh-CN" altLang="en-US" smtClean="0"/>
              <a:t>‹#›</a:t>
            </a:fld>
            <a:endParaRPr lang="zh-CN" altLang="en-US"/>
          </a:p>
        </p:txBody>
      </p:sp>
    </p:spTree>
    <p:extLst>
      <p:ext uri="{BB962C8B-B14F-4D97-AF65-F5344CB8AC3E}">
        <p14:creationId xmlns:p14="http://schemas.microsoft.com/office/powerpoint/2010/main" val="36000800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带描述的全景图片">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A37DF4BE-6F0D-44FE-8FAC-69FF3EDC5C29}" type="datetimeFigureOut">
              <a:rPr lang="zh-CN" altLang="en-US" smtClean="0"/>
              <a:t>2023/12/11</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63CB71C-15E2-4552-8CF6-C6BE0D200A44}" type="slidenum">
              <a:rPr lang="zh-CN" altLang="en-US" smtClean="0"/>
              <a:t>‹#›</a:t>
            </a:fld>
            <a:endParaRPr lang="zh-CN" altLang="en-US"/>
          </a:p>
        </p:txBody>
      </p:sp>
    </p:spTree>
    <p:extLst>
      <p:ext uri="{BB962C8B-B14F-4D97-AF65-F5344CB8AC3E}">
        <p14:creationId xmlns:p14="http://schemas.microsoft.com/office/powerpoint/2010/main" val="2012932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A37DF4BE-6F0D-44FE-8FAC-69FF3EDC5C29}" type="datetimeFigureOut">
              <a:rPr lang="zh-CN" altLang="en-US" smtClean="0"/>
              <a:t>2023/12/11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63CB71C-15E2-4552-8CF6-C6BE0D200A44}" type="slidenum">
              <a:rPr lang="zh-CN" altLang="en-US" smtClean="0"/>
              <a:t>‹#›</a:t>
            </a:fld>
            <a:endParaRPr lang="zh-CN" altLang="en-US"/>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140849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zh-CN" altLang="en-US"/>
              <a:t>单击此处编辑母版标题样式</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A37DF4BE-6F0D-44FE-8FAC-69FF3EDC5C29}" type="datetimeFigureOut">
              <a:rPr lang="zh-CN" altLang="en-US" smtClean="0"/>
              <a:t>2023/12/11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63CB71C-15E2-4552-8CF6-C6BE0D200A44}" type="slidenum">
              <a:rPr lang="zh-CN" altLang="en-US" smtClean="0"/>
              <a:t>‹#›</a:t>
            </a:fld>
            <a:endParaRPr lang="zh-CN" alt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520318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A37DF4BE-6F0D-44FE-8FAC-69FF3EDC5C29}" type="datetimeFigureOut">
              <a:rPr lang="zh-CN" altLang="en-US" smtClean="0"/>
              <a:t>2023/12/11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63CB71C-15E2-4552-8CF6-C6BE0D200A44}" type="slidenum">
              <a:rPr lang="zh-CN" altLang="en-US" smtClean="0"/>
              <a:t>‹#›</a:t>
            </a:fld>
            <a:endParaRPr lang="zh-CN" altLang="en-US"/>
          </a:p>
        </p:txBody>
      </p:sp>
    </p:spTree>
    <p:extLst>
      <p:ext uri="{BB962C8B-B14F-4D97-AF65-F5344CB8AC3E}">
        <p14:creationId xmlns:p14="http://schemas.microsoft.com/office/powerpoint/2010/main" val="28953702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zh-CN" altLang="en-US"/>
              <a:t>单击此处编辑母版标题样式</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A37DF4BE-6F0D-44FE-8FAC-69FF3EDC5C29}" type="datetimeFigureOut">
              <a:rPr lang="zh-CN" altLang="en-US" smtClean="0"/>
              <a:t>2023/12/11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63CB71C-15E2-4552-8CF6-C6BE0D200A44}" type="slidenum">
              <a:rPr lang="zh-CN" altLang="en-US" smtClean="0"/>
              <a:t>‹#›</a:t>
            </a:fld>
            <a:endParaRPr lang="zh-CN" alt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053149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zh-CN" altLang="en-US"/>
              <a:t>单击此处编辑母版标题样式</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A37DF4BE-6F0D-44FE-8FAC-69FF3EDC5C29}" type="datetimeFigureOut">
              <a:rPr lang="zh-CN" altLang="en-US" smtClean="0"/>
              <a:t>2023/12/11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63CB71C-15E2-4552-8CF6-C6BE0D200A44}" type="slidenum">
              <a:rPr lang="zh-CN" altLang="en-US" smtClean="0"/>
              <a:t>‹#›</a:t>
            </a:fld>
            <a:endParaRPr lang="zh-CN" altLang="en-US"/>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9826790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ncho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A37DF4BE-6F0D-44FE-8FAC-69FF3EDC5C29}" type="datetimeFigureOut">
              <a:rPr lang="zh-CN" altLang="en-US" smtClean="0"/>
              <a:t>2023/12/11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63CB71C-15E2-4552-8CF6-C6BE0D200A44}" type="slidenum">
              <a:rPr lang="zh-CN" altLang="en-US" smtClean="0"/>
              <a:t>‹#›</a:t>
            </a:fld>
            <a:endParaRPr lang="zh-CN" alt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417441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A37DF4BE-6F0D-44FE-8FAC-69FF3EDC5C29}" type="datetimeFigureOut">
              <a:rPr lang="zh-CN" altLang="en-US" smtClean="0"/>
              <a:t>2023/12/11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63CB71C-15E2-4552-8CF6-C6BE0D200A44}" type="slidenum">
              <a:rPr lang="zh-CN" altLang="en-US" smtClean="0"/>
              <a:t>‹#›</a:t>
            </a:fld>
            <a:endParaRPr lang="zh-CN" altLang="en-US"/>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630251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A37DF4BE-6F0D-44FE-8FAC-69FF3EDC5C29}" type="datetimeFigureOut">
              <a:rPr lang="zh-CN" altLang="en-US" smtClean="0"/>
              <a:t>2023/12/11</a:t>
            </a:fld>
            <a:endParaRPr lang="zh-CN" alt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zh-CN" alt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063CB71C-15E2-4552-8CF6-C6BE0D200A44}" type="slidenum">
              <a:rPr lang="zh-CN" altLang="en-US" smtClean="0"/>
              <a:t>‹#›</a:t>
            </a:fld>
            <a:endParaRPr lang="zh-CN" altLang="en-US"/>
          </a:p>
        </p:txBody>
      </p:sp>
    </p:spTree>
    <p:extLst>
      <p:ext uri="{BB962C8B-B14F-4D97-AF65-F5344CB8AC3E}">
        <p14:creationId xmlns:p14="http://schemas.microsoft.com/office/powerpoint/2010/main" val="2454287683"/>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 id="2147483738" r:id="rId12"/>
    <p:sldLayoutId id="2147483739" r:id="rId13"/>
    <p:sldLayoutId id="2147483740" r:id="rId14"/>
    <p:sldLayoutId id="2147483741" r:id="rId15"/>
    <p:sldLayoutId id="2147483742" r:id="rId16"/>
    <p:sldLayoutId id="2147483743"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D41492-A79C-1C3E-76F3-8FA122157333}"/>
              </a:ext>
            </a:extLst>
          </p:cNvPr>
          <p:cNvSpPr>
            <a:spLocks noGrp="1"/>
          </p:cNvSpPr>
          <p:nvPr>
            <p:ph type="ctrTitle"/>
          </p:nvPr>
        </p:nvSpPr>
        <p:spPr/>
        <p:txBody>
          <a:bodyPr/>
          <a:lstStyle/>
          <a:p>
            <a:r>
              <a:rPr lang="zh-CN" altLang="en-US" dirty="0"/>
              <a:t>长难句分析</a:t>
            </a:r>
          </a:p>
        </p:txBody>
      </p:sp>
      <p:sp>
        <p:nvSpPr>
          <p:cNvPr id="3" name="副标题 2">
            <a:extLst>
              <a:ext uri="{FF2B5EF4-FFF2-40B4-BE49-F238E27FC236}">
                <a16:creationId xmlns:a16="http://schemas.microsoft.com/office/drawing/2014/main" id="{6B9D38B3-A142-1025-9220-D6835A2FF68E}"/>
              </a:ext>
            </a:extLst>
          </p:cNvPr>
          <p:cNvSpPr>
            <a:spLocks noGrp="1"/>
          </p:cNvSpPr>
          <p:nvPr>
            <p:ph type="subTitle" idx="1"/>
          </p:nvPr>
        </p:nvSpPr>
        <p:spPr/>
        <p:txBody>
          <a:bodyPr/>
          <a:lstStyle/>
          <a:p>
            <a:endParaRPr lang="zh-CN" altLang="en-US" dirty="0"/>
          </a:p>
        </p:txBody>
      </p:sp>
    </p:spTree>
    <p:extLst>
      <p:ext uri="{BB962C8B-B14F-4D97-AF65-F5344CB8AC3E}">
        <p14:creationId xmlns:p14="http://schemas.microsoft.com/office/powerpoint/2010/main" val="37633907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9157349-50D8-27B9-A6A3-12C2FB8BA682}"/>
              </a:ext>
            </a:extLst>
          </p:cNvPr>
          <p:cNvSpPr>
            <a:spLocks noGrp="1"/>
          </p:cNvSpPr>
          <p:nvPr>
            <p:ph type="title"/>
          </p:nvPr>
        </p:nvSpPr>
        <p:spPr>
          <a:xfrm>
            <a:off x="1295402" y="982132"/>
            <a:ext cx="9601196" cy="1303867"/>
          </a:xfrm>
        </p:spPr>
        <p:txBody>
          <a:bodyPr>
            <a:normAutofit/>
          </a:bodyPr>
          <a:lstStyle/>
          <a:p>
            <a:pPr algn="l"/>
            <a:r>
              <a:rPr lang="en-US" altLang="zh-CN" sz="2400" dirty="0"/>
              <a:t>1. When they were gone, Elizabeth, as if intending to </a:t>
            </a:r>
            <a:r>
              <a:rPr lang="en-US" altLang="zh-CN" sz="2400" dirty="0" err="1"/>
              <a:t>exasperateherself</a:t>
            </a:r>
            <a:r>
              <a:rPr lang="en-US" altLang="zh-CN" sz="2400" dirty="0"/>
              <a:t> as much as possible against Mr. Darcy, chose for </a:t>
            </a:r>
            <a:r>
              <a:rPr lang="en-US" altLang="zh-CN" sz="2400" dirty="0" err="1"/>
              <a:t>heremployment</a:t>
            </a:r>
            <a:r>
              <a:rPr lang="en-US" altLang="zh-CN" sz="2400" dirty="0"/>
              <a:t> the examination of all the letters which Jane </a:t>
            </a:r>
            <a:r>
              <a:rPr lang="en-US" altLang="zh-CN" sz="2400" dirty="0" err="1"/>
              <a:t>hadwritten</a:t>
            </a:r>
            <a:r>
              <a:rPr lang="en-US" altLang="zh-CN" sz="2400" dirty="0"/>
              <a:t> to her since her being in Kent. </a:t>
            </a:r>
            <a:endParaRPr lang="zh-CN" altLang="en-US" sz="2400" dirty="0"/>
          </a:p>
        </p:txBody>
      </p:sp>
      <p:sp>
        <p:nvSpPr>
          <p:cNvPr id="3" name="内容占位符 2">
            <a:extLst>
              <a:ext uri="{FF2B5EF4-FFF2-40B4-BE49-F238E27FC236}">
                <a16:creationId xmlns:a16="http://schemas.microsoft.com/office/drawing/2014/main" id="{BFB57056-2D40-5812-310B-DA27E291FF4E}"/>
              </a:ext>
            </a:extLst>
          </p:cNvPr>
          <p:cNvSpPr>
            <a:spLocks noGrp="1"/>
          </p:cNvSpPr>
          <p:nvPr>
            <p:ph idx="1"/>
          </p:nvPr>
        </p:nvSpPr>
        <p:spPr/>
        <p:txBody>
          <a:bodyPr/>
          <a:lstStyle/>
          <a:p>
            <a:r>
              <a:rPr lang="en-US" altLang="zh-CN" dirty="0" err="1"/>
              <a:t>WHY:</a:t>
            </a:r>
            <a:r>
              <a:rPr lang="en-US" altLang="zh-CN" dirty="0" err="1">
                <a:effectLst/>
                <a:latin typeface="Segoe UI Web (West European)"/>
              </a:rPr>
              <a:t>Why</a:t>
            </a:r>
            <a:r>
              <a:rPr lang="en-US" altLang="zh-CN" dirty="0">
                <a:effectLst/>
                <a:latin typeface="Segoe UI Web (West European)"/>
              </a:rPr>
              <a:t> Elizabeth chose to examine all the letters Jane had written to her since she was in Kent?</a:t>
            </a:r>
          </a:p>
          <a:p>
            <a:r>
              <a:rPr lang="en-US" altLang="zh-CN" dirty="0" err="1">
                <a:latin typeface="Segoe UI Variable Display Semil" pitchFamily="2" charset="0"/>
              </a:rPr>
              <a:t>HOW</a:t>
            </a:r>
            <a:r>
              <a:rPr lang="en-US" altLang="zh-CN" dirty="0" err="1">
                <a:latin typeface="Segoe UI Web (West European)"/>
              </a:rPr>
              <a:t>:</a:t>
            </a:r>
            <a:r>
              <a:rPr lang="en-US" altLang="zh-CN" dirty="0" err="1">
                <a:effectLst/>
                <a:latin typeface="Segoe UI Web (West European)"/>
              </a:rPr>
              <a:t>How</a:t>
            </a:r>
            <a:r>
              <a:rPr lang="en-US" altLang="zh-CN" dirty="0">
                <a:effectLst/>
                <a:latin typeface="Segoe UI Web (West European)"/>
              </a:rPr>
              <a:t> did Elizabeth intend to provoke Mr. Darcy as much as possible?</a:t>
            </a:r>
          </a:p>
          <a:p>
            <a:endParaRPr lang="en-US" altLang="zh-CN" dirty="0">
              <a:effectLst/>
              <a:latin typeface="Segoe UI Web (West European)"/>
            </a:endParaRPr>
          </a:p>
          <a:p>
            <a:endParaRPr lang="zh-CN" altLang="en-US" dirty="0"/>
          </a:p>
        </p:txBody>
      </p:sp>
    </p:spTree>
    <p:extLst>
      <p:ext uri="{BB962C8B-B14F-4D97-AF65-F5344CB8AC3E}">
        <p14:creationId xmlns:p14="http://schemas.microsoft.com/office/powerpoint/2010/main" val="16488870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2684059-6520-1D34-6D80-DBD3C7A2CDAE}"/>
              </a:ext>
            </a:extLst>
          </p:cNvPr>
          <p:cNvSpPr>
            <a:spLocks noGrp="1"/>
          </p:cNvSpPr>
          <p:nvPr>
            <p:ph type="title"/>
          </p:nvPr>
        </p:nvSpPr>
        <p:spPr>
          <a:xfrm>
            <a:off x="1295402" y="403123"/>
            <a:ext cx="9601196" cy="2536721"/>
          </a:xfrm>
        </p:spPr>
        <p:txBody>
          <a:bodyPr>
            <a:noAutofit/>
          </a:bodyPr>
          <a:lstStyle/>
          <a:p>
            <a:pPr algn="l"/>
            <a:r>
              <a:rPr lang="en-US" altLang="zh-CN" sz="2400" dirty="0"/>
              <a:t>2.But in all, and in almost </a:t>
            </a:r>
            <a:r>
              <a:rPr lang="en-US" altLang="zh-CN" sz="2400" dirty="0" err="1"/>
              <a:t>everyline</a:t>
            </a:r>
            <a:r>
              <a:rPr lang="en-US" altLang="zh-CN" sz="2400" dirty="0"/>
              <a:t> of each, there was a want of that cheerfulness which had </a:t>
            </a:r>
            <a:r>
              <a:rPr lang="en-US" altLang="zh-CN" sz="2400" dirty="0" err="1"/>
              <a:t>beenused</a:t>
            </a:r>
            <a:r>
              <a:rPr lang="en-US" altLang="zh-CN" sz="2400" dirty="0"/>
              <a:t> to characterize her style, and which, proceeding from </a:t>
            </a:r>
            <a:r>
              <a:rPr lang="en-US" altLang="zh-CN" sz="2400" dirty="0" err="1"/>
              <a:t>theserenity</a:t>
            </a:r>
            <a:r>
              <a:rPr lang="en-US" altLang="zh-CN" sz="2400" dirty="0"/>
              <a:t> of a mind at ease with itself, and kindly disposed </a:t>
            </a:r>
            <a:r>
              <a:rPr lang="en-US" altLang="zh-CN" sz="2400" dirty="0" err="1"/>
              <a:t>towardsevery</a:t>
            </a:r>
            <a:r>
              <a:rPr lang="en-US" altLang="zh-CN" sz="2400" dirty="0"/>
              <a:t> one, had been scarcely ever clouded, Elizabeth noticed </a:t>
            </a:r>
            <a:r>
              <a:rPr lang="en-US" altLang="zh-CN" sz="2400" dirty="0" err="1"/>
              <a:t>everysentence</a:t>
            </a:r>
            <a:r>
              <a:rPr lang="en-US" altLang="zh-CN" sz="2400" dirty="0"/>
              <a:t> </a:t>
            </a:r>
            <a:r>
              <a:rPr lang="en-US" altLang="zh-CN" sz="2400" dirty="0" err="1"/>
              <a:t>conyeying</a:t>
            </a:r>
            <a:r>
              <a:rPr lang="en-US" altLang="zh-CN" sz="2400" dirty="0"/>
              <a:t> the idea of uneasiness, with an attention </a:t>
            </a:r>
            <a:r>
              <a:rPr lang="en-US" altLang="zh-CN" sz="2400" dirty="0" err="1"/>
              <a:t>whichit</a:t>
            </a:r>
            <a:r>
              <a:rPr lang="en-US" altLang="zh-CN" sz="2400" dirty="0"/>
              <a:t> had hardly received on the first perusal</a:t>
            </a:r>
            <a:endParaRPr lang="zh-CN" altLang="en-US" sz="2400" dirty="0"/>
          </a:p>
        </p:txBody>
      </p:sp>
      <p:sp>
        <p:nvSpPr>
          <p:cNvPr id="3" name="内容占位符 2">
            <a:extLst>
              <a:ext uri="{FF2B5EF4-FFF2-40B4-BE49-F238E27FC236}">
                <a16:creationId xmlns:a16="http://schemas.microsoft.com/office/drawing/2014/main" id="{FC78B61F-6E55-72EA-9B3E-70B12BB22179}"/>
              </a:ext>
            </a:extLst>
          </p:cNvPr>
          <p:cNvSpPr>
            <a:spLocks noGrp="1"/>
          </p:cNvSpPr>
          <p:nvPr>
            <p:ph idx="1"/>
          </p:nvPr>
        </p:nvSpPr>
        <p:spPr>
          <a:xfrm>
            <a:off x="1295401" y="3429000"/>
            <a:ext cx="9601196" cy="2446868"/>
          </a:xfrm>
        </p:spPr>
        <p:txBody>
          <a:bodyPr/>
          <a:lstStyle/>
          <a:p>
            <a:r>
              <a:rPr lang="en-US" altLang="zh-CN" dirty="0"/>
              <a:t>WHY:</a:t>
            </a:r>
            <a:endParaRPr lang="zh-CN" altLang="en-US" dirty="0"/>
          </a:p>
        </p:txBody>
      </p:sp>
    </p:spTree>
    <p:extLst>
      <p:ext uri="{BB962C8B-B14F-4D97-AF65-F5344CB8AC3E}">
        <p14:creationId xmlns:p14="http://schemas.microsoft.com/office/powerpoint/2010/main" val="1860247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E68C6FE-90F2-E77A-5A24-2835440CDD0F}"/>
              </a:ext>
            </a:extLst>
          </p:cNvPr>
          <p:cNvSpPr>
            <a:spLocks noGrp="1"/>
          </p:cNvSpPr>
          <p:nvPr>
            <p:ph type="title"/>
          </p:nvPr>
        </p:nvSpPr>
        <p:spPr/>
        <p:txBody>
          <a:bodyPr>
            <a:normAutofit fontScale="90000"/>
          </a:bodyPr>
          <a:lstStyle/>
          <a:p>
            <a:pPr algn="l"/>
            <a:r>
              <a:rPr lang="en-US" altLang="zh-CN" sz="2700" dirty="0"/>
              <a:t>3.It was some consolation to </a:t>
            </a:r>
            <a:r>
              <a:rPr lang="en-US" altLang="zh-CN" sz="2700" dirty="0" err="1"/>
              <a:t>thinkthat</a:t>
            </a:r>
            <a:r>
              <a:rPr lang="en-US" altLang="zh-CN" sz="2700" dirty="0"/>
              <a:t> his visit to </a:t>
            </a:r>
            <a:r>
              <a:rPr lang="en-US" altLang="zh-CN" sz="2700" dirty="0" err="1"/>
              <a:t>Rosings</a:t>
            </a:r>
            <a:r>
              <a:rPr lang="en-US" altLang="zh-CN" sz="2700" dirty="0"/>
              <a:t> was to end on the day after the next, and a still greater, that in less than a fortnight she should herself be </a:t>
            </a:r>
            <a:r>
              <a:rPr lang="en-US" altLang="zh-CN" sz="2700" dirty="0" err="1"/>
              <a:t>witane</a:t>
            </a:r>
            <a:r>
              <a:rPr lang="en-US" altLang="zh-CN" sz="2700" dirty="0"/>
              <a:t> again, and enabled to contribute to the recovery of her </a:t>
            </a:r>
            <a:r>
              <a:rPr lang="en-US" altLang="zh-CN" sz="2700" dirty="0" err="1"/>
              <a:t>spiritsby</a:t>
            </a:r>
            <a:r>
              <a:rPr lang="en-US" altLang="zh-CN" sz="2700" dirty="0"/>
              <a:t> all that affection could do</a:t>
            </a:r>
            <a:r>
              <a:rPr lang="en-US" altLang="zh-CN" dirty="0"/>
              <a:t>.</a:t>
            </a:r>
            <a:endParaRPr lang="zh-CN" altLang="en-US" dirty="0"/>
          </a:p>
        </p:txBody>
      </p:sp>
      <p:sp>
        <p:nvSpPr>
          <p:cNvPr id="3" name="内容占位符 2">
            <a:extLst>
              <a:ext uri="{FF2B5EF4-FFF2-40B4-BE49-F238E27FC236}">
                <a16:creationId xmlns:a16="http://schemas.microsoft.com/office/drawing/2014/main" id="{AC08A62E-8198-6E09-C316-FE44F6315A29}"/>
              </a:ext>
            </a:extLst>
          </p:cNvPr>
          <p:cNvSpPr>
            <a:spLocks noGrp="1"/>
          </p:cNvSpPr>
          <p:nvPr>
            <p:ph idx="1"/>
          </p:nvPr>
        </p:nvSpPr>
        <p:spPr/>
        <p:txBody>
          <a:bodyPr/>
          <a:lstStyle/>
          <a:p>
            <a:r>
              <a:rPr lang="en-US" altLang="zh-CN" dirty="0" err="1"/>
              <a:t>WHY:</a:t>
            </a:r>
            <a:r>
              <a:rPr lang="en-US" altLang="zh-CN" dirty="0" err="1">
                <a:effectLst/>
                <a:latin typeface="Segoe UI Web (West European)"/>
              </a:rPr>
              <a:t>Why</a:t>
            </a:r>
            <a:r>
              <a:rPr lang="en-US" altLang="zh-CN" dirty="0">
                <a:effectLst/>
                <a:latin typeface="Segoe UI Web (West European)"/>
              </a:rPr>
              <a:t> does she feel more comforted?</a:t>
            </a:r>
          </a:p>
          <a:p>
            <a:r>
              <a:rPr lang="en-US" altLang="zh-CN" dirty="0" err="1"/>
              <a:t>HOW:</a:t>
            </a:r>
            <a:r>
              <a:rPr lang="en-US" altLang="zh-CN" dirty="0" err="1">
                <a:effectLst/>
                <a:latin typeface="Segoe UI Web (West European)"/>
              </a:rPr>
              <a:t>How</a:t>
            </a:r>
            <a:r>
              <a:rPr lang="en-US" altLang="zh-CN">
                <a:effectLst/>
                <a:latin typeface="Segoe UI Web (West European)"/>
              </a:rPr>
              <a:t> did she contribute to her spiritual recovery?</a:t>
            </a:r>
          </a:p>
          <a:p>
            <a:endParaRPr lang="zh-CN" altLang="en-US" dirty="0"/>
          </a:p>
        </p:txBody>
      </p:sp>
    </p:spTree>
    <p:extLst>
      <p:ext uri="{BB962C8B-B14F-4D97-AF65-F5344CB8AC3E}">
        <p14:creationId xmlns:p14="http://schemas.microsoft.com/office/powerpoint/2010/main" val="3970613250"/>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环保">
  <a:themeElements>
    <a:clrScheme name="环保">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环保">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环保">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15</TotalTime>
  <Words>236</Words>
  <Application>Microsoft Office PowerPoint</Application>
  <PresentationFormat>宽屏</PresentationFormat>
  <Paragraphs>9</Paragraphs>
  <Slides>4</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4</vt:i4>
      </vt:variant>
    </vt:vector>
  </HeadingPairs>
  <TitlesOfParts>
    <vt:vector size="9" baseType="lpstr">
      <vt:lpstr>Segoe UI Web (West European)</vt:lpstr>
      <vt:lpstr>Arial</vt:lpstr>
      <vt:lpstr>Garamond</vt:lpstr>
      <vt:lpstr>Segoe UI Variable Display Semil</vt:lpstr>
      <vt:lpstr>环保</vt:lpstr>
      <vt:lpstr>长难句分析</vt:lpstr>
      <vt:lpstr>1. When they were gone, Elizabeth, as if intending to exasperateherself as much as possible against Mr. Darcy, chose for heremployment the examination of all the letters which Jane hadwritten to her since her being in Kent. </vt:lpstr>
      <vt:lpstr>2.But in all, and in almost everyline of each, there was a want of that cheerfulness which had beenused to characterize her style, and which, proceeding from theserenity of a mind at ease with itself, and kindly disposed towardsevery one, had been scarcely ever clouded, Elizabeth noticed everysentence conyeying the idea of uneasiness, with an attention whichit had hardly received on the first perusal</vt:lpstr>
      <vt:lpstr>3.It was some consolation to thinkthat his visit to Rosings was to end on the day after the next, and a still greater, that in less than a fortnight she should herself be witane again, and enabled to contribute to the recovery of her spiritsby all that affection could do.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长难句分析</dc:title>
  <dc:creator>提莫 赵</dc:creator>
  <cp:lastModifiedBy>提莫 赵</cp:lastModifiedBy>
  <cp:revision>1</cp:revision>
  <dcterms:created xsi:type="dcterms:W3CDTF">2023-12-11T09:47:30Z</dcterms:created>
  <dcterms:modified xsi:type="dcterms:W3CDTF">2023-12-11T10:02:56Z</dcterms:modified>
</cp:coreProperties>
</file>