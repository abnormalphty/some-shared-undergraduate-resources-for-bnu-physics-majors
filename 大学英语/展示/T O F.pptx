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6" autoAdjust="0"/>
    <p:restoredTop sz="94660"/>
  </p:normalViewPr>
  <p:slideViewPr>
    <p:cSldViewPr>
      <p:cViewPr varScale="1">
        <p:scale>
          <a:sx n="95" d="100"/>
          <a:sy n="95" d="100"/>
        </p:scale>
        <p:origin x="-624" y="-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99000">
              <a:schemeClr val="accent2">
                <a:lumMod val="20000"/>
                <a:lumOff val="80000"/>
                <a:alpha val="5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99000">
              <a:schemeClr val="accent2">
                <a:lumMod val="20000"/>
                <a:lumOff val="80000"/>
                <a:alpha val="5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99000">
              <a:schemeClr val="accent2">
                <a:lumMod val="20000"/>
                <a:lumOff val="80000"/>
                <a:alpha val="5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548235"/>
      </a:accent1>
      <a:accent2>
        <a:srgbClr val="38572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宋体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asus</cp:lastModifiedBy>
  <cp:revision>1</cp:revision>
  <dcterms:modified xsi:type="dcterms:W3CDTF">2023-12-11T09:33:27Z</dcterms:modified>
</cp:coreProperties>
</file>