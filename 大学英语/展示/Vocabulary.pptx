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9" r:id="rId2"/>
    <p:sldId id="270" r:id="rId3"/>
    <p:sldId id="27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39A90-21E5-4816-BC33-E32FBCD33ED4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88DD6-8595-4F49-A30F-9FFF69FB7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4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228C1-85D0-1DEB-D407-EC1B11830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ECC0B7-1A77-239C-F52D-53719CCF5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28226C-3942-53DA-774D-37A34590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86CD69-CCB4-43D3-D201-6B6E0FDE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03E6D-EFB6-4839-6F2F-2F8B3B4B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92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68327-9C19-0358-607E-CD184462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A1AFD5-C432-152F-A72A-0BC3BCACA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F1079-9A82-8945-BA4F-C3B1B3D8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9BE07-BAE7-D6C7-AF18-C6F8DF914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CDE1D1-F4FB-65ED-89AD-D7D60BA8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33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EFC94-959A-F2A7-37E9-C1C96F91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153C2-A9E1-DF85-CC51-F83CF259A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A4A51F-273B-143E-E710-0627E4FB0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AC825-3012-905D-982E-99AD4BB7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B8C567-AAF4-AEB0-A1D6-5F61CFA8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5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81A6A-3F52-FE52-ED89-14213EA4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F5480-A691-9EBB-A140-494C05306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99B14A-3429-F9B6-ABF4-8C7FF6F03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F35237-333D-9CDE-3032-930DE162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584FCB-8215-E528-5FBA-9591A7FD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5B7A2C-E47B-791B-A766-8B1520E6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6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66F95-5C83-8177-065C-4C761BC26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D76258-9DAE-98F4-90F9-964F2613D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E884B4-1781-E3A4-4E39-D7482D331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FAEA0F-00FB-45AC-D939-AB1F73577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0DCF9A-FB07-8D36-3919-9AF396789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D91D1B-B490-BE2C-1920-C7FF890C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D4363C-FEFB-BEC6-CCCD-743464E0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6916C5-4A93-C8D8-B21A-ABC8A659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46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BA546-D27A-3DAD-DD02-D3F74ED6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AA17EA-E6DB-67D8-8507-A7A10CDC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2C491B-168A-A2DF-6B93-E48DE76A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513C94-6246-EEC7-8E5E-BCADE950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52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99D1A4-3E8B-B12C-759A-F88B39CE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711EB4-F4CC-9602-6CFA-C24DE556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4AB4B-FF73-5568-5C82-60BBB882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80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32BD3-2AAE-0170-FB74-9457C010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A931DF-A8B3-B3A9-4DB3-BFE7DFC61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82E763-9BF7-F93B-6367-09E5DFA9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8660F3-4928-9FA8-F4EE-D10E5218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5A2E38-20F9-5C36-E41F-416CD09B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5545F3-F105-1D10-F18D-4B62520F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93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76562-F688-43C4-8965-8C09B389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2630BC-5264-BECF-9C15-0BA26433C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F5486F-040C-AA9E-D34A-A4DD86E58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FD8024-247C-0A7F-7F8A-893C517B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64BBDC-DBB9-EF5E-DE30-8A26B826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34B3D0-05BB-E8B7-7D04-8D5D5576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09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F33E1-0966-D3BD-E006-1F99B713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19FAE0-0930-D6E4-E1B5-ECC663B56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1FDB6-A648-8E5C-013B-F4911A3F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0187-F36B-8510-7B65-B1B308F3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3D8FC-8AF5-3D08-738E-5A2769A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2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AA05EF-5419-14C4-E8A5-A56133C96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40BB34-0E7B-D3A2-DBC4-99C10AAE1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C058C-B4AE-06D3-02A2-4E850E6A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5EA3A-7DB9-5054-CF70-E3F60507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3EE602-11AA-2E42-969D-9AA4489EA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03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75620D-B3E9-AACE-4348-31113A2E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2E5E57-6126-D648-41D6-91A16AE09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1D420-2518-CF90-5BB6-F5DCF127F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1866-BE2F-4174-94F9-6214B42DDF7E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4E193-DE3C-40FF-05AB-302A0F8B4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2A89A-AACC-F831-7675-E68D938E4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6D590-58B9-4339-8F02-FD5C4C37D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69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68BD315-DE82-FD68-193E-A0D9F496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6600" dirty="0">
                <a:solidFill>
                  <a:schemeClr val="bg1"/>
                </a:solidFill>
              </a:rPr>
              <a:t>V</a:t>
            </a:r>
            <a:r>
              <a:rPr lang="en-US" altLang="zh-CN" sz="6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ocabulary</a:t>
            </a:r>
            <a:endParaRPr lang="zh-CN" altLang="en-US" sz="6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80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黄色背景上的感叹号">
            <a:extLst>
              <a:ext uri="{FF2B5EF4-FFF2-40B4-BE49-F238E27FC236}">
                <a16:creationId xmlns:a16="http://schemas.microsoft.com/office/drawing/2014/main" id="{4ADA5458-F9BE-A4AF-73ED-F5BAD6D4B7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500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F8735-48E8-D9FA-C85C-2D6341E9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836046"/>
            <a:ext cx="10515600" cy="4176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Charming-/ˈ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tʃɑːrmɪŋ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/ 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迷人的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She had a charming smile that could light up a room.</a:t>
            </a:r>
            <a:endParaRPr lang="zh-CN" altLang="en-US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Bestowed -/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bɪˈstoʊd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/-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赠予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The queen bestowed a prestigious title upon the brave knight.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Inclined - /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ɪnˈklaɪnd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/ 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倾向于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I am inclined to believe that he is telling the truth.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Consolation -/ˌ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kɑːnsəˈleɪʃən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/-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安慰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After her loss, her friends offered words of consolation to ease her pain.</a:t>
            </a:r>
            <a:endParaRPr lang="zh-CN" altLang="en-US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Cordiality -/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kɔːrˈdʒiːæləti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/-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热情友好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The cordiality between the two leaders was evident during their meeting.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Loyal -/ˈ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lɔɪəl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/-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忠诚的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Despite facing many challenges, he remained loyal to his friends and family.</a:t>
            </a:r>
            <a:endParaRPr lang="zh-CN" altLang="en-US" sz="2400" dirty="0">
              <a:solidFill>
                <a:schemeClr val="bg1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0130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黄色背景上的感叹号">
            <a:extLst>
              <a:ext uri="{FF2B5EF4-FFF2-40B4-BE49-F238E27FC236}">
                <a16:creationId xmlns:a16="http://schemas.microsoft.com/office/drawing/2014/main" id="{C1592388-1532-E8EE-ED53-45F6753F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5000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4A484-89EB-085D-B5F6-EC7A33797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" y="376053"/>
            <a:ext cx="10515600" cy="4176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Fortune -[ˈ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fɔːrtʃuːn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]-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财产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Despite his great fortune, he still felt a sense of inferiority compared to his successful peers.</a:t>
            </a:r>
            <a:endParaRPr lang="zh-CN" altLang="en-US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Acute -[ˈ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fɔːrtʃuːn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]-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剧烈的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The patient experienced an acute pain in his chest, which required immediate medical attention.</a:t>
            </a: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Derision -[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dɪˈrɪʒən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]-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嘲笑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The comedian's jokes were met with derision from the audience, who found them unfunny and distasteful.</a:t>
            </a: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Contempt -[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kənˈtɛmpt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]-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蔑视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She couldn't hide her contempt for the arrogant politician, rolling her eyes whenever he spoke.</a:t>
            </a:r>
          </a:p>
          <a:p>
            <a:pPr marL="0" indent="0" algn="l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Ridicule -[ˈ</a:t>
            </a:r>
            <a:r>
              <a:rPr lang="en-US" altLang="zh-CN" sz="2400" dirty="0" err="1">
                <a:solidFill>
                  <a:schemeClr val="bg1"/>
                </a:solidFill>
                <a:latin typeface="-apple-system"/>
              </a:rPr>
              <a:t>rɪdɪkjuːl</a:t>
            </a: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]- </a:t>
            </a:r>
            <a:r>
              <a:rPr lang="zh-CN" altLang="en-US" sz="2400" dirty="0">
                <a:solidFill>
                  <a:schemeClr val="bg1"/>
                </a:solidFill>
                <a:latin typeface="-apple-system"/>
              </a:rPr>
              <a:t>嘲笑</a:t>
            </a:r>
            <a:endParaRPr lang="en-US" altLang="zh-CN" sz="2400" dirty="0">
              <a:solidFill>
                <a:schemeClr val="bg1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  <a:latin typeface="-apple-system"/>
              </a:rPr>
              <a:t>    The class bully would often ridicule his classmates, making fun of their appearance or academic abilities.</a:t>
            </a:r>
            <a:endParaRPr lang="zh-CN" altLang="en-US" sz="2400" dirty="0">
              <a:solidFill>
                <a:schemeClr val="bg1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bg1"/>
              </a:solidFill>
              <a:latin typeface="-apple-system"/>
            </a:endParaRPr>
          </a:p>
          <a:p>
            <a:pPr marL="0" indent="0" algn="l">
              <a:buNone/>
            </a:pPr>
            <a:endParaRPr lang="zh-CN" altLang="en-US" sz="24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0695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257</Words>
  <Application>Microsoft Office PowerPoint</Application>
  <PresentationFormat>宽屏</PresentationFormat>
  <Paragraphs>23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-apple-system</vt:lpstr>
      <vt:lpstr>等线</vt:lpstr>
      <vt:lpstr>等线 Light</vt:lpstr>
      <vt:lpstr>Arial</vt:lpstr>
      <vt:lpstr>Office 主题​​</vt:lpstr>
      <vt:lpstr>Vocabulary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显杰 唐</dc:creator>
  <cp:lastModifiedBy>软 微</cp:lastModifiedBy>
  <cp:revision>11</cp:revision>
  <dcterms:created xsi:type="dcterms:W3CDTF">2023-12-08T11:20:44Z</dcterms:created>
  <dcterms:modified xsi:type="dcterms:W3CDTF">2023-12-12T08:34:33Z</dcterms:modified>
</cp:coreProperties>
</file>