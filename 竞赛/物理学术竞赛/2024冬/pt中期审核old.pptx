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57" r:id="rId2"/>
    <p:sldId id="281" r:id="rId3"/>
    <p:sldId id="258" r:id="rId4"/>
    <p:sldId id="263" r:id="rId5"/>
    <p:sldId id="277" r:id="rId6"/>
    <p:sldId id="285" r:id="rId7"/>
    <p:sldId id="266" r:id="rId8"/>
    <p:sldId id="284" r:id="rId9"/>
    <p:sldId id="286" r:id="rId10"/>
    <p:sldId id="278" r:id="rId11"/>
    <p:sldId id="287" r:id="rId12"/>
    <p:sldId id="288" r:id="rId13"/>
    <p:sldId id="289" r:id="rId14"/>
    <p:sldId id="290" r:id="rId15"/>
    <p:sldId id="279" r:id="rId16"/>
    <p:sldId id="273" r:id="rId17"/>
    <p:sldId id="275" r:id="rId18"/>
    <p:sldId id="274" r:id="rId19"/>
    <p:sldId id="283" r:id="rId20"/>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546A"/>
    <a:srgbClr val="35669B"/>
    <a:srgbClr val="528E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8" autoAdjust="0"/>
    <p:restoredTop sz="94660"/>
  </p:normalViewPr>
  <p:slideViewPr>
    <p:cSldViewPr snapToGrid="0" showGuides="1">
      <p:cViewPr>
        <p:scale>
          <a:sx n="75" d="100"/>
          <a:sy n="75" d="100"/>
        </p:scale>
        <p:origin x="832" y="504"/>
      </p:cViewPr>
      <p:guideLst>
        <p:guide orient="horz" pos="2160"/>
        <p:guide pos="3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2024/1/24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FB9C5-D2B3-4953-8567-EA53C1F1B040}" type="datetimeFigureOut">
              <a:rPr lang="zh-CN" altLang="en-US" smtClean="0"/>
              <a:t>2024/1/24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7CF359-6995-43D0-814D-C37784FFDC9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6</a:t>
            </a:fld>
            <a:endParaRPr lang="zh-CN" altLang="en-US"/>
          </a:p>
        </p:txBody>
      </p:sp>
    </p:spTree>
    <p:extLst>
      <p:ext uri="{BB962C8B-B14F-4D97-AF65-F5344CB8AC3E}">
        <p14:creationId xmlns:p14="http://schemas.microsoft.com/office/powerpoint/2010/main" val="1573405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8</a:t>
            </a:fld>
            <a:endParaRPr lang="zh-CN" altLang="en-US"/>
          </a:p>
        </p:txBody>
      </p:sp>
    </p:spTree>
    <p:extLst>
      <p:ext uri="{BB962C8B-B14F-4D97-AF65-F5344CB8AC3E}">
        <p14:creationId xmlns:p14="http://schemas.microsoft.com/office/powerpoint/2010/main" val="11938464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9</a:t>
            </a:fld>
            <a:endParaRPr lang="zh-CN" altLang="en-US"/>
          </a:p>
        </p:txBody>
      </p:sp>
    </p:spTree>
    <p:extLst>
      <p:ext uri="{BB962C8B-B14F-4D97-AF65-F5344CB8AC3E}">
        <p14:creationId xmlns:p14="http://schemas.microsoft.com/office/powerpoint/2010/main" val="25978371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10</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11</a:t>
            </a:fld>
            <a:endParaRPr lang="zh-CN" altLang="en-US"/>
          </a:p>
        </p:txBody>
      </p:sp>
    </p:spTree>
    <p:extLst>
      <p:ext uri="{BB962C8B-B14F-4D97-AF65-F5344CB8AC3E}">
        <p14:creationId xmlns:p14="http://schemas.microsoft.com/office/powerpoint/2010/main" val="3511363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12</a:t>
            </a:fld>
            <a:endParaRPr lang="zh-CN" altLang="en-US"/>
          </a:p>
        </p:txBody>
      </p:sp>
    </p:spTree>
    <p:extLst>
      <p:ext uri="{BB962C8B-B14F-4D97-AF65-F5344CB8AC3E}">
        <p14:creationId xmlns:p14="http://schemas.microsoft.com/office/powerpoint/2010/main" val="30331716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13</a:t>
            </a:fld>
            <a:endParaRPr lang="zh-CN" altLang="en-US"/>
          </a:p>
        </p:txBody>
      </p:sp>
    </p:spTree>
    <p:extLst>
      <p:ext uri="{BB962C8B-B14F-4D97-AF65-F5344CB8AC3E}">
        <p14:creationId xmlns:p14="http://schemas.microsoft.com/office/powerpoint/2010/main" val="1254405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14</a:t>
            </a:fld>
            <a:endParaRPr lang="zh-CN" altLang="en-US"/>
          </a:p>
        </p:txBody>
      </p:sp>
    </p:spTree>
    <p:extLst>
      <p:ext uri="{BB962C8B-B14F-4D97-AF65-F5344CB8AC3E}">
        <p14:creationId xmlns:p14="http://schemas.microsoft.com/office/powerpoint/2010/main" val="3387851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16</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E7CF359-6995-43D0-814D-C37784FFDC90}" type="slidenum">
              <a:rPr lang="zh-CN" altLang="en-US" smtClean="0"/>
              <a:t>19</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4D8D37F-46AE-4CE4-B8B7-2ACA69C03931}" type="datetimeFigureOut">
              <a:rPr lang="zh-CN" altLang="en-US" smtClean="0"/>
              <a:t>2024/1/24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9AEEBA8-9787-4325-A305-CC6A8C53B1D4}" type="slidenum">
              <a:rPr lang="zh-CN" altLang="en-US" smtClean="0"/>
              <a:t>‹#›</a:t>
            </a:fld>
            <a:endParaRPr lang="zh-CN" altLang="en-US"/>
          </a:p>
        </p:txBody>
      </p:sp>
    </p:spTree>
  </p:cSld>
  <p:clrMapOvr>
    <a:masterClrMapping/>
  </p:clrMapOvr>
  <p:transition advTm="1000">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8D37F-46AE-4CE4-B8B7-2ACA69C03931}" type="datetimeFigureOut">
              <a:rPr lang="zh-CN" altLang="en-US" smtClean="0"/>
              <a:t>2024/1/24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AEEBA8-9787-4325-A305-CC6A8C53B1D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Tm="1000">
    <p:dissolv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video2.mp4" TargetMode="External"/><Relationship Id="rId5" Type="http://schemas.openxmlformats.org/officeDocument/2006/relationships/hyperlink" Target="video1.mp4" TargetMode="Externa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12140" y="2600325"/>
            <a:ext cx="6232525" cy="768350"/>
          </a:xfrm>
          <a:prstGeom prst="rect">
            <a:avLst/>
          </a:prstGeom>
          <a:noFill/>
        </p:spPr>
        <p:txBody>
          <a:bodyPr wrap="square" rtlCol="0">
            <a:spAutoFit/>
          </a:bodyPr>
          <a:lstStyle/>
          <a:p>
            <a:pPr algn="l"/>
            <a:r>
              <a:rPr lang="en-US" altLang="zh-CN" sz="4400" dirty="0">
                <a:solidFill>
                  <a:srgbClr val="44546A"/>
                </a:solidFill>
                <a:latin typeface="微软雅黑" panose="020B0503020204020204" pitchFamily="34" charset="-122"/>
                <a:ea typeface="微软雅黑" panose="020B0503020204020204" pitchFamily="34" charset="-122"/>
              </a:rPr>
              <a:t>PT</a:t>
            </a:r>
            <a:r>
              <a:rPr lang="zh-CN" altLang="en-US" sz="4400" dirty="0">
                <a:solidFill>
                  <a:srgbClr val="44546A"/>
                </a:solidFill>
                <a:latin typeface="微软雅黑" panose="020B0503020204020204" pitchFamily="34" charset="-122"/>
                <a:ea typeface="微软雅黑" panose="020B0503020204020204" pitchFamily="34" charset="-122"/>
              </a:rPr>
              <a:t>纯纯完蛋队中期审核</a:t>
            </a:r>
          </a:p>
        </p:txBody>
      </p:sp>
      <p:cxnSp>
        <p:nvCxnSpPr>
          <p:cNvPr id="9" name="直接连接符 8"/>
          <p:cNvCxnSpPr/>
          <p:nvPr/>
        </p:nvCxnSpPr>
        <p:spPr>
          <a:xfrm>
            <a:off x="787471" y="3493394"/>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00000">
            <a:off x="5321357" y="-681664"/>
            <a:ext cx="8369840" cy="7700933"/>
          </a:xfrm>
          <a:prstGeom prst="rect">
            <a:avLst/>
          </a:prstGeom>
        </p:spPr>
      </p:pic>
      <p:grpSp>
        <p:nvGrpSpPr>
          <p:cNvPr id="3" name="组合 2"/>
          <p:cNvGrpSpPr/>
          <p:nvPr/>
        </p:nvGrpSpPr>
        <p:grpSpPr>
          <a:xfrm>
            <a:off x="948734" y="4020552"/>
            <a:ext cx="3090222" cy="460375"/>
            <a:chOff x="948734" y="4020552"/>
            <a:chExt cx="3090222" cy="460375"/>
          </a:xfrm>
        </p:grpSpPr>
        <p:sp>
          <p:nvSpPr>
            <p:cNvPr id="28" name="文本框 27"/>
            <p:cNvSpPr txBox="1"/>
            <p:nvPr/>
          </p:nvSpPr>
          <p:spPr>
            <a:xfrm>
              <a:off x="948734" y="4020552"/>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领队</a:t>
              </a:r>
            </a:p>
          </p:txBody>
        </p:sp>
        <p:cxnSp>
          <p:nvCxnSpPr>
            <p:cNvPr id="32" name="直接连接符 31"/>
            <p:cNvCxnSpPr/>
            <p:nvPr/>
          </p:nvCxnSpPr>
          <p:spPr>
            <a:xfrm flipV="1">
              <a:off x="2061539" y="4397474"/>
              <a:ext cx="1977417" cy="1512"/>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2205162" y="4023193"/>
              <a:ext cx="868680" cy="368300"/>
            </a:xfrm>
            <a:prstGeom prst="rect">
              <a:avLst/>
            </a:prstGeom>
            <a:noFill/>
          </p:spPr>
          <p:txBody>
            <a:bodyPr wrap="non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王思棋</a:t>
              </a:r>
            </a:p>
          </p:txBody>
        </p:sp>
      </p:grpSp>
      <p:grpSp>
        <p:nvGrpSpPr>
          <p:cNvPr id="5" name="组合 4"/>
          <p:cNvGrpSpPr/>
          <p:nvPr/>
        </p:nvGrpSpPr>
        <p:grpSpPr>
          <a:xfrm>
            <a:off x="948734" y="4538318"/>
            <a:ext cx="4395470" cy="496351"/>
            <a:chOff x="948734" y="4538318"/>
            <a:chExt cx="4395470" cy="496351"/>
          </a:xfrm>
        </p:grpSpPr>
        <p:sp>
          <p:nvSpPr>
            <p:cNvPr id="29" name="文本框 28"/>
            <p:cNvSpPr txBox="1"/>
            <p:nvPr/>
          </p:nvSpPr>
          <p:spPr>
            <a:xfrm>
              <a:off x="948734" y="4574294"/>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成员</a:t>
              </a:r>
            </a:p>
          </p:txBody>
        </p:sp>
        <p:cxnSp>
          <p:nvCxnSpPr>
            <p:cNvPr id="33" name="直接连接符 32"/>
            <p:cNvCxnSpPr/>
            <p:nvPr/>
          </p:nvCxnSpPr>
          <p:spPr>
            <a:xfrm>
              <a:off x="1748954" y="4914337"/>
              <a:ext cx="3495040" cy="635"/>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2205399" y="4538318"/>
              <a:ext cx="3138805" cy="368300"/>
            </a:xfrm>
            <a:prstGeom prst="rect">
              <a:avLst/>
            </a:prstGeom>
            <a:noFill/>
          </p:spPr>
          <p:txBody>
            <a:bodyPr wrap="squar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同学，学生，张炳森</a:t>
              </a:r>
            </a:p>
          </p:txBody>
        </p:sp>
      </p:grpSp>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418" y="826230"/>
            <a:ext cx="3719142" cy="1132984"/>
          </a:xfrm>
          <a:prstGeom prst="rect">
            <a:avLst/>
          </a:prstGeom>
        </p:spPr>
      </p:pic>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duotone>
              <a:prstClr val="black"/>
              <a:srgbClr val="44546A">
                <a:tint val="45000"/>
                <a:satMod val="400000"/>
              </a:srgb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903150" y="-201475"/>
            <a:ext cx="8932676" cy="5903140"/>
          </a:xfrm>
          <a:prstGeom prst="rect">
            <a:avLst/>
          </a:prstGeom>
        </p:spPr>
      </p:pic>
      <p:pic>
        <p:nvPicPr>
          <p:cNvPr id="3" name="图片 2"/>
          <p:cNvPicPr>
            <a:picLocks noChangeAspect="1"/>
          </p:cNvPicPr>
          <p:nvPr/>
        </p:nvPicPr>
        <p:blipFill rotWithShape="1">
          <a:blip r:embed="rId5">
            <a:extLst>
              <a:ext uri="{28A0092B-C50C-407E-A947-70E740481C1C}">
                <a14:useLocalDpi xmlns:a14="http://schemas.microsoft.com/office/drawing/2010/main" val="0"/>
              </a:ext>
            </a:extLst>
          </a:blip>
          <a:srcRect l="9682" t="41727" r="11275"/>
          <a:stretch>
            <a:fillRect/>
          </a:stretch>
        </p:blipFill>
        <p:spPr>
          <a:xfrm>
            <a:off x="-1898132" y="-1691488"/>
            <a:ext cx="6721586" cy="4955385"/>
          </a:xfrm>
          <a:prstGeom prst="rect">
            <a:avLst/>
          </a:prstGeom>
        </p:spPr>
      </p:pic>
      <p:sp>
        <p:nvSpPr>
          <p:cNvPr id="31" name="文本框 30"/>
          <p:cNvSpPr txBox="1"/>
          <p:nvPr/>
        </p:nvSpPr>
        <p:spPr>
          <a:xfrm>
            <a:off x="404569" y="426507"/>
            <a:ext cx="2116184" cy="1107996"/>
          </a:xfrm>
          <a:prstGeom prst="rect">
            <a:avLst/>
          </a:prstGeom>
          <a:noFill/>
        </p:spPr>
        <p:txBody>
          <a:bodyPr wrap="square" rtlCol="0">
            <a:spAutoFit/>
          </a:bodyPr>
          <a:lstStyle/>
          <a:p>
            <a:pPr algn="dist"/>
            <a:r>
              <a:rPr lang="en-US" altLang="zh-CN" sz="6600" b="1" dirty="0">
                <a:solidFill>
                  <a:srgbClr val="44546A"/>
                </a:solidFill>
                <a:latin typeface="微软雅黑" panose="020B0503020204020204" pitchFamily="34" charset="-122"/>
                <a:ea typeface="微软雅黑" panose="020B0503020204020204" pitchFamily="34" charset="-122"/>
              </a:rPr>
              <a:t> </a:t>
            </a:r>
            <a:r>
              <a:rPr lang="zh-CN" altLang="en-US" sz="6600" b="1" dirty="0">
                <a:solidFill>
                  <a:srgbClr val="44546A"/>
                </a:solidFill>
                <a:latin typeface="微软雅黑" panose="020B0503020204020204" pitchFamily="34" charset="-122"/>
                <a:ea typeface="微软雅黑" panose="020B0503020204020204" pitchFamily="34" charset="-122"/>
              </a:rPr>
              <a:t>目录</a:t>
            </a:r>
          </a:p>
        </p:txBody>
      </p:sp>
      <p:pic>
        <p:nvPicPr>
          <p:cNvPr id="6" name="图片 5"/>
          <p:cNvPicPr>
            <a:picLocks noChangeAspect="1"/>
          </p:cNvPicPr>
          <p:nvPr/>
        </p:nvPicPr>
        <p:blipFill rotWithShape="1">
          <a:blip r:embed="rId6">
            <a:extLst>
              <a:ext uri="{28A0092B-C50C-407E-A947-70E740481C1C}">
                <a14:useLocalDpi xmlns:a14="http://schemas.microsoft.com/office/drawing/2010/main" val="0"/>
              </a:ext>
            </a:extLst>
          </a:blip>
          <a:srcRect b="20631"/>
          <a:stretch>
            <a:fillRect/>
          </a:stretch>
        </p:blipFill>
        <p:spPr>
          <a:xfrm rot="10800000" flipV="1">
            <a:off x="7236444" y="3429000"/>
            <a:ext cx="9413694" cy="7471560"/>
          </a:xfrm>
          <a:prstGeom prst="rect">
            <a:avLst/>
          </a:prstGeom>
        </p:spPr>
      </p:pic>
      <p:grpSp>
        <p:nvGrpSpPr>
          <p:cNvPr id="7" name="组合 6"/>
          <p:cNvGrpSpPr/>
          <p:nvPr/>
        </p:nvGrpSpPr>
        <p:grpSpPr>
          <a:xfrm>
            <a:off x="1579778" y="4398984"/>
            <a:ext cx="1118848" cy="918828"/>
            <a:chOff x="1688264" y="4600459"/>
            <a:chExt cx="1118848" cy="918828"/>
          </a:xfrm>
        </p:grpSpPr>
        <p:pic>
          <p:nvPicPr>
            <p:cNvPr id="19" name="图片 18"/>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1688264" y="4600459"/>
              <a:ext cx="1118848" cy="918828"/>
            </a:xfrm>
            <a:prstGeom prst="rect">
              <a:avLst/>
            </a:prstGeom>
          </p:spPr>
        </p:pic>
        <p:sp>
          <p:nvSpPr>
            <p:cNvPr id="5" name="矩形 4"/>
            <p:cNvSpPr/>
            <p:nvPr/>
          </p:nvSpPr>
          <p:spPr>
            <a:xfrm>
              <a:off x="1958558" y="4887907"/>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01</a:t>
              </a:r>
            </a:p>
          </p:txBody>
        </p:sp>
      </p:grpSp>
      <p:grpSp>
        <p:nvGrpSpPr>
          <p:cNvPr id="8" name="组合 7"/>
          <p:cNvGrpSpPr/>
          <p:nvPr/>
        </p:nvGrpSpPr>
        <p:grpSpPr>
          <a:xfrm>
            <a:off x="4287648" y="4805384"/>
            <a:ext cx="1118848" cy="918828"/>
            <a:chOff x="4396134" y="5006859"/>
            <a:chExt cx="1118848" cy="918828"/>
          </a:xfrm>
        </p:grpSpPr>
        <p:pic>
          <p:nvPicPr>
            <p:cNvPr id="20" name="图片 19"/>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4396134" y="5006859"/>
              <a:ext cx="1118848" cy="918828"/>
            </a:xfrm>
            <a:prstGeom prst="rect">
              <a:avLst/>
            </a:prstGeom>
          </p:spPr>
        </p:pic>
        <p:sp>
          <p:nvSpPr>
            <p:cNvPr id="23" name="矩形 22"/>
            <p:cNvSpPr/>
            <p:nvPr/>
          </p:nvSpPr>
          <p:spPr>
            <a:xfrm>
              <a:off x="4691827" y="5305990"/>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02</a:t>
              </a:r>
            </a:p>
          </p:txBody>
        </p:sp>
      </p:grpSp>
      <p:grpSp>
        <p:nvGrpSpPr>
          <p:cNvPr id="9" name="组合 8"/>
          <p:cNvGrpSpPr/>
          <p:nvPr/>
        </p:nvGrpSpPr>
        <p:grpSpPr>
          <a:xfrm>
            <a:off x="6995518" y="4112729"/>
            <a:ext cx="1118848" cy="918828"/>
            <a:chOff x="7104004" y="4314204"/>
            <a:chExt cx="1118848" cy="918828"/>
          </a:xfrm>
        </p:grpSpPr>
        <p:pic>
          <p:nvPicPr>
            <p:cNvPr id="21" name="图片 20"/>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7104004" y="4314204"/>
              <a:ext cx="1118848" cy="918828"/>
            </a:xfrm>
            <a:prstGeom prst="rect">
              <a:avLst/>
            </a:prstGeom>
          </p:spPr>
        </p:pic>
        <p:sp>
          <p:nvSpPr>
            <p:cNvPr id="24" name="矩形 23"/>
            <p:cNvSpPr/>
            <p:nvPr/>
          </p:nvSpPr>
          <p:spPr>
            <a:xfrm>
              <a:off x="7399697" y="4598963"/>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03</a:t>
              </a:r>
            </a:p>
          </p:txBody>
        </p:sp>
      </p:grpSp>
      <p:grpSp>
        <p:nvGrpSpPr>
          <p:cNvPr id="10" name="组合 9"/>
          <p:cNvGrpSpPr/>
          <p:nvPr/>
        </p:nvGrpSpPr>
        <p:grpSpPr>
          <a:xfrm>
            <a:off x="8438492" y="1718508"/>
            <a:ext cx="1118848" cy="918828"/>
            <a:chOff x="8546978" y="1919983"/>
            <a:chExt cx="1118848" cy="918828"/>
          </a:xfrm>
        </p:grpSpPr>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l="14060" t="44965" r="18924"/>
            <a:stretch>
              <a:fillRect/>
            </a:stretch>
          </p:blipFill>
          <p:spPr>
            <a:xfrm rot="8596803">
              <a:off x="8546978" y="1919983"/>
              <a:ext cx="1118848" cy="918828"/>
            </a:xfrm>
            <a:prstGeom prst="rect">
              <a:avLst/>
            </a:prstGeom>
          </p:spPr>
        </p:pic>
        <p:sp>
          <p:nvSpPr>
            <p:cNvPr id="25" name="矩形 24"/>
            <p:cNvSpPr/>
            <p:nvPr/>
          </p:nvSpPr>
          <p:spPr>
            <a:xfrm>
              <a:off x="8855371" y="2179342"/>
              <a:ext cx="502061" cy="400110"/>
            </a:xfrm>
            <a:prstGeom prst="rect">
              <a:avLst/>
            </a:prstGeom>
          </p:spPr>
          <p:txBody>
            <a:bodyPr wrap="none">
              <a:spAutoFit/>
            </a:bodyPr>
            <a:lstStyle/>
            <a:p>
              <a:pPr algn="dist"/>
              <a:r>
                <a:rPr lang="en-US" altLang="zh-CN" sz="2000" b="1"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04</a:t>
              </a:r>
            </a:p>
          </p:txBody>
        </p:sp>
      </p:grpSp>
      <p:sp>
        <p:nvSpPr>
          <p:cNvPr id="32" name="Rectangle 47"/>
          <p:cNvSpPr/>
          <p:nvPr/>
        </p:nvSpPr>
        <p:spPr>
          <a:xfrm>
            <a:off x="1235604" y="5427972"/>
            <a:ext cx="3085793" cy="737870"/>
          </a:xfrm>
          <a:prstGeom prst="rect">
            <a:avLst/>
          </a:prstGeom>
        </p:spPr>
        <p:txBody>
          <a:bodyPr wrap="square" lIns="0" tIns="0" rIns="0" bIns="0">
            <a:spAutoFit/>
          </a:bodyPr>
          <a:lstStyle/>
          <a:p>
            <a:pPr>
              <a:lnSpc>
                <a:spcPct val="120000"/>
              </a:lnSpc>
            </a:pPr>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a:t>
            </a:r>
          </a:p>
          <a:p>
            <a:pP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Selected Topic of PT</a:t>
            </a:r>
          </a:p>
        </p:txBody>
      </p:sp>
      <p:sp>
        <p:nvSpPr>
          <p:cNvPr id="33" name="Rectangle 47"/>
          <p:cNvSpPr/>
          <p:nvPr/>
        </p:nvSpPr>
        <p:spPr>
          <a:xfrm>
            <a:off x="3771447" y="3974791"/>
            <a:ext cx="3085793" cy="651510"/>
          </a:xfrm>
          <a:prstGeom prst="rect">
            <a:avLst/>
          </a:prstGeom>
        </p:spPr>
        <p:txBody>
          <a:bodyPr wrap="square" lIns="0" tIns="0" rIns="0" bIns="0">
            <a:spAutoFit/>
          </a:bodyPr>
          <a:lstStyle/>
          <a:p>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现状及成果</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Research Status and Achievements</a:t>
            </a:r>
          </a:p>
        </p:txBody>
      </p:sp>
      <p:sp>
        <p:nvSpPr>
          <p:cNvPr id="34" name="Rectangle 47"/>
          <p:cNvSpPr/>
          <p:nvPr/>
        </p:nvSpPr>
        <p:spPr>
          <a:xfrm>
            <a:off x="6452273" y="5264798"/>
            <a:ext cx="3085793" cy="633700"/>
          </a:xfrm>
          <a:prstGeom prst="rect">
            <a:avLst/>
          </a:prstGeom>
        </p:spPr>
        <p:txBody>
          <a:bodyPr wrap="square" lIns="0" tIns="0" rIns="0" bIns="0">
            <a:spAutoFit/>
          </a:bodyPr>
          <a:lstStyle/>
          <a:p>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实验方案及结论</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a:p>
            <a:pP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Experimental Scheme </a:t>
            </a:r>
            <a:r>
              <a:rPr lang="en-US" altLang="zh-CN"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a</a:t>
            </a: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nd Conclusion</a:t>
            </a:r>
          </a:p>
        </p:txBody>
      </p:sp>
      <p:sp>
        <p:nvSpPr>
          <p:cNvPr id="35" name="Rectangle 47"/>
          <p:cNvSpPr/>
          <p:nvPr/>
        </p:nvSpPr>
        <p:spPr>
          <a:xfrm>
            <a:off x="5249781" y="1937517"/>
            <a:ext cx="3085793" cy="651510"/>
          </a:xfrm>
          <a:prstGeom prst="rect">
            <a:avLst/>
          </a:prstGeom>
        </p:spPr>
        <p:txBody>
          <a:bodyPr wrap="square" lIns="0" tIns="0" rIns="0" bIns="0">
            <a:spAutoFit/>
          </a:bodyPr>
          <a:lstStyle/>
          <a:p>
            <a:pPr algn="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a:p>
            <a:pPr algn="r">
              <a:lnSpc>
                <a:spcPct val="120000"/>
              </a:lnSpc>
            </a:pPr>
            <a:r>
              <a:rPr lang="en-US" sz="12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Future Development</a:t>
            </a: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par>
                          <p:cTn id="14" fill="hold">
                            <p:stCondLst>
                              <p:cond delay="1000"/>
                            </p:stCondLst>
                            <p:childTnLst>
                              <p:par>
                                <p:cTn id="15" presetID="42" presetClass="entr" presetSubtype="0"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par>
                          <p:cTn id="20" fill="hold">
                            <p:stCondLst>
                              <p:cond delay="2000"/>
                            </p:stCondLst>
                            <p:childTnLst>
                              <p:par>
                                <p:cTn id="21" presetID="42" presetClass="entr" presetSubtype="0"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1000"/>
                                        <p:tgtEl>
                                          <p:spTgt spid="32"/>
                                        </p:tgtEl>
                                      </p:cBhvr>
                                    </p:animEffect>
                                    <p:anim calcmode="lin" valueType="num">
                                      <p:cBhvr>
                                        <p:cTn id="24" dur="1000" fill="hold"/>
                                        <p:tgtEl>
                                          <p:spTgt spid="32"/>
                                        </p:tgtEl>
                                        <p:attrNameLst>
                                          <p:attrName>ppt_x</p:attrName>
                                        </p:attrNameLst>
                                      </p:cBhvr>
                                      <p:tavLst>
                                        <p:tav tm="0">
                                          <p:val>
                                            <p:strVal val="#ppt_x"/>
                                          </p:val>
                                        </p:tav>
                                        <p:tav tm="100000">
                                          <p:val>
                                            <p:strVal val="#ppt_x"/>
                                          </p:val>
                                        </p:tav>
                                      </p:tavLst>
                                    </p:anim>
                                    <p:anim calcmode="lin" valueType="num">
                                      <p:cBhvr>
                                        <p:cTn id="25" dur="1000" fill="hold"/>
                                        <p:tgtEl>
                                          <p:spTgt spid="32"/>
                                        </p:tgtEl>
                                        <p:attrNameLst>
                                          <p:attrName>ppt_y</p:attrName>
                                        </p:attrNameLst>
                                      </p:cBhvr>
                                      <p:tavLst>
                                        <p:tav tm="0">
                                          <p:val>
                                            <p:strVal val="#ppt_y+.1"/>
                                          </p:val>
                                        </p:tav>
                                        <p:tav tm="100000">
                                          <p:val>
                                            <p:strVal val="#ppt_y"/>
                                          </p:val>
                                        </p:tav>
                                      </p:tavLst>
                                    </p:anim>
                                  </p:childTnLst>
                                </p:cTn>
                              </p:par>
                            </p:childTnLst>
                          </p:cTn>
                        </p:par>
                        <p:par>
                          <p:cTn id="26" fill="hold">
                            <p:stCondLst>
                              <p:cond delay="3000"/>
                            </p:stCondLst>
                            <p:childTnLst>
                              <p:par>
                                <p:cTn id="27" presetID="42"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42" presetClass="entr" presetSubtype="0" fill="hold" grpId="0" nodeType="after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1000"/>
                                        <p:tgtEl>
                                          <p:spTgt spid="33"/>
                                        </p:tgtEl>
                                      </p:cBhvr>
                                    </p:animEffect>
                                    <p:anim calcmode="lin" valueType="num">
                                      <p:cBhvr>
                                        <p:cTn id="36" dur="1000" fill="hold"/>
                                        <p:tgtEl>
                                          <p:spTgt spid="33"/>
                                        </p:tgtEl>
                                        <p:attrNameLst>
                                          <p:attrName>ppt_x</p:attrName>
                                        </p:attrNameLst>
                                      </p:cBhvr>
                                      <p:tavLst>
                                        <p:tav tm="0">
                                          <p:val>
                                            <p:strVal val="#ppt_x"/>
                                          </p:val>
                                        </p:tav>
                                        <p:tav tm="100000">
                                          <p:val>
                                            <p:strVal val="#ppt_x"/>
                                          </p:val>
                                        </p:tav>
                                      </p:tavLst>
                                    </p:anim>
                                    <p:anim calcmode="lin" valueType="num">
                                      <p:cBhvr>
                                        <p:cTn id="37" dur="1000" fill="hold"/>
                                        <p:tgtEl>
                                          <p:spTgt spid="33"/>
                                        </p:tgtEl>
                                        <p:attrNameLst>
                                          <p:attrName>ppt_y</p:attrName>
                                        </p:attrNameLst>
                                      </p:cBhvr>
                                      <p:tavLst>
                                        <p:tav tm="0">
                                          <p:val>
                                            <p:strVal val="#ppt_y+.1"/>
                                          </p:val>
                                        </p:tav>
                                        <p:tav tm="100000">
                                          <p:val>
                                            <p:strVal val="#ppt_y"/>
                                          </p:val>
                                        </p:tav>
                                      </p:tavLst>
                                    </p:anim>
                                  </p:childTnLst>
                                </p:cTn>
                              </p:par>
                            </p:childTnLst>
                          </p:cTn>
                        </p:par>
                        <p:par>
                          <p:cTn id="38" fill="hold">
                            <p:stCondLst>
                              <p:cond delay="5000"/>
                            </p:stCondLst>
                            <p:childTnLst>
                              <p:par>
                                <p:cTn id="39" presetID="42" presetClass="entr" presetSubtype="0" fill="hold" nodeType="after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1000"/>
                                        <p:tgtEl>
                                          <p:spTgt spid="9"/>
                                        </p:tgtEl>
                                      </p:cBhvr>
                                    </p:animEffect>
                                    <p:anim calcmode="lin" valueType="num">
                                      <p:cBhvr>
                                        <p:cTn id="42" dur="1000" fill="hold"/>
                                        <p:tgtEl>
                                          <p:spTgt spid="9"/>
                                        </p:tgtEl>
                                        <p:attrNameLst>
                                          <p:attrName>ppt_x</p:attrName>
                                        </p:attrNameLst>
                                      </p:cBhvr>
                                      <p:tavLst>
                                        <p:tav tm="0">
                                          <p:val>
                                            <p:strVal val="#ppt_x"/>
                                          </p:val>
                                        </p:tav>
                                        <p:tav tm="100000">
                                          <p:val>
                                            <p:strVal val="#ppt_x"/>
                                          </p:val>
                                        </p:tav>
                                      </p:tavLst>
                                    </p:anim>
                                    <p:anim calcmode="lin" valueType="num">
                                      <p:cBhvr>
                                        <p:cTn id="43" dur="1000" fill="hold"/>
                                        <p:tgtEl>
                                          <p:spTgt spid="9"/>
                                        </p:tgtEl>
                                        <p:attrNameLst>
                                          <p:attrName>ppt_y</p:attrName>
                                        </p:attrNameLst>
                                      </p:cBhvr>
                                      <p:tavLst>
                                        <p:tav tm="0">
                                          <p:val>
                                            <p:strVal val="#ppt_y+.1"/>
                                          </p:val>
                                        </p:tav>
                                        <p:tav tm="100000">
                                          <p:val>
                                            <p:strVal val="#ppt_y"/>
                                          </p:val>
                                        </p:tav>
                                      </p:tavLst>
                                    </p:anim>
                                  </p:childTnLst>
                                </p:cTn>
                              </p:par>
                            </p:childTnLst>
                          </p:cTn>
                        </p:par>
                        <p:par>
                          <p:cTn id="44" fill="hold">
                            <p:stCondLst>
                              <p:cond delay="6000"/>
                            </p:stCondLst>
                            <p:childTnLst>
                              <p:par>
                                <p:cTn id="45" presetID="42" presetClass="entr" presetSubtype="0" fill="hold" grpId="0" nodeType="after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1000"/>
                                        <p:tgtEl>
                                          <p:spTgt spid="34"/>
                                        </p:tgtEl>
                                      </p:cBhvr>
                                    </p:animEffect>
                                    <p:anim calcmode="lin" valueType="num">
                                      <p:cBhvr>
                                        <p:cTn id="48" dur="1000" fill="hold"/>
                                        <p:tgtEl>
                                          <p:spTgt spid="34"/>
                                        </p:tgtEl>
                                        <p:attrNameLst>
                                          <p:attrName>ppt_x</p:attrName>
                                        </p:attrNameLst>
                                      </p:cBhvr>
                                      <p:tavLst>
                                        <p:tav tm="0">
                                          <p:val>
                                            <p:strVal val="#ppt_x"/>
                                          </p:val>
                                        </p:tav>
                                        <p:tav tm="100000">
                                          <p:val>
                                            <p:strVal val="#ppt_x"/>
                                          </p:val>
                                        </p:tav>
                                      </p:tavLst>
                                    </p:anim>
                                    <p:anim calcmode="lin" valueType="num">
                                      <p:cBhvr>
                                        <p:cTn id="49" dur="1000" fill="hold"/>
                                        <p:tgtEl>
                                          <p:spTgt spid="34"/>
                                        </p:tgtEl>
                                        <p:attrNameLst>
                                          <p:attrName>ppt_y</p:attrName>
                                        </p:attrNameLst>
                                      </p:cBhvr>
                                      <p:tavLst>
                                        <p:tav tm="0">
                                          <p:val>
                                            <p:strVal val="#ppt_y+.1"/>
                                          </p:val>
                                        </p:tav>
                                        <p:tav tm="100000">
                                          <p:val>
                                            <p:strVal val="#ppt_y"/>
                                          </p:val>
                                        </p:tav>
                                      </p:tavLst>
                                    </p:anim>
                                  </p:childTnLst>
                                </p:cTn>
                              </p:par>
                            </p:childTnLst>
                          </p:cTn>
                        </p:par>
                        <p:par>
                          <p:cTn id="50" fill="hold">
                            <p:stCondLst>
                              <p:cond delay="7000"/>
                            </p:stCondLst>
                            <p:childTnLst>
                              <p:par>
                                <p:cTn id="51" presetID="42" presetClass="entr" presetSubtype="0" fill="hold" nodeType="after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1000"/>
                                        <p:tgtEl>
                                          <p:spTgt spid="10"/>
                                        </p:tgtEl>
                                      </p:cBhvr>
                                    </p:animEffect>
                                    <p:anim calcmode="lin" valueType="num">
                                      <p:cBhvr>
                                        <p:cTn id="54" dur="1000" fill="hold"/>
                                        <p:tgtEl>
                                          <p:spTgt spid="10"/>
                                        </p:tgtEl>
                                        <p:attrNameLst>
                                          <p:attrName>ppt_x</p:attrName>
                                        </p:attrNameLst>
                                      </p:cBhvr>
                                      <p:tavLst>
                                        <p:tav tm="0">
                                          <p:val>
                                            <p:strVal val="#ppt_x"/>
                                          </p:val>
                                        </p:tav>
                                        <p:tav tm="100000">
                                          <p:val>
                                            <p:strVal val="#ppt_x"/>
                                          </p:val>
                                        </p:tav>
                                      </p:tavLst>
                                    </p:anim>
                                    <p:anim calcmode="lin" valueType="num">
                                      <p:cBhvr>
                                        <p:cTn id="55" dur="1000" fill="hold"/>
                                        <p:tgtEl>
                                          <p:spTgt spid="10"/>
                                        </p:tgtEl>
                                        <p:attrNameLst>
                                          <p:attrName>ppt_y</p:attrName>
                                        </p:attrNameLst>
                                      </p:cBhvr>
                                      <p:tavLst>
                                        <p:tav tm="0">
                                          <p:val>
                                            <p:strVal val="#ppt_y+.1"/>
                                          </p:val>
                                        </p:tav>
                                        <p:tav tm="100000">
                                          <p:val>
                                            <p:strVal val="#ppt_y"/>
                                          </p:val>
                                        </p:tav>
                                      </p:tavLst>
                                    </p:anim>
                                  </p:childTnLst>
                                </p:cTn>
                              </p:par>
                            </p:childTnLst>
                          </p:cTn>
                        </p:par>
                        <p:par>
                          <p:cTn id="56" fill="hold">
                            <p:stCondLst>
                              <p:cond delay="8000"/>
                            </p:stCondLst>
                            <p:childTnLst>
                              <p:par>
                                <p:cTn id="57" presetID="42" presetClass="entr" presetSubtype="0" fill="hold" grpId="0" nodeType="after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fade">
                                      <p:cBhvr>
                                        <p:cTn id="59" dur="1000"/>
                                        <p:tgtEl>
                                          <p:spTgt spid="35"/>
                                        </p:tgtEl>
                                      </p:cBhvr>
                                    </p:animEffect>
                                    <p:anim calcmode="lin" valueType="num">
                                      <p:cBhvr>
                                        <p:cTn id="60" dur="1000" fill="hold"/>
                                        <p:tgtEl>
                                          <p:spTgt spid="35"/>
                                        </p:tgtEl>
                                        <p:attrNameLst>
                                          <p:attrName>ppt_x</p:attrName>
                                        </p:attrNameLst>
                                      </p:cBhvr>
                                      <p:tavLst>
                                        <p:tav tm="0">
                                          <p:val>
                                            <p:strVal val="#ppt_x"/>
                                          </p:val>
                                        </p:tav>
                                        <p:tav tm="100000">
                                          <p:val>
                                            <p:strVal val="#ppt_x"/>
                                          </p:val>
                                        </p:tav>
                                      </p:tavLst>
                                    </p:anim>
                                    <p:anim calcmode="lin" valueType="num">
                                      <p:cBhvr>
                                        <p:cTn id="61"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33" grpId="0"/>
      <p:bldP spid="34" grpId="0"/>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01</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a:t>
            </a:r>
          </a:p>
        </p:txBody>
      </p:sp>
      <p:sp>
        <p:nvSpPr>
          <p:cNvPr id="2" name="矩形 1"/>
          <p:cNvSpPr/>
          <p:nvPr/>
        </p:nvSpPr>
        <p:spPr>
          <a:xfrm>
            <a:off x="6594403" y="2403116"/>
            <a:ext cx="1556580" cy="553998"/>
          </a:xfrm>
          <a:prstGeom prst="rect">
            <a:avLst/>
          </a:prstGeom>
        </p:spPr>
        <p:txBody>
          <a:bodyPr wrap="none">
            <a:spAutoFit/>
          </a:bodyPr>
          <a:lstStyle/>
          <a:p>
            <a:r>
              <a:rPr lang="zh-CN" altLang="en-US" sz="3000" dirty="0">
                <a:solidFill>
                  <a:srgbClr val="44546A"/>
                </a:solidFill>
              </a:rPr>
              <a:t>Part One</a:t>
            </a: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398780"/>
          </a:xfrm>
          <a:prstGeom prst="rect">
            <a:avLst/>
          </a:prstGeom>
        </p:spPr>
        <p:txBody>
          <a:bodyPr wrap="square">
            <a:spAutoFit/>
          </a:bodyPr>
          <a:lstStyle/>
          <a:p>
            <a:r>
              <a:rPr lang="en-US" altLang="zh-CN" sz="2000" dirty="0">
                <a:solidFill>
                  <a:srgbClr val="44546A"/>
                </a:solidFill>
              </a:rPr>
              <a:t>selected topic of PT </a:t>
            </a: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522605" y="1771650"/>
            <a:ext cx="2628900" cy="388937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3396615" y="1771650"/>
            <a:ext cx="2634615" cy="3889375"/>
          </a:xfrm>
          <a:prstGeom prst="rect">
            <a:avLst/>
          </a:prstGeom>
          <a:solidFill>
            <a:srgbClr val="528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024632" y="2059756"/>
            <a:ext cx="1653163" cy="337185"/>
          </a:xfrm>
          <a:prstGeom prst="rect">
            <a:avLst/>
          </a:prstGeom>
          <a:noFill/>
        </p:spPr>
        <p:txBody>
          <a:bodyPr wrap="square" rtlCol="0">
            <a:spAutoFit/>
          </a:bodyPr>
          <a:lstStyle/>
          <a:p>
            <a:pPr algn="ctr"/>
            <a:r>
              <a:rPr lang="zh-CN" altLang="en-US" sz="1600" dirty="0">
                <a:solidFill>
                  <a:schemeClr val="bg1"/>
                </a:solidFill>
              </a:rPr>
              <a:t>量子光调节器 </a:t>
            </a:r>
          </a:p>
        </p:txBody>
      </p:sp>
      <p:cxnSp>
        <p:nvCxnSpPr>
          <p:cNvPr id="16" name="直接连接符 15"/>
          <p:cNvCxnSpPr/>
          <p:nvPr/>
        </p:nvCxnSpPr>
        <p:spPr>
          <a:xfrm>
            <a:off x="1360547" y="2587937"/>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TextBox 18"/>
          <p:cNvSpPr txBox="1"/>
          <p:nvPr/>
        </p:nvSpPr>
        <p:spPr>
          <a:xfrm>
            <a:off x="753427" y="2702666"/>
            <a:ext cx="2195513" cy="1091565"/>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如果在蒸汽钠灯前放置加入了食盐的火焰，火焰会投下</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阴影。如果火焰放置在一个强磁场中，阴影会变得更亮。</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研究并解释此现象。 </a:t>
            </a:r>
          </a:p>
        </p:txBody>
      </p:sp>
      <p:sp>
        <p:nvSpPr>
          <p:cNvPr id="18" name="文本框 17"/>
          <p:cNvSpPr txBox="1"/>
          <p:nvPr/>
        </p:nvSpPr>
        <p:spPr>
          <a:xfrm>
            <a:off x="3887847" y="2056938"/>
            <a:ext cx="1653163" cy="337185"/>
          </a:xfrm>
          <a:prstGeom prst="rect">
            <a:avLst/>
          </a:prstGeom>
          <a:noFill/>
        </p:spPr>
        <p:txBody>
          <a:bodyPr wrap="square" rtlCol="0">
            <a:spAutoFit/>
          </a:bodyPr>
          <a:lstStyle/>
          <a:p>
            <a:pPr algn="ctr"/>
            <a:r>
              <a:rPr lang="zh-CN" altLang="en-US" sz="1600" dirty="0">
                <a:solidFill>
                  <a:schemeClr val="bg1"/>
                </a:solidFill>
              </a:rPr>
              <a:t>尺子把戏 </a:t>
            </a:r>
          </a:p>
        </p:txBody>
      </p:sp>
      <p:cxnSp>
        <p:nvCxnSpPr>
          <p:cNvPr id="19" name="直接连接符 18"/>
          <p:cNvCxnSpPr/>
          <p:nvPr/>
        </p:nvCxnSpPr>
        <p:spPr>
          <a:xfrm>
            <a:off x="4235192" y="2508284"/>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8"/>
          <p:cNvSpPr txBox="1"/>
          <p:nvPr/>
        </p:nvSpPr>
        <p:spPr>
          <a:xfrm>
            <a:off x="3616642" y="2622378"/>
            <a:ext cx="2195513" cy="1691640"/>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将一把尺子放在桌子边缘，然后将一个球投向尺子的自</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由端。尺子将会落下。然而，如果你用一张纸盖住尺子</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的一部分并重新投掷小球，那么尺子将保留在桌子上，</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而球会从尺子上弹开。解释这一现象，并研究相关参数。 </a:t>
            </a:r>
          </a:p>
        </p:txBody>
      </p:sp>
      <p:grpSp>
        <p:nvGrpSpPr>
          <p:cNvPr id="24" name="组合 23"/>
          <p:cNvGrpSpPr/>
          <p:nvPr/>
        </p:nvGrpSpPr>
        <p:grpSpPr>
          <a:xfrm>
            <a:off x="7676715" y="4260992"/>
            <a:ext cx="1047750" cy="977900"/>
            <a:chOff x="1674813" y="965200"/>
            <a:chExt cx="1047750" cy="977900"/>
          </a:xfrm>
          <a:solidFill>
            <a:schemeClr val="bg1"/>
          </a:solidFill>
        </p:grpSpPr>
        <p:sp>
          <p:nvSpPr>
            <p:cNvPr id="25" name="Freeform 16"/>
            <p:cNvSpPr>
              <a:spLocks noEditPoints="1"/>
            </p:cNvSpPr>
            <p:nvPr/>
          </p:nvSpPr>
          <p:spPr bwMode="auto">
            <a:xfrm>
              <a:off x="1674813" y="965200"/>
              <a:ext cx="635000" cy="977900"/>
            </a:xfrm>
            <a:custGeom>
              <a:avLst/>
              <a:gdLst/>
              <a:ahLst/>
              <a:cxnLst>
                <a:cxn ang="0">
                  <a:pos x="266" y="0"/>
                </a:cxn>
                <a:cxn ang="0">
                  <a:pos x="286" y="20"/>
                </a:cxn>
                <a:cxn ang="0">
                  <a:pos x="296" y="62"/>
                </a:cxn>
                <a:cxn ang="0">
                  <a:pos x="294" y="66"/>
                </a:cxn>
                <a:cxn ang="0">
                  <a:pos x="276" y="52"/>
                </a:cxn>
                <a:cxn ang="0">
                  <a:pos x="266" y="54"/>
                </a:cxn>
                <a:cxn ang="0">
                  <a:pos x="26" y="106"/>
                </a:cxn>
                <a:cxn ang="0">
                  <a:pos x="26" y="112"/>
                </a:cxn>
                <a:cxn ang="0">
                  <a:pos x="122" y="546"/>
                </a:cxn>
                <a:cxn ang="0">
                  <a:pos x="152" y="540"/>
                </a:cxn>
                <a:cxn ang="0">
                  <a:pos x="356" y="422"/>
                </a:cxn>
                <a:cxn ang="0">
                  <a:pos x="372" y="414"/>
                </a:cxn>
                <a:cxn ang="0">
                  <a:pos x="400" y="546"/>
                </a:cxn>
                <a:cxn ang="0">
                  <a:pos x="388" y="562"/>
                </a:cxn>
                <a:cxn ang="0">
                  <a:pos x="144" y="616"/>
                </a:cxn>
                <a:cxn ang="0">
                  <a:pos x="126" y="614"/>
                </a:cxn>
                <a:cxn ang="0">
                  <a:pos x="118" y="606"/>
                </a:cxn>
                <a:cxn ang="0">
                  <a:pos x="2" y="84"/>
                </a:cxn>
                <a:cxn ang="0">
                  <a:pos x="2" y="66"/>
                </a:cxn>
                <a:cxn ang="0">
                  <a:pos x="8" y="56"/>
                </a:cxn>
                <a:cxn ang="0">
                  <a:pos x="20" y="52"/>
                </a:cxn>
                <a:cxn ang="0">
                  <a:pos x="186" y="34"/>
                </a:cxn>
                <a:cxn ang="0">
                  <a:pos x="134" y="46"/>
                </a:cxn>
                <a:cxn ang="0">
                  <a:pos x="126" y="56"/>
                </a:cxn>
                <a:cxn ang="0">
                  <a:pos x="130" y="62"/>
                </a:cxn>
                <a:cxn ang="0">
                  <a:pos x="138" y="64"/>
                </a:cxn>
                <a:cxn ang="0">
                  <a:pos x="194" y="52"/>
                </a:cxn>
                <a:cxn ang="0">
                  <a:pos x="198" y="44"/>
                </a:cxn>
                <a:cxn ang="0">
                  <a:pos x="192" y="34"/>
                </a:cxn>
                <a:cxn ang="0">
                  <a:pos x="96" y="54"/>
                </a:cxn>
                <a:cxn ang="0">
                  <a:pos x="90" y="62"/>
                </a:cxn>
                <a:cxn ang="0">
                  <a:pos x="92" y="68"/>
                </a:cxn>
                <a:cxn ang="0">
                  <a:pos x="98" y="72"/>
                </a:cxn>
                <a:cxn ang="0">
                  <a:pos x="108" y="66"/>
                </a:cxn>
                <a:cxn ang="0">
                  <a:pos x="108" y="58"/>
                </a:cxn>
                <a:cxn ang="0">
                  <a:pos x="96" y="54"/>
                </a:cxn>
                <a:cxn ang="0">
                  <a:pos x="250" y="538"/>
                </a:cxn>
                <a:cxn ang="0">
                  <a:pos x="236" y="550"/>
                </a:cxn>
                <a:cxn ang="0">
                  <a:pos x="238" y="562"/>
                </a:cxn>
                <a:cxn ang="0">
                  <a:pos x="254" y="574"/>
                </a:cxn>
                <a:cxn ang="0">
                  <a:pos x="268" y="568"/>
                </a:cxn>
                <a:cxn ang="0">
                  <a:pos x="272" y="554"/>
                </a:cxn>
                <a:cxn ang="0">
                  <a:pos x="258" y="538"/>
                </a:cxn>
              </a:cxnLst>
              <a:rect l="0" t="0" r="r" b="b"/>
              <a:pathLst>
                <a:path w="400" h="616">
                  <a:moveTo>
                    <a:pt x="258" y="2"/>
                  </a:moveTo>
                  <a:lnTo>
                    <a:pt x="258" y="2"/>
                  </a:lnTo>
                  <a:lnTo>
                    <a:pt x="266" y="0"/>
                  </a:lnTo>
                  <a:lnTo>
                    <a:pt x="276" y="4"/>
                  </a:lnTo>
                  <a:lnTo>
                    <a:pt x="282" y="10"/>
                  </a:lnTo>
                  <a:lnTo>
                    <a:pt x="286" y="20"/>
                  </a:lnTo>
                  <a:lnTo>
                    <a:pt x="286" y="20"/>
                  </a:lnTo>
                  <a:lnTo>
                    <a:pt x="296" y="62"/>
                  </a:lnTo>
                  <a:lnTo>
                    <a:pt x="296" y="62"/>
                  </a:lnTo>
                  <a:lnTo>
                    <a:pt x="296" y="64"/>
                  </a:lnTo>
                  <a:lnTo>
                    <a:pt x="294" y="66"/>
                  </a:lnTo>
                  <a:lnTo>
                    <a:pt x="294" y="66"/>
                  </a:lnTo>
                  <a:lnTo>
                    <a:pt x="282" y="80"/>
                  </a:lnTo>
                  <a:lnTo>
                    <a:pt x="282" y="80"/>
                  </a:lnTo>
                  <a:lnTo>
                    <a:pt x="276" y="52"/>
                  </a:lnTo>
                  <a:lnTo>
                    <a:pt x="276" y="52"/>
                  </a:lnTo>
                  <a:lnTo>
                    <a:pt x="266" y="54"/>
                  </a:lnTo>
                  <a:lnTo>
                    <a:pt x="266" y="54"/>
                  </a:lnTo>
                  <a:lnTo>
                    <a:pt x="58" y="98"/>
                  </a:lnTo>
                  <a:lnTo>
                    <a:pt x="58" y="98"/>
                  </a:lnTo>
                  <a:lnTo>
                    <a:pt x="26" y="106"/>
                  </a:lnTo>
                  <a:lnTo>
                    <a:pt x="26" y="106"/>
                  </a:lnTo>
                  <a:lnTo>
                    <a:pt x="26" y="112"/>
                  </a:lnTo>
                  <a:lnTo>
                    <a:pt x="26" y="112"/>
                  </a:lnTo>
                  <a:lnTo>
                    <a:pt x="84" y="378"/>
                  </a:lnTo>
                  <a:lnTo>
                    <a:pt x="84" y="378"/>
                  </a:lnTo>
                  <a:lnTo>
                    <a:pt x="122" y="546"/>
                  </a:lnTo>
                  <a:lnTo>
                    <a:pt x="122" y="546"/>
                  </a:lnTo>
                  <a:lnTo>
                    <a:pt x="152" y="540"/>
                  </a:lnTo>
                  <a:lnTo>
                    <a:pt x="152" y="540"/>
                  </a:lnTo>
                  <a:lnTo>
                    <a:pt x="372" y="494"/>
                  </a:lnTo>
                  <a:lnTo>
                    <a:pt x="372" y="494"/>
                  </a:lnTo>
                  <a:lnTo>
                    <a:pt x="356" y="422"/>
                  </a:lnTo>
                  <a:lnTo>
                    <a:pt x="356" y="422"/>
                  </a:lnTo>
                  <a:lnTo>
                    <a:pt x="372" y="414"/>
                  </a:lnTo>
                  <a:lnTo>
                    <a:pt x="372" y="414"/>
                  </a:lnTo>
                  <a:lnTo>
                    <a:pt x="400" y="536"/>
                  </a:lnTo>
                  <a:lnTo>
                    <a:pt x="400" y="536"/>
                  </a:lnTo>
                  <a:lnTo>
                    <a:pt x="400" y="546"/>
                  </a:lnTo>
                  <a:lnTo>
                    <a:pt x="396" y="556"/>
                  </a:lnTo>
                  <a:lnTo>
                    <a:pt x="396" y="556"/>
                  </a:lnTo>
                  <a:lnTo>
                    <a:pt x="388" y="562"/>
                  </a:lnTo>
                  <a:lnTo>
                    <a:pt x="380" y="566"/>
                  </a:lnTo>
                  <a:lnTo>
                    <a:pt x="380" y="566"/>
                  </a:lnTo>
                  <a:lnTo>
                    <a:pt x="144" y="616"/>
                  </a:lnTo>
                  <a:lnTo>
                    <a:pt x="144" y="616"/>
                  </a:lnTo>
                  <a:lnTo>
                    <a:pt x="134" y="616"/>
                  </a:lnTo>
                  <a:lnTo>
                    <a:pt x="126" y="614"/>
                  </a:lnTo>
                  <a:lnTo>
                    <a:pt x="126" y="614"/>
                  </a:lnTo>
                  <a:lnTo>
                    <a:pt x="122" y="610"/>
                  </a:lnTo>
                  <a:lnTo>
                    <a:pt x="118" y="606"/>
                  </a:lnTo>
                  <a:lnTo>
                    <a:pt x="112" y="596"/>
                  </a:lnTo>
                  <a:lnTo>
                    <a:pt x="112" y="596"/>
                  </a:lnTo>
                  <a:lnTo>
                    <a:pt x="2" y="84"/>
                  </a:lnTo>
                  <a:lnTo>
                    <a:pt x="2" y="84"/>
                  </a:lnTo>
                  <a:lnTo>
                    <a:pt x="0" y="74"/>
                  </a:lnTo>
                  <a:lnTo>
                    <a:pt x="2" y="66"/>
                  </a:lnTo>
                  <a:lnTo>
                    <a:pt x="2" y="66"/>
                  </a:lnTo>
                  <a:lnTo>
                    <a:pt x="4" y="62"/>
                  </a:lnTo>
                  <a:lnTo>
                    <a:pt x="8" y="56"/>
                  </a:lnTo>
                  <a:lnTo>
                    <a:pt x="14" y="54"/>
                  </a:lnTo>
                  <a:lnTo>
                    <a:pt x="20" y="52"/>
                  </a:lnTo>
                  <a:lnTo>
                    <a:pt x="20" y="52"/>
                  </a:lnTo>
                  <a:lnTo>
                    <a:pt x="258" y="2"/>
                  </a:lnTo>
                  <a:lnTo>
                    <a:pt x="258" y="2"/>
                  </a:lnTo>
                  <a:close/>
                  <a:moveTo>
                    <a:pt x="186" y="34"/>
                  </a:moveTo>
                  <a:lnTo>
                    <a:pt x="186" y="34"/>
                  </a:lnTo>
                  <a:lnTo>
                    <a:pt x="134" y="46"/>
                  </a:lnTo>
                  <a:lnTo>
                    <a:pt x="134" y="46"/>
                  </a:lnTo>
                  <a:lnTo>
                    <a:pt x="128" y="50"/>
                  </a:lnTo>
                  <a:lnTo>
                    <a:pt x="126" y="52"/>
                  </a:lnTo>
                  <a:lnTo>
                    <a:pt x="126" y="56"/>
                  </a:lnTo>
                  <a:lnTo>
                    <a:pt x="126" y="56"/>
                  </a:lnTo>
                  <a:lnTo>
                    <a:pt x="128" y="58"/>
                  </a:lnTo>
                  <a:lnTo>
                    <a:pt x="130" y="62"/>
                  </a:lnTo>
                  <a:lnTo>
                    <a:pt x="134" y="64"/>
                  </a:lnTo>
                  <a:lnTo>
                    <a:pt x="138" y="64"/>
                  </a:lnTo>
                  <a:lnTo>
                    <a:pt x="138" y="64"/>
                  </a:lnTo>
                  <a:lnTo>
                    <a:pt x="190" y="52"/>
                  </a:lnTo>
                  <a:lnTo>
                    <a:pt x="190" y="52"/>
                  </a:lnTo>
                  <a:lnTo>
                    <a:pt x="194" y="52"/>
                  </a:lnTo>
                  <a:lnTo>
                    <a:pt x="196" y="50"/>
                  </a:lnTo>
                  <a:lnTo>
                    <a:pt x="196" y="50"/>
                  </a:lnTo>
                  <a:lnTo>
                    <a:pt x="198" y="44"/>
                  </a:lnTo>
                  <a:lnTo>
                    <a:pt x="196" y="38"/>
                  </a:lnTo>
                  <a:lnTo>
                    <a:pt x="196" y="38"/>
                  </a:lnTo>
                  <a:lnTo>
                    <a:pt x="192" y="34"/>
                  </a:lnTo>
                  <a:lnTo>
                    <a:pt x="186" y="34"/>
                  </a:lnTo>
                  <a:lnTo>
                    <a:pt x="186" y="34"/>
                  </a:lnTo>
                  <a:close/>
                  <a:moveTo>
                    <a:pt x="96" y="54"/>
                  </a:moveTo>
                  <a:lnTo>
                    <a:pt x="96" y="54"/>
                  </a:lnTo>
                  <a:lnTo>
                    <a:pt x="92" y="56"/>
                  </a:lnTo>
                  <a:lnTo>
                    <a:pt x="90" y="62"/>
                  </a:lnTo>
                  <a:lnTo>
                    <a:pt x="90" y="62"/>
                  </a:lnTo>
                  <a:lnTo>
                    <a:pt x="90" y="64"/>
                  </a:lnTo>
                  <a:lnTo>
                    <a:pt x="92" y="68"/>
                  </a:lnTo>
                  <a:lnTo>
                    <a:pt x="94" y="70"/>
                  </a:lnTo>
                  <a:lnTo>
                    <a:pt x="98" y="72"/>
                  </a:lnTo>
                  <a:lnTo>
                    <a:pt x="98" y="72"/>
                  </a:lnTo>
                  <a:lnTo>
                    <a:pt x="102" y="70"/>
                  </a:lnTo>
                  <a:lnTo>
                    <a:pt x="106" y="68"/>
                  </a:lnTo>
                  <a:lnTo>
                    <a:pt x="108" y="66"/>
                  </a:lnTo>
                  <a:lnTo>
                    <a:pt x="108" y="62"/>
                  </a:lnTo>
                  <a:lnTo>
                    <a:pt x="108" y="62"/>
                  </a:lnTo>
                  <a:lnTo>
                    <a:pt x="108" y="58"/>
                  </a:lnTo>
                  <a:lnTo>
                    <a:pt x="104" y="54"/>
                  </a:lnTo>
                  <a:lnTo>
                    <a:pt x="100" y="54"/>
                  </a:lnTo>
                  <a:lnTo>
                    <a:pt x="96" y="54"/>
                  </a:lnTo>
                  <a:lnTo>
                    <a:pt x="96" y="54"/>
                  </a:lnTo>
                  <a:close/>
                  <a:moveTo>
                    <a:pt x="250" y="538"/>
                  </a:moveTo>
                  <a:lnTo>
                    <a:pt x="250" y="538"/>
                  </a:lnTo>
                  <a:lnTo>
                    <a:pt x="244" y="540"/>
                  </a:lnTo>
                  <a:lnTo>
                    <a:pt x="240" y="544"/>
                  </a:lnTo>
                  <a:lnTo>
                    <a:pt x="236" y="550"/>
                  </a:lnTo>
                  <a:lnTo>
                    <a:pt x="236" y="556"/>
                  </a:lnTo>
                  <a:lnTo>
                    <a:pt x="236" y="556"/>
                  </a:lnTo>
                  <a:lnTo>
                    <a:pt x="238" y="562"/>
                  </a:lnTo>
                  <a:lnTo>
                    <a:pt x="242" y="568"/>
                  </a:lnTo>
                  <a:lnTo>
                    <a:pt x="248" y="572"/>
                  </a:lnTo>
                  <a:lnTo>
                    <a:pt x="254" y="574"/>
                  </a:lnTo>
                  <a:lnTo>
                    <a:pt x="254" y="574"/>
                  </a:lnTo>
                  <a:lnTo>
                    <a:pt x="262" y="572"/>
                  </a:lnTo>
                  <a:lnTo>
                    <a:pt x="268" y="568"/>
                  </a:lnTo>
                  <a:lnTo>
                    <a:pt x="272" y="560"/>
                  </a:lnTo>
                  <a:lnTo>
                    <a:pt x="272" y="554"/>
                  </a:lnTo>
                  <a:lnTo>
                    <a:pt x="272" y="554"/>
                  </a:lnTo>
                  <a:lnTo>
                    <a:pt x="270" y="546"/>
                  </a:lnTo>
                  <a:lnTo>
                    <a:pt x="264" y="540"/>
                  </a:lnTo>
                  <a:lnTo>
                    <a:pt x="258" y="538"/>
                  </a:lnTo>
                  <a:lnTo>
                    <a:pt x="250" y="538"/>
                  </a:lnTo>
                  <a:lnTo>
                    <a:pt x="250" y="538"/>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26" name="Freeform 17"/>
            <p:cNvSpPr>
              <a:spLocks noEditPoints="1"/>
            </p:cNvSpPr>
            <p:nvPr/>
          </p:nvSpPr>
          <p:spPr bwMode="auto">
            <a:xfrm>
              <a:off x="2074863" y="977900"/>
              <a:ext cx="647700" cy="660400"/>
            </a:xfrm>
            <a:custGeom>
              <a:avLst/>
              <a:gdLst/>
              <a:ahLst/>
              <a:cxnLst>
                <a:cxn ang="0">
                  <a:pos x="194" y="0"/>
                </a:cxn>
                <a:cxn ang="0">
                  <a:pos x="228" y="2"/>
                </a:cxn>
                <a:cxn ang="0">
                  <a:pos x="262" y="8"/>
                </a:cxn>
                <a:cxn ang="0">
                  <a:pos x="288" y="18"/>
                </a:cxn>
                <a:cxn ang="0">
                  <a:pos x="332" y="46"/>
                </a:cxn>
                <a:cxn ang="0">
                  <a:pos x="352" y="64"/>
                </a:cxn>
                <a:cxn ang="0">
                  <a:pos x="384" y="104"/>
                </a:cxn>
                <a:cxn ang="0">
                  <a:pos x="402" y="154"/>
                </a:cxn>
                <a:cxn ang="0">
                  <a:pos x="406" y="176"/>
                </a:cxn>
                <a:cxn ang="0">
                  <a:pos x="408" y="220"/>
                </a:cxn>
                <a:cxn ang="0">
                  <a:pos x="404" y="242"/>
                </a:cxn>
                <a:cxn ang="0">
                  <a:pos x="382" y="298"/>
                </a:cxn>
                <a:cxn ang="0">
                  <a:pos x="346" y="346"/>
                </a:cxn>
                <a:cxn ang="0">
                  <a:pos x="324" y="364"/>
                </a:cxn>
                <a:cxn ang="0">
                  <a:pos x="298" y="380"/>
                </a:cxn>
                <a:cxn ang="0">
                  <a:pos x="266" y="392"/>
                </a:cxn>
                <a:cxn ang="0">
                  <a:pos x="234" y="400"/>
                </a:cxn>
                <a:cxn ang="0">
                  <a:pos x="212" y="402"/>
                </a:cxn>
                <a:cxn ang="0">
                  <a:pos x="168" y="398"/>
                </a:cxn>
                <a:cxn ang="0">
                  <a:pos x="146" y="394"/>
                </a:cxn>
                <a:cxn ang="0">
                  <a:pos x="128" y="388"/>
                </a:cxn>
                <a:cxn ang="0">
                  <a:pos x="126" y="388"/>
                </a:cxn>
                <a:cxn ang="0">
                  <a:pos x="92" y="404"/>
                </a:cxn>
                <a:cxn ang="0">
                  <a:pos x="56" y="414"/>
                </a:cxn>
                <a:cxn ang="0">
                  <a:pos x="42" y="416"/>
                </a:cxn>
                <a:cxn ang="0">
                  <a:pos x="40" y="414"/>
                </a:cxn>
                <a:cxn ang="0">
                  <a:pos x="40" y="414"/>
                </a:cxn>
                <a:cxn ang="0">
                  <a:pos x="44" y="406"/>
                </a:cxn>
                <a:cxn ang="0">
                  <a:pos x="58" y="388"/>
                </a:cxn>
                <a:cxn ang="0">
                  <a:pos x="70" y="370"/>
                </a:cxn>
                <a:cxn ang="0">
                  <a:pos x="72" y="364"/>
                </a:cxn>
                <a:cxn ang="0">
                  <a:pos x="74" y="358"/>
                </a:cxn>
                <a:cxn ang="0">
                  <a:pos x="72" y="354"/>
                </a:cxn>
                <a:cxn ang="0">
                  <a:pos x="38" y="318"/>
                </a:cxn>
                <a:cxn ang="0">
                  <a:pos x="14" y="276"/>
                </a:cxn>
                <a:cxn ang="0">
                  <a:pos x="4" y="246"/>
                </a:cxn>
                <a:cxn ang="0">
                  <a:pos x="0" y="216"/>
                </a:cxn>
                <a:cxn ang="0">
                  <a:pos x="2" y="166"/>
                </a:cxn>
                <a:cxn ang="0">
                  <a:pos x="18" y="116"/>
                </a:cxn>
                <a:cxn ang="0">
                  <a:pos x="28" y="96"/>
                </a:cxn>
                <a:cxn ang="0">
                  <a:pos x="58" y="58"/>
                </a:cxn>
                <a:cxn ang="0">
                  <a:pos x="76" y="44"/>
                </a:cxn>
                <a:cxn ang="0">
                  <a:pos x="118" y="18"/>
                </a:cxn>
                <a:cxn ang="0">
                  <a:pos x="164" y="4"/>
                </a:cxn>
                <a:cxn ang="0">
                  <a:pos x="194" y="0"/>
                </a:cxn>
                <a:cxn ang="0">
                  <a:pos x="76" y="112"/>
                </a:cxn>
                <a:cxn ang="0">
                  <a:pos x="76" y="288"/>
                </a:cxn>
                <a:cxn ang="0">
                  <a:pos x="330" y="288"/>
                </a:cxn>
                <a:cxn ang="0">
                  <a:pos x="330" y="112"/>
                </a:cxn>
                <a:cxn ang="0">
                  <a:pos x="76" y="112"/>
                </a:cxn>
              </a:cxnLst>
              <a:rect l="0" t="0" r="r" b="b"/>
              <a:pathLst>
                <a:path w="408" h="416">
                  <a:moveTo>
                    <a:pt x="194" y="0"/>
                  </a:moveTo>
                  <a:lnTo>
                    <a:pt x="194" y="0"/>
                  </a:lnTo>
                  <a:lnTo>
                    <a:pt x="212" y="0"/>
                  </a:lnTo>
                  <a:lnTo>
                    <a:pt x="228" y="2"/>
                  </a:lnTo>
                  <a:lnTo>
                    <a:pt x="246" y="4"/>
                  </a:lnTo>
                  <a:lnTo>
                    <a:pt x="262" y="8"/>
                  </a:lnTo>
                  <a:lnTo>
                    <a:pt x="262" y="8"/>
                  </a:lnTo>
                  <a:lnTo>
                    <a:pt x="288" y="18"/>
                  </a:lnTo>
                  <a:lnTo>
                    <a:pt x="310" y="30"/>
                  </a:lnTo>
                  <a:lnTo>
                    <a:pt x="332" y="46"/>
                  </a:lnTo>
                  <a:lnTo>
                    <a:pt x="352" y="64"/>
                  </a:lnTo>
                  <a:lnTo>
                    <a:pt x="352" y="64"/>
                  </a:lnTo>
                  <a:lnTo>
                    <a:pt x="370" y="82"/>
                  </a:lnTo>
                  <a:lnTo>
                    <a:pt x="384" y="104"/>
                  </a:lnTo>
                  <a:lnTo>
                    <a:pt x="394" y="128"/>
                  </a:lnTo>
                  <a:lnTo>
                    <a:pt x="402" y="154"/>
                  </a:lnTo>
                  <a:lnTo>
                    <a:pt x="402" y="154"/>
                  </a:lnTo>
                  <a:lnTo>
                    <a:pt x="406" y="176"/>
                  </a:lnTo>
                  <a:lnTo>
                    <a:pt x="408" y="198"/>
                  </a:lnTo>
                  <a:lnTo>
                    <a:pt x="408" y="220"/>
                  </a:lnTo>
                  <a:lnTo>
                    <a:pt x="404" y="242"/>
                  </a:lnTo>
                  <a:lnTo>
                    <a:pt x="404" y="242"/>
                  </a:lnTo>
                  <a:lnTo>
                    <a:pt x="396" y="272"/>
                  </a:lnTo>
                  <a:lnTo>
                    <a:pt x="382" y="298"/>
                  </a:lnTo>
                  <a:lnTo>
                    <a:pt x="366" y="324"/>
                  </a:lnTo>
                  <a:lnTo>
                    <a:pt x="346" y="346"/>
                  </a:lnTo>
                  <a:lnTo>
                    <a:pt x="346" y="346"/>
                  </a:lnTo>
                  <a:lnTo>
                    <a:pt x="324" y="364"/>
                  </a:lnTo>
                  <a:lnTo>
                    <a:pt x="298" y="380"/>
                  </a:lnTo>
                  <a:lnTo>
                    <a:pt x="298" y="380"/>
                  </a:lnTo>
                  <a:lnTo>
                    <a:pt x="282" y="386"/>
                  </a:lnTo>
                  <a:lnTo>
                    <a:pt x="266" y="392"/>
                  </a:lnTo>
                  <a:lnTo>
                    <a:pt x="250" y="396"/>
                  </a:lnTo>
                  <a:lnTo>
                    <a:pt x="234" y="400"/>
                  </a:lnTo>
                  <a:lnTo>
                    <a:pt x="234" y="400"/>
                  </a:lnTo>
                  <a:lnTo>
                    <a:pt x="212" y="402"/>
                  </a:lnTo>
                  <a:lnTo>
                    <a:pt x="190" y="402"/>
                  </a:lnTo>
                  <a:lnTo>
                    <a:pt x="168" y="398"/>
                  </a:lnTo>
                  <a:lnTo>
                    <a:pt x="146" y="394"/>
                  </a:lnTo>
                  <a:lnTo>
                    <a:pt x="146" y="394"/>
                  </a:lnTo>
                  <a:lnTo>
                    <a:pt x="128" y="388"/>
                  </a:lnTo>
                  <a:lnTo>
                    <a:pt x="128" y="388"/>
                  </a:lnTo>
                  <a:lnTo>
                    <a:pt x="126" y="388"/>
                  </a:lnTo>
                  <a:lnTo>
                    <a:pt x="126" y="388"/>
                  </a:lnTo>
                  <a:lnTo>
                    <a:pt x="110" y="396"/>
                  </a:lnTo>
                  <a:lnTo>
                    <a:pt x="92" y="404"/>
                  </a:lnTo>
                  <a:lnTo>
                    <a:pt x="56" y="414"/>
                  </a:lnTo>
                  <a:lnTo>
                    <a:pt x="56" y="414"/>
                  </a:lnTo>
                  <a:lnTo>
                    <a:pt x="50" y="416"/>
                  </a:lnTo>
                  <a:lnTo>
                    <a:pt x="42" y="416"/>
                  </a:lnTo>
                  <a:lnTo>
                    <a:pt x="42" y="416"/>
                  </a:lnTo>
                  <a:lnTo>
                    <a:pt x="40" y="414"/>
                  </a:lnTo>
                  <a:lnTo>
                    <a:pt x="40" y="414"/>
                  </a:lnTo>
                  <a:lnTo>
                    <a:pt x="40" y="414"/>
                  </a:lnTo>
                  <a:lnTo>
                    <a:pt x="42" y="410"/>
                  </a:lnTo>
                  <a:lnTo>
                    <a:pt x="44" y="406"/>
                  </a:lnTo>
                  <a:lnTo>
                    <a:pt x="44" y="406"/>
                  </a:lnTo>
                  <a:lnTo>
                    <a:pt x="58" y="388"/>
                  </a:lnTo>
                  <a:lnTo>
                    <a:pt x="64" y="380"/>
                  </a:lnTo>
                  <a:lnTo>
                    <a:pt x="70" y="370"/>
                  </a:lnTo>
                  <a:lnTo>
                    <a:pt x="70" y="370"/>
                  </a:lnTo>
                  <a:lnTo>
                    <a:pt x="72" y="364"/>
                  </a:lnTo>
                  <a:lnTo>
                    <a:pt x="74" y="358"/>
                  </a:lnTo>
                  <a:lnTo>
                    <a:pt x="74" y="358"/>
                  </a:lnTo>
                  <a:lnTo>
                    <a:pt x="72" y="354"/>
                  </a:lnTo>
                  <a:lnTo>
                    <a:pt x="72" y="354"/>
                  </a:lnTo>
                  <a:lnTo>
                    <a:pt x="54" y="338"/>
                  </a:lnTo>
                  <a:lnTo>
                    <a:pt x="38" y="318"/>
                  </a:lnTo>
                  <a:lnTo>
                    <a:pt x="24" y="298"/>
                  </a:lnTo>
                  <a:lnTo>
                    <a:pt x="14" y="276"/>
                  </a:lnTo>
                  <a:lnTo>
                    <a:pt x="14" y="276"/>
                  </a:lnTo>
                  <a:lnTo>
                    <a:pt x="4" y="246"/>
                  </a:lnTo>
                  <a:lnTo>
                    <a:pt x="0" y="216"/>
                  </a:lnTo>
                  <a:lnTo>
                    <a:pt x="0" y="216"/>
                  </a:lnTo>
                  <a:lnTo>
                    <a:pt x="0" y="190"/>
                  </a:lnTo>
                  <a:lnTo>
                    <a:pt x="2" y="166"/>
                  </a:lnTo>
                  <a:lnTo>
                    <a:pt x="8" y="140"/>
                  </a:lnTo>
                  <a:lnTo>
                    <a:pt x="18" y="116"/>
                  </a:lnTo>
                  <a:lnTo>
                    <a:pt x="18" y="116"/>
                  </a:lnTo>
                  <a:lnTo>
                    <a:pt x="28" y="96"/>
                  </a:lnTo>
                  <a:lnTo>
                    <a:pt x="42" y="76"/>
                  </a:lnTo>
                  <a:lnTo>
                    <a:pt x="58" y="58"/>
                  </a:lnTo>
                  <a:lnTo>
                    <a:pt x="76" y="44"/>
                  </a:lnTo>
                  <a:lnTo>
                    <a:pt x="76" y="44"/>
                  </a:lnTo>
                  <a:lnTo>
                    <a:pt x="96" y="30"/>
                  </a:lnTo>
                  <a:lnTo>
                    <a:pt x="118" y="18"/>
                  </a:lnTo>
                  <a:lnTo>
                    <a:pt x="140" y="10"/>
                  </a:lnTo>
                  <a:lnTo>
                    <a:pt x="164" y="4"/>
                  </a:lnTo>
                  <a:lnTo>
                    <a:pt x="164" y="4"/>
                  </a:lnTo>
                  <a:lnTo>
                    <a:pt x="194" y="0"/>
                  </a:lnTo>
                  <a:lnTo>
                    <a:pt x="194" y="0"/>
                  </a:lnTo>
                  <a:close/>
                  <a:moveTo>
                    <a:pt x="76" y="112"/>
                  </a:moveTo>
                  <a:lnTo>
                    <a:pt x="76" y="112"/>
                  </a:lnTo>
                  <a:lnTo>
                    <a:pt x="76" y="288"/>
                  </a:lnTo>
                  <a:lnTo>
                    <a:pt x="76" y="288"/>
                  </a:lnTo>
                  <a:lnTo>
                    <a:pt x="330" y="288"/>
                  </a:lnTo>
                  <a:lnTo>
                    <a:pt x="330" y="288"/>
                  </a:lnTo>
                  <a:lnTo>
                    <a:pt x="330" y="112"/>
                  </a:lnTo>
                  <a:lnTo>
                    <a:pt x="330" y="112"/>
                  </a:lnTo>
                  <a:lnTo>
                    <a:pt x="76" y="112"/>
                  </a:lnTo>
                  <a:lnTo>
                    <a:pt x="76" y="112"/>
                  </a:lnTo>
                  <a:close/>
                </a:path>
              </a:pathLst>
            </a:custGeom>
            <a:grpFill/>
            <a:ln w="9525">
              <a:noFill/>
              <a:round/>
            </a:ln>
          </p:spPr>
          <p:txBody>
            <a:bodyPr vert="horz" wrap="square" lIns="91440" tIns="45720" rIns="91440" bIns="45720" numCol="1" anchor="t" anchorCtr="0" compatLnSpc="1"/>
            <a:lstStyle/>
            <a:p>
              <a:endParaRPr lang="zh-CN" altLang="en-US"/>
            </a:p>
          </p:txBody>
        </p:sp>
        <p:sp>
          <p:nvSpPr>
            <p:cNvPr id="27" name="Freeform 18"/>
            <p:cNvSpPr>
              <a:spLocks noEditPoints="1"/>
            </p:cNvSpPr>
            <p:nvPr/>
          </p:nvSpPr>
          <p:spPr bwMode="auto">
            <a:xfrm>
              <a:off x="2220913" y="1181100"/>
              <a:ext cx="352425" cy="228600"/>
            </a:xfrm>
            <a:custGeom>
              <a:avLst/>
              <a:gdLst/>
              <a:ahLst/>
              <a:cxnLst>
                <a:cxn ang="0">
                  <a:pos x="0" y="0"/>
                </a:cxn>
                <a:cxn ang="0">
                  <a:pos x="160" y="0"/>
                </a:cxn>
                <a:cxn ang="0">
                  <a:pos x="222" y="0"/>
                </a:cxn>
                <a:cxn ang="0">
                  <a:pos x="222" y="76"/>
                </a:cxn>
                <a:cxn ang="0">
                  <a:pos x="222" y="144"/>
                </a:cxn>
                <a:cxn ang="0">
                  <a:pos x="84" y="144"/>
                </a:cxn>
                <a:cxn ang="0">
                  <a:pos x="0" y="144"/>
                </a:cxn>
                <a:cxn ang="0">
                  <a:pos x="0" y="0"/>
                </a:cxn>
                <a:cxn ang="0">
                  <a:pos x="54" y="18"/>
                </a:cxn>
                <a:cxn ang="0">
                  <a:pos x="36" y="28"/>
                </a:cxn>
                <a:cxn ang="0">
                  <a:pos x="32" y="38"/>
                </a:cxn>
                <a:cxn ang="0">
                  <a:pos x="32" y="48"/>
                </a:cxn>
                <a:cxn ang="0">
                  <a:pos x="44" y="62"/>
                </a:cxn>
                <a:cxn ang="0">
                  <a:pos x="52" y="66"/>
                </a:cxn>
                <a:cxn ang="0">
                  <a:pos x="60" y="66"/>
                </a:cxn>
                <a:cxn ang="0">
                  <a:pos x="70" y="62"/>
                </a:cxn>
                <a:cxn ang="0">
                  <a:pos x="76" y="54"/>
                </a:cxn>
                <a:cxn ang="0">
                  <a:pos x="80" y="46"/>
                </a:cxn>
                <a:cxn ang="0">
                  <a:pos x="80" y="38"/>
                </a:cxn>
                <a:cxn ang="0">
                  <a:pos x="68" y="22"/>
                </a:cxn>
                <a:cxn ang="0">
                  <a:pos x="60" y="18"/>
                </a:cxn>
                <a:cxn ang="0">
                  <a:pos x="54" y="18"/>
                </a:cxn>
                <a:cxn ang="0">
                  <a:pos x="142" y="48"/>
                </a:cxn>
                <a:cxn ang="0">
                  <a:pos x="112" y="94"/>
                </a:cxn>
                <a:cxn ang="0">
                  <a:pos x="106" y="92"/>
                </a:cxn>
                <a:cxn ang="0">
                  <a:pos x="80" y="78"/>
                </a:cxn>
                <a:cxn ang="0">
                  <a:pos x="34" y="124"/>
                </a:cxn>
                <a:cxn ang="0">
                  <a:pos x="32" y="126"/>
                </a:cxn>
                <a:cxn ang="0">
                  <a:pos x="190" y="126"/>
                </a:cxn>
                <a:cxn ang="0">
                  <a:pos x="190" y="124"/>
                </a:cxn>
                <a:cxn ang="0">
                  <a:pos x="144" y="46"/>
                </a:cxn>
                <a:cxn ang="0">
                  <a:pos x="142" y="48"/>
                </a:cxn>
              </a:cxnLst>
              <a:rect l="0" t="0" r="r" b="b"/>
              <a:pathLst>
                <a:path w="222" h="144">
                  <a:moveTo>
                    <a:pt x="0" y="0"/>
                  </a:moveTo>
                  <a:lnTo>
                    <a:pt x="0" y="0"/>
                  </a:lnTo>
                  <a:lnTo>
                    <a:pt x="160" y="0"/>
                  </a:lnTo>
                  <a:lnTo>
                    <a:pt x="160" y="0"/>
                  </a:lnTo>
                  <a:lnTo>
                    <a:pt x="222" y="0"/>
                  </a:lnTo>
                  <a:lnTo>
                    <a:pt x="222" y="0"/>
                  </a:lnTo>
                  <a:lnTo>
                    <a:pt x="222" y="76"/>
                  </a:lnTo>
                  <a:lnTo>
                    <a:pt x="222" y="76"/>
                  </a:lnTo>
                  <a:lnTo>
                    <a:pt x="222" y="144"/>
                  </a:lnTo>
                  <a:lnTo>
                    <a:pt x="222" y="144"/>
                  </a:lnTo>
                  <a:lnTo>
                    <a:pt x="84" y="144"/>
                  </a:lnTo>
                  <a:lnTo>
                    <a:pt x="84" y="144"/>
                  </a:lnTo>
                  <a:lnTo>
                    <a:pt x="0" y="144"/>
                  </a:lnTo>
                  <a:lnTo>
                    <a:pt x="0" y="144"/>
                  </a:lnTo>
                  <a:lnTo>
                    <a:pt x="0" y="0"/>
                  </a:lnTo>
                  <a:lnTo>
                    <a:pt x="0" y="0"/>
                  </a:lnTo>
                  <a:close/>
                  <a:moveTo>
                    <a:pt x="54" y="18"/>
                  </a:moveTo>
                  <a:lnTo>
                    <a:pt x="54" y="18"/>
                  </a:lnTo>
                  <a:lnTo>
                    <a:pt x="44" y="22"/>
                  </a:lnTo>
                  <a:lnTo>
                    <a:pt x="36" y="28"/>
                  </a:lnTo>
                  <a:lnTo>
                    <a:pt x="36" y="28"/>
                  </a:lnTo>
                  <a:lnTo>
                    <a:pt x="32" y="38"/>
                  </a:lnTo>
                  <a:lnTo>
                    <a:pt x="32" y="48"/>
                  </a:lnTo>
                  <a:lnTo>
                    <a:pt x="32" y="48"/>
                  </a:lnTo>
                  <a:lnTo>
                    <a:pt x="36" y="56"/>
                  </a:lnTo>
                  <a:lnTo>
                    <a:pt x="44" y="62"/>
                  </a:lnTo>
                  <a:lnTo>
                    <a:pt x="44" y="62"/>
                  </a:lnTo>
                  <a:lnTo>
                    <a:pt x="52" y="66"/>
                  </a:lnTo>
                  <a:lnTo>
                    <a:pt x="60" y="66"/>
                  </a:lnTo>
                  <a:lnTo>
                    <a:pt x="60" y="66"/>
                  </a:lnTo>
                  <a:lnTo>
                    <a:pt x="64" y="64"/>
                  </a:lnTo>
                  <a:lnTo>
                    <a:pt x="70" y="62"/>
                  </a:lnTo>
                  <a:lnTo>
                    <a:pt x="74" y="58"/>
                  </a:lnTo>
                  <a:lnTo>
                    <a:pt x="76" y="54"/>
                  </a:lnTo>
                  <a:lnTo>
                    <a:pt x="76" y="54"/>
                  </a:lnTo>
                  <a:lnTo>
                    <a:pt x="80" y="46"/>
                  </a:lnTo>
                  <a:lnTo>
                    <a:pt x="80" y="38"/>
                  </a:lnTo>
                  <a:lnTo>
                    <a:pt x="80" y="38"/>
                  </a:lnTo>
                  <a:lnTo>
                    <a:pt x="76" y="28"/>
                  </a:lnTo>
                  <a:lnTo>
                    <a:pt x="68" y="22"/>
                  </a:lnTo>
                  <a:lnTo>
                    <a:pt x="68" y="22"/>
                  </a:lnTo>
                  <a:lnTo>
                    <a:pt x="60" y="18"/>
                  </a:lnTo>
                  <a:lnTo>
                    <a:pt x="54" y="18"/>
                  </a:lnTo>
                  <a:lnTo>
                    <a:pt x="54" y="18"/>
                  </a:lnTo>
                  <a:close/>
                  <a:moveTo>
                    <a:pt x="142" y="48"/>
                  </a:moveTo>
                  <a:lnTo>
                    <a:pt x="142" y="48"/>
                  </a:lnTo>
                  <a:lnTo>
                    <a:pt x="112" y="94"/>
                  </a:lnTo>
                  <a:lnTo>
                    <a:pt x="112" y="94"/>
                  </a:lnTo>
                  <a:lnTo>
                    <a:pt x="106" y="92"/>
                  </a:lnTo>
                  <a:lnTo>
                    <a:pt x="106" y="92"/>
                  </a:lnTo>
                  <a:lnTo>
                    <a:pt x="80" y="78"/>
                  </a:lnTo>
                  <a:lnTo>
                    <a:pt x="80" y="78"/>
                  </a:lnTo>
                  <a:lnTo>
                    <a:pt x="34" y="124"/>
                  </a:lnTo>
                  <a:lnTo>
                    <a:pt x="34" y="124"/>
                  </a:lnTo>
                  <a:lnTo>
                    <a:pt x="32" y="126"/>
                  </a:lnTo>
                  <a:lnTo>
                    <a:pt x="32" y="126"/>
                  </a:lnTo>
                  <a:lnTo>
                    <a:pt x="190" y="126"/>
                  </a:lnTo>
                  <a:lnTo>
                    <a:pt x="190" y="126"/>
                  </a:lnTo>
                  <a:lnTo>
                    <a:pt x="190" y="124"/>
                  </a:lnTo>
                  <a:lnTo>
                    <a:pt x="190" y="124"/>
                  </a:lnTo>
                  <a:lnTo>
                    <a:pt x="144" y="46"/>
                  </a:lnTo>
                  <a:lnTo>
                    <a:pt x="144" y="46"/>
                  </a:lnTo>
                  <a:lnTo>
                    <a:pt x="142" y="48"/>
                  </a:lnTo>
                  <a:lnTo>
                    <a:pt x="142" y="48"/>
                  </a:lnTo>
                  <a:close/>
                </a:path>
              </a:pathLst>
            </a:custGeom>
            <a:grpFill/>
            <a:ln w="9525">
              <a:noFill/>
              <a:round/>
            </a:ln>
          </p:spPr>
          <p:txBody>
            <a:bodyPr vert="horz" wrap="square" lIns="91440" tIns="45720" rIns="91440" bIns="45720" numCol="1" anchor="t" anchorCtr="0" compatLnSpc="1"/>
            <a:lstStyle/>
            <a:p>
              <a:endParaRPr lang="zh-CN" altLang="en-US"/>
            </a:p>
          </p:txBody>
        </p:sp>
      </p:grpSp>
      <p:sp>
        <p:nvSpPr>
          <p:cNvPr id="28" name="文本框 27"/>
          <p:cNvSpPr txBox="1"/>
          <p:nvPr/>
        </p:nvSpPr>
        <p:spPr>
          <a:xfrm>
            <a:off x="8064325" y="5353499"/>
            <a:ext cx="1621965" cy="307777"/>
          </a:xfrm>
          <a:prstGeom prst="rect">
            <a:avLst/>
          </a:prstGeom>
          <a:noFill/>
        </p:spPr>
        <p:txBody>
          <a:bodyPr wrap="square" rtlCol="0">
            <a:spAutoFit/>
          </a:bodyPr>
          <a:lstStyle/>
          <a:p>
            <a:r>
              <a:rPr lang="zh-CN" altLang="en-US" sz="1400" b="1" dirty="0">
                <a:solidFill>
                  <a:schemeClr val="bg1"/>
                </a:solidFill>
                <a:latin typeface="微软雅黑" panose="020B0503020204020204" pitchFamily="34" charset="-122"/>
                <a:ea typeface="微软雅黑" panose="020B0503020204020204" pitchFamily="34" charset="-122"/>
              </a:rPr>
              <a:t>点击此处添加标题</a:t>
            </a:r>
          </a:p>
        </p:txBody>
      </p:sp>
      <p:grpSp>
        <p:nvGrpSpPr>
          <p:cNvPr id="35" name="组合 34"/>
          <p:cNvGrpSpPr/>
          <p:nvPr/>
        </p:nvGrpSpPr>
        <p:grpSpPr>
          <a:xfrm>
            <a:off x="122182" y="84408"/>
            <a:ext cx="1195754" cy="947722"/>
            <a:chOff x="122182" y="84408"/>
            <a:chExt cx="1195754" cy="947722"/>
          </a:xfrm>
        </p:grpSpPr>
        <p:pic>
          <p:nvPicPr>
            <p:cNvPr id="36" name="图片 35"/>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7" name="Rectangle 47"/>
            <p:cNvSpPr/>
            <p:nvPr/>
          </p:nvSpPr>
          <p:spPr>
            <a:xfrm>
              <a:off x="475299" y="234743"/>
              <a:ext cx="413640"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01</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pic>
        <p:nvPicPr>
          <p:cNvPr id="29" name="图片 2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3" name="Rectangle 47"/>
          <p:cNvSpPr/>
          <p:nvPr/>
        </p:nvSpPr>
        <p:spPr>
          <a:xfrm>
            <a:off x="1542823" y="189315"/>
            <a:ext cx="2833370" cy="384175"/>
          </a:xfrm>
          <a:prstGeom prst="rect">
            <a:avLst/>
          </a:prstGeom>
        </p:spPr>
        <p:txBody>
          <a:bodyPr wrap="square" lIns="0" tIns="0" rIns="0" bIns="0">
            <a:spAutoFit/>
          </a:bodyPr>
          <a:lstStyle/>
          <a:p>
            <a:r>
              <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a:t>
            </a:r>
          </a:p>
        </p:txBody>
      </p:sp>
      <p:sp>
        <p:nvSpPr>
          <p:cNvPr id="5" name="矩形 4"/>
          <p:cNvSpPr/>
          <p:nvPr/>
        </p:nvSpPr>
        <p:spPr>
          <a:xfrm>
            <a:off x="1467258" y="598442"/>
            <a:ext cx="1589405" cy="306705"/>
          </a:xfrm>
          <a:prstGeom prst="rect">
            <a:avLst/>
          </a:prstGeom>
        </p:spPr>
        <p:txBody>
          <a:bodyPr wrap="none">
            <a:spAutoFit/>
          </a:bodyPr>
          <a:lstStyle/>
          <a:p>
            <a:r>
              <a:rPr lang="en-US" altLang="zh-CN" sz="1400" dirty="0">
                <a:solidFill>
                  <a:srgbClr val="44546A"/>
                </a:solidFill>
              </a:rPr>
              <a:t>selected topic of PT</a:t>
            </a:r>
          </a:p>
        </p:txBody>
      </p:sp>
      <p:sp>
        <p:nvSpPr>
          <p:cNvPr id="7" name="矩形 6"/>
          <p:cNvSpPr/>
          <p:nvPr/>
        </p:nvSpPr>
        <p:spPr>
          <a:xfrm>
            <a:off x="6276340" y="1771650"/>
            <a:ext cx="2628900" cy="388937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778367" y="2059756"/>
            <a:ext cx="1653163" cy="337185"/>
          </a:xfrm>
          <a:prstGeom prst="rect">
            <a:avLst/>
          </a:prstGeom>
          <a:noFill/>
        </p:spPr>
        <p:txBody>
          <a:bodyPr wrap="square" rtlCol="0">
            <a:spAutoFit/>
          </a:bodyPr>
          <a:lstStyle/>
          <a:p>
            <a:pPr algn="ctr"/>
            <a:r>
              <a:rPr lang="zh-CN" altLang="en-US" sz="1600" dirty="0">
                <a:solidFill>
                  <a:schemeClr val="bg1"/>
                </a:solidFill>
              </a:rPr>
              <a:t>发射橡皮筋 </a:t>
            </a:r>
          </a:p>
        </p:txBody>
      </p:sp>
      <p:cxnSp>
        <p:nvCxnSpPr>
          <p:cNvPr id="9" name="直接连接符 8"/>
          <p:cNvCxnSpPr/>
          <p:nvPr/>
        </p:nvCxnSpPr>
        <p:spPr>
          <a:xfrm>
            <a:off x="7114282" y="2587937"/>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Box 18"/>
          <p:cNvSpPr txBox="1"/>
          <p:nvPr/>
        </p:nvSpPr>
        <p:spPr>
          <a:xfrm>
            <a:off x="6507162" y="2702666"/>
            <a:ext cx="2195513" cy="1091565"/>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如果橡皮筋在发射时被不均匀拉伸而使其旋转，它可能</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会飞行更远的距离。优化带有旋转的橡皮筋可以到达的</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距离。 </a:t>
            </a:r>
          </a:p>
        </p:txBody>
      </p:sp>
      <p:sp>
        <p:nvSpPr>
          <p:cNvPr id="41" name="矩形 40"/>
          <p:cNvSpPr/>
          <p:nvPr/>
        </p:nvSpPr>
        <p:spPr>
          <a:xfrm>
            <a:off x="9150350" y="1771650"/>
            <a:ext cx="2634615" cy="3889375"/>
          </a:xfrm>
          <a:prstGeom prst="rect">
            <a:avLst/>
          </a:prstGeom>
          <a:solidFill>
            <a:srgbClr val="528E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9641582" y="2056938"/>
            <a:ext cx="1653163" cy="337185"/>
          </a:xfrm>
          <a:prstGeom prst="rect">
            <a:avLst/>
          </a:prstGeom>
          <a:noFill/>
        </p:spPr>
        <p:txBody>
          <a:bodyPr wrap="square" rtlCol="0">
            <a:spAutoFit/>
          </a:bodyPr>
          <a:lstStyle/>
          <a:p>
            <a:pPr algn="ctr"/>
            <a:r>
              <a:rPr lang="zh-CN" altLang="en-US" sz="1600" dirty="0">
                <a:solidFill>
                  <a:schemeClr val="bg1"/>
                </a:solidFill>
              </a:rPr>
              <a:t>磁力齿轮  </a:t>
            </a:r>
          </a:p>
        </p:txBody>
      </p:sp>
      <p:cxnSp>
        <p:nvCxnSpPr>
          <p:cNvPr id="43" name="直接连接符 42"/>
          <p:cNvCxnSpPr/>
          <p:nvPr/>
        </p:nvCxnSpPr>
        <p:spPr>
          <a:xfrm>
            <a:off x="9988927" y="2508284"/>
            <a:ext cx="95783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4" name="TextBox 18"/>
          <p:cNvSpPr txBox="1"/>
          <p:nvPr/>
        </p:nvSpPr>
        <p:spPr>
          <a:xfrm>
            <a:off x="9370377" y="2622378"/>
            <a:ext cx="2195513" cy="1291590"/>
          </a:xfrm>
          <a:prstGeom prst="rect">
            <a:avLst/>
          </a:prstGeom>
          <a:noFill/>
        </p:spPr>
        <p:txBody>
          <a:bodyPr wrap="square" rtlCol="0">
            <a:spAutoFit/>
          </a:bodyPr>
          <a:lstStyle/>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取几个相同的指尖陀螺，并将钕磁</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铁固定在它们的末端。如果将它们并排放置在平面上并</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旋转其中一个陀螺，则其余的陀螺会仅由于磁场而开始</a:t>
            </a:r>
          </a:p>
          <a:p>
            <a:pPr algn="ctr" defTabSz="914400">
              <a:lnSpc>
                <a:spcPct val="130000"/>
              </a:lnSpc>
            </a:pPr>
            <a:r>
              <a:rPr lang="zh-CN" altLang="en-US" sz="1000" dirty="0">
                <a:solidFill>
                  <a:schemeClr val="bg1"/>
                </a:solidFill>
                <a:latin typeface="微软雅黑" panose="020B0503020204020204" pitchFamily="34" charset="-122"/>
                <a:ea typeface="微软雅黑" panose="020B0503020204020204" pitchFamily="34" charset="-122"/>
                <a:cs typeface="Levenim MT" pitchFamily="2" charset="-79"/>
              </a:rPr>
              <a:t>旋转。研究并解释这一现象。 </a:t>
            </a:r>
          </a:p>
        </p:txBody>
      </p:sp>
    </p:spTree>
  </p:cSld>
  <p:clrMapOvr>
    <a:masterClrMapping/>
  </p:clrMapOvr>
  <p:transition advTm="1000">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PT</a:t>
            </a:r>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现状及成果</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
          <p:cNvSpPr/>
          <p:nvPr/>
        </p:nvSpPr>
        <p:spPr>
          <a:xfrm>
            <a:off x="6594403" y="2403116"/>
            <a:ext cx="1556580" cy="553998"/>
          </a:xfrm>
          <a:prstGeom prst="rect">
            <a:avLst/>
          </a:prstGeom>
        </p:spPr>
        <p:txBody>
          <a:bodyPr wrap="none">
            <a:spAutoFit/>
          </a:bodyPr>
          <a:lstStyle/>
          <a:p>
            <a:r>
              <a:rPr lang="zh-CN" altLang="en-US" sz="3000" dirty="0">
                <a:solidFill>
                  <a:srgbClr val="44546A"/>
                </a:solidFill>
              </a:rPr>
              <a:t>Part </a:t>
            </a:r>
            <a:r>
              <a:rPr lang="en-US" altLang="zh-CN" sz="3000" dirty="0">
                <a:solidFill>
                  <a:srgbClr val="44546A"/>
                </a:solidFill>
              </a:rPr>
              <a:t>Two</a:t>
            </a:r>
            <a:endParaRPr lang="zh-CN" altLang="en-US" sz="3000" dirty="0">
              <a:solidFill>
                <a:srgbClr val="44546A"/>
              </a:solidFill>
            </a:endParaRP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707886"/>
          </a:xfrm>
          <a:prstGeom prst="rect">
            <a:avLst/>
          </a:prstGeom>
        </p:spPr>
        <p:txBody>
          <a:bodyPr wrap="square">
            <a:spAutoFit/>
          </a:bodyPr>
          <a:lstStyle/>
          <a:p>
            <a:r>
              <a:rPr lang="en-US" altLang="zh-CN" sz="2000" dirty="0">
                <a:solidFill>
                  <a:srgbClr val="44546A"/>
                </a:solidFill>
              </a:rPr>
              <a:t>Research Status And Achievements</a:t>
            </a:r>
            <a:endParaRPr lang="zh-CN" altLang="en-US" sz="2000" dirty="0">
              <a:solidFill>
                <a:srgbClr val="44546A"/>
              </a:solidFill>
            </a:endParaRP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398015" y="3161254"/>
            <a:ext cx="1527435" cy="1310293"/>
          </a:xfrm>
          <a:prstGeom prst="rect">
            <a:avLst/>
          </a:prstGeom>
        </p:spPr>
        <p:txBody>
          <a:bodyPr wrap="square" lIns="91438" tIns="45719" rIns="91438" bIns="45719">
            <a:spAutoFit/>
          </a:bodyPr>
          <a:lstStyle/>
          <a:p>
            <a:pPr algn="ctr">
              <a:lnSpc>
                <a:spcPct val="130000"/>
              </a:lnSpc>
            </a:pPr>
            <a:r>
              <a:rPr lang="zh-CN" altLang="en-US" sz="3200" dirty="0">
                <a:solidFill>
                  <a:schemeClr val="bg1"/>
                </a:solidFill>
                <a:latin typeface="微软雅黑" panose="020B0503020204020204" pitchFamily="34" charset="-122"/>
                <a:ea typeface="微软雅黑" panose="020B0503020204020204" pitchFamily="34" charset="-122"/>
              </a:rPr>
              <a:t>量子光调节器</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1563503"/>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此现象涉及量子物理和光学。研究不同强度的磁场、火焰的大小和食盐的数量如何影响阴影。理解与光的吸收、发射和磁场效应有关的基本原理可以解释这一复杂的现象。</a:t>
            </a:r>
          </a:p>
        </p:txBody>
      </p:sp>
      <p:sp>
        <p:nvSpPr>
          <p:cNvPr id="21" name="圆角矩形 20"/>
          <p:cNvSpPr/>
          <p:nvPr/>
        </p:nvSpPr>
        <p:spPr>
          <a:xfrm rot="10800000" flipV="1">
            <a:off x="11083920" y="1920667"/>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679933"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论文参考</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627391"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25" name="圆角矩形 24"/>
          <p:cNvSpPr/>
          <p:nvPr/>
        </p:nvSpPr>
        <p:spPr>
          <a:xfrm rot="10800000" flipV="1">
            <a:off x="11083919" y="4059534"/>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6" name="文本框 25"/>
          <p:cNvSpPr txBox="1"/>
          <p:nvPr/>
        </p:nvSpPr>
        <p:spPr>
          <a:xfrm>
            <a:off x="9676303" y="4012905"/>
            <a:ext cx="9353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预实验</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7" name="直接连接符 26"/>
          <p:cNvCxnSpPr/>
          <p:nvPr/>
        </p:nvCxnSpPr>
        <p:spPr>
          <a:xfrm>
            <a:off x="8627391" y="4381631"/>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2" name="矩形 1">
            <a:extLst>
              <a:ext uri="{FF2B5EF4-FFF2-40B4-BE49-F238E27FC236}">
                <a16:creationId xmlns:a16="http://schemas.microsoft.com/office/drawing/2014/main" id="{417F4861-81EA-1F31-EED7-6F45456B7D49}"/>
              </a:ext>
            </a:extLst>
          </p:cNvPr>
          <p:cNvSpPr/>
          <p:nvPr/>
        </p:nvSpPr>
        <p:spPr>
          <a:xfrm>
            <a:off x="7687342" y="2409717"/>
            <a:ext cx="3532695" cy="363174"/>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现代物理学丛书 量子力学 卷</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I</a:t>
            </a:r>
            <a:endParaRPr lang="zh-CN" altLang="en-US" sz="1500"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04CBBDDF-BB9F-DD4E-1463-BBED6820E838}"/>
              </a:ext>
            </a:extLst>
          </p:cNvPr>
          <p:cNvSpPr txBox="1"/>
          <p:nvPr/>
        </p:nvSpPr>
        <p:spPr>
          <a:xfrm>
            <a:off x="7997687" y="4671391"/>
            <a:ext cx="3358469" cy="646331"/>
          </a:xfrm>
          <a:prstGeom prst="rect">
            <a:avLst/>
          </a:prstGeom>
          <a:noFill/>
        </p:spPr>
        <p:txBody>
          <a:bodyPr wrap="square" rtlCol="0">
            <a:spAutoFit/>
          </a:bodyPr>
          <a:lstStyle/>
          <a:p>
            <a:r>
              <a:rPr lang="en-US" altLang="zh-CN" dirty="0">
                <a:hlinkClick r:id="rId5" action="ppaction://hlinkfile"/>
              </a:rPr>
              <a:t>video1.mp4</a:t>
            </a:r>
            <a:endParaRPr lang="en-US" altLang="zh-CN" dirty="0"/>
          </a:p>
          <a:p>
            <a:r>
              <a:rPr lang="en-US" altLang="zh-CN" dirty="0">
                <a:hlinkClick r:id="rId6" action="ppaction://hlinkfile"/>
              </a:rPr>
              <a:t>video2.mp4</a:t>
            </a:r>
            <a:endParaRPr lang="zh-CN" altLang="en-US" dirty="0"/>
          </a:p>
        </p:txBody>
      </p:sp>
    </p:spTree>
    <p:extLst>
      <p:ext uri="{BB962C8B-B14F-4D97-AF65-F5344CB8AC3E}">
        <p14:creationId xmlns:p14="http://schemas.microsoft.com/office/powerpoint/2010/main" val="1088084244"/>
      </p:ext>
    </p:extLst>
  </p:cSld>
  <p:clrMapOvr>
    <a:masterClrMapping/>
  </p:clrMapOvr>
  <p:transition advTm="1000">
    <p:dissolv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398016" y="3023611"/>
            <a:ext cx="1527435" cy="1690370"/>
          </a:xfrm>
          <a:prstGeom prst="rect">
            <a:avLst/>
          </a:prstGeom>
        </p:spPr>
        <p:txBody>
          <a:bodyPr wrap="square" lIns="91438" tIns="45719" rIns="91438" bIns="45719">
            <a:spAutoFit/>
          </a:bodyPr>
          <a:lstStyle/>
          <a:p>
            <a:pPr algn="ctr">
              <a:lnSpc>
                <a:spcPct val="130000"/>
              </a:lnSpc>
            </a:pPr>
            <a:r>
              <a:rPr lang="zh-CN" altLang="en-US" sz="4000" dirty="0">
                <a:solidFill>
                  <a:schemeClr val="bg1"/>
                </a:solidFill>
                <a:latin typeface="微软雅黑" panose="020B0503020204020204" pitchFamily="34" charset="-122"/>
                <a:ea typeface="微软雅黑" panose="020B0503020204020204" pitchFamily="34" charset="-122"/>
              </a:rPr>
              <a:t>磁力齿轮</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2163667"/>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现象涉及磁场的相互作用和力的传递。考察不同的磁铁布局、旋转速度和旋转器之间的距离如何影响整体效果。通过观察和测量，可以了解磁场如何在旋转器之间传递，并了解影响效率的因素。理解磁场和力的基本物理原理有助于解释这一有趣的现象。</a:t>
            </a:r>
          </a:p>
        </p:txBody>
      </p:sp>
      <p:sp>
        <p:nvSpPr>
          <p:cNvPr id="21" name="圆角矩形 20"/>
          <p:cNvSpPr/>
          <p:nvPr/>
        </p:nvSpPr>
        <p:spPr>
          <a:xfrm rot="10800000" flipV="1">
            <a:off x="11083920" y="1920667"/>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679933"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论文参考</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627391"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627391" y="4381631"/>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2" name="矩形 1">
            <a:extLst>
              <a:ext uri="{FF2B5EF4-FFF2-40B4-BE49-F238E27FC236}">
                <a16:creationId xmlns:a16="http://schemas.microsoft.com/office/drawing/2014/main" id="{754A63AF-1773-B0CD-E43F-E59A54F1862F}"/>
              </a:ext>
            </a:extLst>
          </p:cNvPr>
          <p:cNvSpPr/>
          <p:nvPr/>
        </p:nvSpPr>
        <p:spPr>
          <a:xfrm>
            <a:off x="7975776" y="2196743"/>
            <a:ext cx="3532695" cy="2163667"/>
          </a:xfrm>
          <a:prstGeom prst="rect">
            <a:avLst/>
          </a:prstGeom>
        </p:spPr>
        <p:txBody>
          <a:bodyPr wrap="square" lIns="91438" tIns="45719" rIns="91438" bIns="45719">
            <a:spAutoFit/>
          </a:bodyPr>
          <a:lstStyle/>
          <a:p>
            <a:pPr>
              <a:lnSpc>
                <a:spcPct val="130000"/>
              </a:lnSpc>
            </a:pPr>
            <a:r>
              <a:rPr lang="en-US" altLang="zh-CN" sz="1500" dirty="0">
                <a:solidFill>
                  <a:schemeClr val="bg2">
                    <a:lumMod val="50000"/>
                  </a:schemeClr>
                </a:solidFill>
                <a:latin typeface="微软雅黑" panose="020B0503020204020204" pitchFamily="34" charset="-122"/>
                <a:ea typeface="微软雅黑" panose="020B0503020204020204" pitchFamily="34" charset="-122"/>
              </a:rPr>
              <a:t>[1]</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许焰</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谭建平</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刘云龙等</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大间隙磁力传动系统驱动力矩的计算方法</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[J].</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湖南大学学报</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自然科学版</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),2009,36(07):30-35.</a:t>
            </a:r>
          </a:p>
          <a:p>
            <a:pPr>
              <a:lnSpc>
                <a:spcPct val="130000"/>
              </a:lnSpc>
            </a:pPr>
            <a:r>
              <a:rPr lang="en-US" altLang="zh-CN" sz="1500" dirty="0">
                <a:solidFill>
                  <a:schemeClr val="bg2">
                    <a:lumMod val="50000"/>
                  </a:schemeClr>
                </a:solidFill>
                <a:latin typeface="微软雅黑" panose="020B0503020204020204" pitchFamily="34" charset="-122"/>
                <a:ea typeface="微软雅黑" panose="020B0503020204020204" pitchFamily="34" charset="-122"/>
              </a:rPr>
              <a:t>[2]</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秦少军</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磁力传动初探</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[J].</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宝鸡文理学院学报</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a:t>
            </a:r>
            <a:r>
              <a:rPr lang="zh-CN" altLang="en-US" sz="1500" dirty="0">
                <a:solidFill>
                  <a:schemeClr val="bg2">
                    <a:lumMod val="50000"/>
                  </a:schemeClr>
                </a:solidFill>
                <a:latin typeface="微软雅黑" panose="020B0503020204020204" pitchFamily="34" charset="-122"/>
                <a:ea typeface="微软雅黑" panose="020B0503020204020204" pitchFamily="34" charset="-122"/>
              </a:rPr>
              <a:t>自然科学版</a:t>
            </a:r>
            <a:r>
              <a:rPr lang="en-US" altLang="zh-CN" sz="1500" dirty="0">
                <a:solidFill>
                  <a:schemeClr val="bg2">
                    <a:lumMod val="50000"/>
                  </a:schemeClr>
                </a:solidFill>
                <a:latin typeface="微软雅黑" panose="020B0503020204020204" pitchFamily="34" charset="-122"/>
                <a:ea typeface="微软雅黑" panose="020B0503020204020204" pitchFamily="34" charset="-122"/>
              </a:rPr>
              <a:t>),1998(01):60-62.DOI:10.13467/j.cnki.jbuns.1998.01.018.</a:t>
            </a:r>
            <a:endParaRPr lang="zh-CN" altLang="en-US" sz="1500" dirty="0">
              <a:solidFill>
                <a:schemeClr val="bg2">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advTm="1000">
    <p:dissolv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398016" y="3023611"/>
            <a:ext cx="1527435" cy="1614799"/>
          </a:xfrm>
          <a:prstGeom prst="rect">
            <a:avLst/>
          </a:prstGeom>
        </p:spPr>
        <p:txBody>
          <a:bodyPr wrap="square" lIns="91438" tIns="45719" rIns="91438" bIns="45719">
            <a:spAutoFit/>
          </a:bodyPr>
          <a:lstStyle/>
          <a:p>
            <a:pPr algn="ctr">
              <a:lnSpc>
                <a:spcPct val="130000"/>
              </a:lnSpc>
            </a:pPr>
            <a:r>
              <a:rPr lang="zh-CN" altLang="en-US" sz="4000" dirty="0">
                <a:solidFill>
                  <a:schemeClr val="bg1"/>
                </a:solidFill>
                <a:latin typeface="微软雅黑" panose="020B0503020204020204" pitchFamily="34" charset="-122"/>
                <a:ea typeface="微软雅黑" panose="020B0503020204020204" pitchFamily="34" charset="-122"/>
              </a:rPr>
              <a:t>尺子把戏</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1563503"/>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此现象涉及碰撞力学和摩擦。研究尺子的长度、纸张的大小、球的大小和重量，以及投掷的速度和角度如何影响现象。理解与碰撞、摩擦和重力有关的物理原理有助于解释这一有趣的现象。</a:t>
            </a:r>
          </a:p>
        </p:txBody>
      </p: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Tree>
    <p:extLst>
      <p:ext uri="{BB962C8B-B14F-4D97-AF65-F5344CB8AC3E}">
        <p14:creationId xmlns:p14="http://schemas.microsoft.com/office/powerpoint/2010/main" val="2222533963"/>
      </p:ext>
    </p:extLst>
  </p:cSld>
  <p:clrMapOvr>
    <a:masterClrMapping/>
  </p:clrMapOvr>
  <p:transition advTm="1000">
    <p:dissolv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19"/>
          <p:cNvSpPr/>
          <p:nvPr/>
        </p:nvSpPr>
        <p:spPr>
          <a:xfrm>
            <a:off x="4862681" y="2884521"/>
            <a:ext cx="2259019" cy="2236715"/>
          </a:xfrm>
          <a:prstGeom prst="ellipse">
            <a:avLst/>
          </a:prstGeom>
          <a:solidFill>
            <a:srgbClr val="35669B">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nvGrpSpPr>
          <p:cNvPr id="8" name="组合 7"/>
          <p:cNvGrpSpPr/>
          <p:nvPr/>
        </p:nvGrpSpPr>
        <p:grpSpPr>
          <a:xfrm>
            <a:off x="5042785" y="2594954"/>
            <a:ext cx="2418483" cy="2515367"/>
            <a:chOff x="4721608" y="1835707"/>
            <a:chExt cx="1879634" cy="1954931"/>
          </a:xfrm>
          <a:solidFill>
            <a:srgbClr val="44546A">
              <a:alpha val="39000"/>
            </a:srgbClr>
          </a:solidFill>
        </p:grpSpPr>
        <p:sp>
          <p:nvSpPr>
            <p:cNvPr id="10" name="圆角矩形 19"/>
            <p:cNvSpPr/>
            <p:nvPr/>
          </p:nvSpPr>
          <p:spPr>
            <a:xfrm>
              <a:off x="4721608" y="1835707"/>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sp>
          <p:nvSpPr>
            <p:cNvPr id="11" name="圆角矩形 20"/>
            <p:cNvSpPr/>
            <p:nvPr/>
          </p:nvSpPr>
          <p:spPr>
            <a:xfrm>
              <a:off x="4845543" y="2052274"/>
              <a:ext cx="1755699" cy="173836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sz="4000" dirty="0">
                <a:latin typeface="微软雅黑" panose="020B0503020204020204" pitchFamily="34" charset="-122"/>
                <a:ea typeface="微软雅黑" panose="020B0503020204020204" pitchFamily="34" charset="-122"/>
              </a:endParaRPr>
            </a:p>
          </p:txBody>
        </p:sp>
      </p:grpSp>
      <p:sp>
        <p:nvSpPr>
          <p:cNvPr id="12" name="矩形 11"/>
          <p:cNvSpPr/>
          <p:nvPr/>
        </p:nvSpPr>
        <p:spPr>
          <a:xfrm>
            <a:off x="5169894" y="2997003"/>
            <a:ext cx="1883148" cy="1462514"/>
          </a:xfrm>
          <a:prstGeom prst="rect">
            <a:avLst/>
          </a:prstGeom>
        </p:spPr>
        <p:txBody>
          <a:bodyPr wrap="square" lIns="91438" tIns="45719" rIns="91438" bIns="45719">
            <a:spAutoFit/>
          </a:bodyPr>
          <a:lstStyle/>
          <a:p>
            <a:pPr algn="ctr">
              <a:lnSpc>
                <a:spcPct val="130000"/>
              </a:lnSpc>
            </a:pPr>
            <a:r>
              <a:rPr lang="zh-CN" altLang="en-US" sz="3600" dirty="0">
                <a:solidFill>
                  <a:schemeClr val="bg1"/>
                </a:solidFill>
                <a:latin typeface="微软雅黑" panose="020B0503020204020204" pitchFamily="34" charset="-122"/>
                <a:ea typeface="微软雅黑" panose="020B0503020204020204" pitchFamily="34" charset="-122"/>
              </a:rPr>
              <a:t>发射</a:t>
            </a:r>
            <a:endParaRPr lang="en-US" altLang="zh-CN" sz="3600" dirty="0">
              <a:solidFill>
                <a:schemeClr val="bg1"/>
              </a:solidFill>
              <a:latin typeface="微软雅黑" panose="020B0503020204020204" pitchFamily="34" charset="-122"/>
              <a:ea typeface="微软雅黑" panose="020B0503020204020204" pitchFamily="34" charset="-122"/>
            </a:endParaRPr>
          </a:p>
          <a:p>
            <a:pPr algn="ctr">
              <a:lnSpc>
                <a:spcPct val="130000"/>
              </a:lnSpc>
            </a:pPr>
            <a:r>
              <a:rPr lang="zh-CN" altLang="en-US" sz="3600" dirty="0">
                <a:solidFill>
                  <a:schemeClr val="bg1"/>
                </a:solidFill>
                <a:latin typeface="微软雅黑" panose="020B0503020204020204" pitchFamily="34" charset="-122"/>
                <a:ea typeface="微软雅黑" panose="020B0503020204020204" pitchFamily="34" charset="-122"/>
              </a:rPr>
              <a:t>橡皮筋</a:t>
            </a:r>
          </a:p>
        </p:txBody>
      </p:sp>
      <p:sp>
        <p:nvSpPr>
          <p:cNvPr id="13" name="圆角矩形 12"/>
          <p:cNvSpPr/>
          <p:nvPr/>
        </p:nvSpPr>
        <p:spPr>
          <a:xfrm rot="10800000" flipV="1">
            <a:off x="784904" y="1905739"/>
            <a:ext cx="272237" cy="276076"/>
          </a:xfrm>
          <a:prstGeom prst="roundRect">
            <a:avLst>
              <a:gd name="adj" fmla="val 5039"/>
            </a:avLst>
          </a:prstGeom>
          <a:solidFill>
            <a:srgbClr val="44546A"/>
          </a:solidFill>
          <a:ln>
            <a:solidFill>
              <a:srgbClr val="7F7F7F"/>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1209269"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粗略分析</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1297640"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a:xfrm>
            <a:off x="1213763" y="2320651"/>
            <a:ext cx="3532695" cy="1863585"/>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此问题涉及动力学和旋转运动。通过改变橡皮筋的拉伸方式、旋转速度和角度，可以观察其飞行距离的变化。理解橡皮筋的材料特性和旋转如何影响其飞行轨迹可以优化射击效果。实验和分析有助于找到最佳的射击条件。</a:t>
            </a:r>
          </a:p>
        </p:txBody>
      </p:sp>
      <p:sp>
        <p:nvSpPr>
          <p:cNvPr id="21" name="圆角矩形 20"/>
          <p:cNvSpPr/>
          <p:nvPr/>
        </p:nvSpPr>
        <p:spPr>
          <a:xfrm rot="10800000" flipV="1">
            <a:off x="11083920" y="1920667"/>
            <a:ext cx="272237" cy="276076"/>
          </a:xfrm>
          <a:prstGeom prst="roundRect">
            <a:avLst>
              <a:gd name="adj" fmla="val 5039"/>
            </a:avLst>
          </a:prstGeom>
          <a:solidFill>
            <a:srgbClr val="44546A"/>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679933" y="1874037"/>
            <a:ext cx="1163955" cy="449580"/>
          </a:xfrm>
          <a:prstGeom prst="rect">
            <a:avLst/>
          </a:prstGeom>
          <a:noFill/>
        </p:spPr>
        <p:txBody>
          <a:bodyPr wrap="none" lIns="91438" tIns="45719" rIns="91438" bIns="45719" rtlCol="0">
            <a:spAutoFit/>
          </a:bodyPr>
          <a:lstStyle/>
          <a:p>
            <a:pPr>
              <a:lnSpc>
                <a:spcPct val="130000"/>
              </a:lnSpc>
            </a:pPr>
            <a:r>
              <a:rPr lang="zh-CN" altLang="en-US" dirty="0">
                <a:solidFill>
                  <a:srgbClr val="44546A"/>
                </a:solidFill>
                <a:latin typeface="微软雅黑" panose="020B0503020204020204" pitchFamily="34" charset="-122"/>
                <a:ea typeface="微软雅黑" panose="020B0503020204020204" pitchFamily="34" charset="-122"/>
              </a:rPr>
              <a:t>论文参考</a:t>
            </a:r>
            <a:r>
              <a:rPr lang="en-US" altLang="zh-CN" dirty="0">
                <a:solidFill>
                  <a:srgbClr val="44546A"/>
                </a:solidFill>
                <a:latin typeface="微软雅黑" panose="020B0503020204020204" pitchFamily="34" charset="-122"/>
                <a:ea typeface="微软雅黑" panose="020B0503020204020204" pitchFamily="34" charset="-122"/>
              </a:rPr>
              <a:t> </a:t>
            </a:r>
            <a:endParaRPr lang="zh-CN" altLang="en-US" dirty="0">
              <a:solidFill>
                <a:srgbClr val="44546A"/>
              </a:solidFill>
              <a:latin typeface="微软雅黑" panose="020B0503020204020204" pitchFamily="34" charset="-122"/>
              <a:ea typeface="微软雅黑" panose="020B0503020204020204" pitchFamily="34" charset="-122"/>
            </a:endParaRPr>
          </a:p>
        </p:txBody>
      </p:sp>
      <p:cxnSp>
        <p:nvCxnSpPr>
          <p:cNvPr id="23" name="直接连接符 22"/>
          <p:cNvCxnSpPr/>
          <p:nvPr/>
        </p:nvCxnSpPr>
        <p:spPr>
          <a:xfrm>
            <a:off x="8627391" y="2242764"/>
            <a:ext cx="2229467" cy="14627"/>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122182" y="84408"/>
            <a:ext cx="4304604" cy="947722"/>
            <a:chOff x="122182" y="84408"/>
            <a:chExt cx="4304604" cy="947722"/>
          </a:xfrm>
        </p:grpSpPr>
        <p:pic>
          <p:nvPicPr>
            <p:cNvPr id="30" name="图片 2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02</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2" name="组合 31"/>
            <p:cNvGrpSpPr/>
            <p:nvPr/>
          </p:nvGrpSpPr>
          <p:grpSpPr>
            <a:xfrm>
              <a:off x="1467258" y="189315"/>
              <a:ext cx="2959528" cy="716904"/>
              <a:chOff x="1410987" y="179320"/>
              <a:chExt cx="2959528" cy="716904"/>
            </a:xfrm>
          </p:grpSpPr>
          <p:sp>
            <p:nvSpPr>
              <p:cNvPr id="33" name="Rectangle 47"/>
              <p:cNvSpPr/>
              <p:nvPr/>
            </p:nvSpPr>
            <p:spPr>
              <a:xfrm>
                <a:off x="1486748" y="179320"/>
                <a:ext cx="2833079" cy="384721"/>
              </a:xfrm>
              <a:prstGeom prst="rect">
                <a:avLst/>
              </a:prstGeom>
            </p:spPr>
            <p:txBody>
              <a:bodyPr wrap="square" lIns="0" tIns="0" rIns="0" bIns="0">
                <a:spAutoFit/>
              </a:bodyPr>
              <a:lstStyle/>
              <a:p>
                <a:r>
                  <a:rPr lang="zh-CN" altLang="en-US"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选题现状描述</a:t>
                </a:r>
                <a:endParaRPr lang="en-US" altLang="zh-CN" sz="25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4" name="矩形 33"/>
              <p:cNvSpPr/>
              <p:nvPr/>
            </p:nvSpPr>
            <p:spPr>
              <a:xfrm>
                <a:off x="1410987" y="588447"/>
                <a:ext cx="2959528" cy="307777"/>
              </a:xfrm>
              <a:prstGeom prst="rect">
                <a:avLst/>
              </a:prstGeom>
            </p:spPr>
            <p:txBody>
              <a:bodyPr wrap="none">
                <a:spAutoFit/>
              </a:bodyPr>
              <a:lstStyle/>
              <a:p>
                <a:r>
                  <a:rPr lang="en-US" altLang="zh-CN" sz="1400" dirty="0">
                    <a:solidFill>
                      <a:srgbClr val="44546A"/>
                    </a:solidFill>
                  </a:rPr>
                  <a:t>Current Description Of Topic Selection</a:t>
                </a:r>
                <a:endParaRPr lang="zh-CN" altLang="en-US" sz="1400" dirty="0">
                  <a:solidFill>
                    <a:srgbClr val="44546A"/>
                  </a:solidFill>
                </a:endParaRPr>
              </a:p>
            </p:txBody>
          </p:sp>
        </p:gr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599403" y="91843"/>
            <a:ext cx="1493859" cy="455083"/>
          </a:xfrm>
          <a:prstGeom prst="rect">
            <a:avLst/>
          </a:prstGeom>
        </p:spPr>
      </p:pic>
      <p:sp>
        <p:nvSpPr>
          <p:cNvPr id="2" name="矩形 1">
            <a:extLst>
              <a:ext uri="{FF2B5EF4-FFF2-40B4-BE49-F238E27FC236}">
                <a16:creationId xmlns:a16="http://schemas.microsoft.com/office/drawing/2014/main" id="{D13D81CA-4AB0-0D5B-56CE-4BDBBDF49B96}"/>
              </a:ext>
            </a:extLst>
          </p:cNvPr>
          <p:cNvSpPr/>
          <p:nvPr/>
        </p:nvSpPr>
        <p:spPr>
          <a:xfrm>
            <a:off x="8164897" y="2320651"/>
            <a:ext cx="3532695" cy="963339"/>
          </a:xfrm>
          <a:prstGeom prst="rect">
            <a:avLst/>
          </a:prstGeom>
        </p:spPr>
        <p:txBody>
          <a:bodyPr wrap="square" lIns="91438" tIns="45719" rIns="91438" bIns="45719">
            <a:spAutoFit/>
          </a:bodyPr>
          <a:lstStyle/>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弹性力学</a:t>
            </a:r>
            <a:endParaRPr lang="en-US" altLang="zh-CN" sz="1500" dirty="0">
              <a:solidFill>
                <a:schemeClr val="bg2">
                  <a:lumMod val="50000"/>
                </a:schemeClr>
              </a:solidFill>
              <a:latin typeface="微软雅黑" panose="020B0503020204020204" pitchFamily="34" charset="-122"/>
              <a:ea typeface="微软雅黑" panose="020B0503020204020204" pitchFamily="34" charset="-122"/>
            </a:endParaRPr>
          </a:p>
          <a:p>
            <a:pPr>
              <a:lnSpc>
                <a:spcPct val="130000"/>
              </a:lnSpc>
            </a:pPr>
            <a:endParaRPr lang="en-US" altLang="zh-CN" sz="1500" dirty="0">
              <a:solidFill>
                <a:schemeClr val="bg2">
                  <a:lumMod val="50000"/>
                </a:schemeClr>
              </a:solidFill>
              <a:latin typeface="微软雅黑" panose="020B0503020204020204" pitchFamily="34" charset="-122"/>
              <a:ea typeface="微软雅黑" panose="020B0503020204020204" pitchFamily="34" charset="-122"/>
            </a:endParaRPr>
          </a:p>
          <a:p>
            <a:pPr>
              <a:lnSpc>
                <a:spcPct val="130000"/>
              </a:lnSpc>
            </a:pPr>
            <a:r>
              <a:rPr lang="zh-CN" altLang="en-US" sz="1500" dirty="0">
                <a:solidFill>
                  <a:schemeClr val="bg2">
                    <a:lumMod val="50000"/>
                  </a:schemeClr>
                </a:solidFill>
                <a:latin typeface="微软雅黑" panose="020B0503020204020204" pitchFamily="34" charset="-122"/>
                <a:ea typeface="微软雅黑" panose="020B0503020204020204" pitchFamily="34" charset="-122"/>
              </a:rPr>
              <a:t>朗道第七卷 弹性理论</a:t>
            </a:r>
          </a:p>
        </p:txBody>
      </p:sp>
    </p:spTree>
    <p:extLst>
      <p:ext uri="{BB962C8B-B14F-4D97-AF65-F5344CB8AC3E}">
        <p14:creationId xmlns:p14="http://schemas.microsoft.com/office/powerpoint/2010/main" val="3800892552"/>
      </p:ext>
    </p:extLst>
  </p:cSld>
  <p:clrMapOvr>
    <a:masterClrMapping/>
  </p:clrMapOvr>
  <p:transition advTm="1000">
    <p:dissolv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实验方案及结论</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
          <p:cNvSpPr/>
          <p:nvPr/>
        </p:nvSpPr>
        <p:spPr>
          <a:xfrm>
            <a:off x="6594403" y="2403116"/>
            <a:ext cx="1809598" cy="553998"/>
          </a:xfrm>
          <a:prstGeom prst="rect">
            <a:avLst/>
          </a:prstGeom>
        </p:spPr>
        <p:txBody>
          <a:bodyPr wrap="none">
            <a:spAutoFit/>
          </a:bodyPr>
          <a:lstStyle/>
          <a:p>
            <a:r>
              <a:rPr lang="zh-CN" altLang="en-US" sz="3000" dirty="0">
                <a:solidFill>
                  <a:srgbClr val="44546A"/>
                </a:solidFill>
              </a:rPr>
              <a:t>Part </a:t>
            </a:r>
            <a:r>
              <a:rPr lang="en-US" altLang="zh-CN" sz="3000" dirty="0">
                <a:solidFill>
                  <a:srgbClr val="44546A"/>
                </a:solidFill>
              </a:rPr>
              <a:t>Three</a:t>
            </a:r>
            <a:endParaRPr lang="zh-CN" altLang="en-US" sz="3000" dirty="0">
              <a:solidFill>
                <a:srgbClr val="44546A"/>
              </a:solidFill>
            </a:endParaRP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707886"/>
          </a:xfrm>
          <a:prstGeom prst="rect">
            <a:avLst/>
          </a:prstGeom>
        </p:spPr>
        <p:txBody>
          <a:bodyPr wrap="square">
            <a:spAutoFit/>
          </a:bodyPr>
          <a:lstStyle/>
          <a:p>
            <a:r>
              <a:rPr lang="en-US" altLang="zh-CN" sz="2000" dirty="0">
                <a:solidFill>
                  <a:srgbClr val="44546A"/>
                </a:solidFill>
              </a:rPr>
              <a:t>Experimental Scheme And Conclusion</a:t>
            </a:r>
            <a:endParaRPr lang="zh-CN" altLang="en-US" sz="2000" dirty="0">
              <a:solidFill>
                <a:srgbClr val="44546A"/>
              </a:solidFill>
            </a:endParaRP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3371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3778274"/>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量子光调节器</a:t>
            </a:r>
          </a:p>
          <a:p>
            <a:pPr>
              <a:lnSpc>
                <a:spcPct val="130000"/>
              </a:lnSpc>
            </a:pPr>
            <a:r>
              <a:rPr lang="zh-CN" altLang="en-US" dirty="0">
                <a:solidFill>
                  <a:schemeClr val="bg1"/>
                </a:solidFill>
                <a:latin typeface="微软雅黑" panose="020B0503020204020204" pitchFamily="34" charset="-122"/>
                <a:ea typeface="微软雅黑" panose="020B0503020204020204" pitchFamily="34" charset="-122"/>
              </a:rPr>
              <a:t>量子光调节器的主要理论是钠离子在磁场中发生的反常</a:t>
            </a:r>
            <a:r>
              <a:rPr lang="en-US" altLang="zh-CN" dirty="0">
                <a:solidFill>
                  <a:schemeClr val="bg1"/>
                </a:solidFill>
                <a:latin typeface="微软雅黑" panose="020B0503020204020204" pitchFamily="34" charset="-122"/>
                <a:ea typeface="微软雅黑" panose="020B0503020204020204" pitchFamily="34" charset="-122"/>
              </a:rPr>
              <a:t>Zeeman</a:t>
            </a:r>
            <a:r>
              <a:rPr lang="zh-CN" altLang="en-US" dirty="0">
                <a:solidFill>
                  <a:schemeClr val="bg1"/>
                </a:solidFill>
                <a:latin typeface="微软雅黑" panose="020B0503020204020204" pitchFamily="34" charset="-122"/>
                <a:ea typeface="微软雅黑" panose="020B0503020204020204" pitchFamily="34" charset="-122"/>
              </a:rPr>
              <a:t>效应，使得钠双线发生了分裂，使得原来可以吸收的光谱并非全部吸收（考虑谱线宽度），宏观上现象是火焰的阴影变得更淡。</a:t>
            </a:r>
            <a:endParaRPr lang="en-US" altLang="zh-CN" dirty="0">
              <a:solidFill>
                <a:schemeClr val="bg1"/>
              </a:solidFill>
              <a:latin typeface="微软雅黑" panose="020B0503020204020204" pitchFamily="34" charset="-122"/>
              <a:ea typeface="微软雅黑" panose="020B0503020204020204" pitchFamily="34" charset="-122"/>
            </a:endParaRPr>
          </a:p>
          <a:p>
            <a:pPr>
              <a:lnSpc>
                <a:spcPct val="130000"/>
              </a:lnSpc>
            </a:pPr>
            <a:r>
              <a:rPr lang="zh-CN" altLang="en-US" dirty="0">
                <a:solidFill>
                  <a:schemeClr val="bg1"/>
                </a:solidFill>
                <a:latin typeface="微软雅黑" panose="020B0503020204020204" pitchFamily="34" charset="-122"/>
                <a:ea typeface="微软雅黑" panose="020B0503020204020204" pitchFamily="34" charset="-122"/>
              </a:rPr>
              <a:t>我们的初步实验想法是通过在光屏上加装光电传感器，将眼睛定性描述的值定量化，再通过磁场强度计算，验证受反常</a:t>
            </a:r>
            <a:r>
              <a:rPr lang="en-US" altLang="zh-CN" dirty="0">
                <a:solidFill>
                  <a:schemeClr val="bg1"/>
                </a:solidFill>
                <a:latin typeface="微软雅黑" panose="020B0503020204020204" pitchFamily="34" charset="-122"/>
                <a:ea typeface="微软雅黑" panose="020B0503020204020204" pitchFamily="34" charset="-122"/>
              </a:rPr>
              <a:t>Zeeman</a:t>
            </a:r>
            <a:r>
              <a:rPr lang="zh-CN" altLang="en-US" dirty="0">
                <a:solidFill>
                  <a:schemeClr val="bg1"/>
                </a:solidFill>
                <a:latin typeface="微软雅黑" panose="020B0503020204020204" pitchFamily="34" charset="-122"/>
                <a:ea typeface="微软雅黑" panose="020B0503020204020204" pitchFamily="34" charset="-122"/>
              </a:rPr>
              <a:t>效应的</a:t>
            </a:r>
            <a:r>
              <a:rPr lang="en-US" altLang="zh-CN" dirty="0">
                <a:solidFill>
                  <a:schemeClr val="bg1"/>
                </a:solidFill>
                <a:latin typeface="微软雅黑" panose="020B0503020204020204" pitchFamily="34" charset="-122"/>
                <a:ea typeface="微软雅黑" panose="020B0503020204020204" pitchFamily="34" charset="-122"/>
              </a:rPr>
              <a:t>Na</a:t>
            </a:r>
            <a:r>
              <a:rPr lang="zh-CN" altLang="en-US" dirty="0">
                <a:solidFill>
                  <a:schemeClr val="bg1"/>
                </a:solidFill>
                <a:latin typeface="微软雅黑" panose="020B0503020204020204" pitchFamily="34" charset="-122"/>
                <a:ea typeface="微软雅黑" panose="020B0503020204020204" pitchFamily="34" charset="-122"/>
              </a:rPr>
              <a:t>离子模型的正确性。</a:t>
            </a:r>
            <a:endParaRPr lang="en-US" altLang="zh-CN"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extLst>
      <p:ext uri="{BB962C8B-B14F-4D97-AF65-F5344CB8AC3E}">
        <p14:creationId xmlns:p14="http://schemas.microsoft.com/office/powerpoint/2010/main" val="3542990421"/>
      </p:ext>
    </p:extLst>
  </p:cSld>
  <p:clrMapOvr>
    <a:masterClrMapping/>
  </p:clrMapOvr>
  <p:transition advTm="1000">
    <p:dissolv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3371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525653"/>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磁力齿轮</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extLst>
      <p:ext uri="{BB962C8B-B14F-4D97-AF65-F5344CB8AC3E}">
        <p14:creationId xmlns:p14="http://schemas.microsoft.com/office/powerpoint/2010/main" val="2733451438"/>
      </p:ext>
    </p:extLst>
  </p:cSld>
  <p:clrMapOvr>
    <a:masterClrMapping/>
  </p:clrMapOvr>
  <p:transition advTm="1000">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5149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4138373"/>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尺子把戏</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130000"/>
              </a:lnSpc>
            </a:pP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基本的原因是因为纸张发生形变的速度快于纸张边缘泄气的速度，使得纸张内部出现一个负压区，这个压强差保证尺子不会翻倒。</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定性说明大气压必要性的实验可以通过对一个密闭空间内抽取部分空气使压强降低，再实验测得能使尺子翻的小球最小质量，看其随压强的变化趋势。</a:t>
            </a:r>
            <a:endParaRPr lang="en-US" altLang="zh-CN" dirty="0">
              <a:solidFill>
                <a:prstClr val="white"/>
              </a:solidFill>
              <a:latin typeface="微软雅黑" panose="020B0503020204020204" pitchFamily="34" charset="-122"/>
              <a:ea typeface="微软雅黑" panose="020B0503020204020204" pitchFamily="34" charset="-122"/>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更定量的计算可通过受力分析计算尺子应力分布得到尺子形状，大致计算出尺子翘起的高度，再计算气体的负压。</a:t>
            </a:r>
            <a:endParaRPr lang="en-US" altLang="zh-CN" sz="2400" b="1"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extLst>
      <p:ext uri="{BB962C8B-B14F-4D97-AF65-F5344CB8AC3E}">
        <p14:creationId xmlns:p14="http://schemas.microsoft.com/office/powerpoint/2010/main" val="2269573056"/>
      </p:ext>
    </p:extLst>
  </p:cSld>
  <p:clrMapOvr>
    <a:masterClrMapping/>
  </p:clrMapOvr>
  <p:transition advTm="1000">
    <p:dissolv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543019" y="1479414"/>
            <a:ext cx="6996681" cy="4514986"/>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797329" y="1714889"/>
            <a:ext cx="4732189" cy="3778274"/>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发射橡皮筋</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根</a:t>
            </a:r>
            <a:r>
              <a:rPr kumimoji="0" lang="zh-CN" altLang="en-US"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本的原因是因为单位形变量扭转的橡皮筋所储存的弹性势能多于拉伸的橡皮筋所储存的弹性势能。</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可以通过弹性力学对其进一步分析计算，定量给出怎样的扭转是橡皮筋得到较大的能量密度。</a:t>
            </a:r>
            <a:endParaRPr lang="en-US" altLang="zh-CN" dirty="0">
              <a:solidFill>
                <a:prstClr val="white"/>
              </a:solidFill>
              <a:latin typeface="微软雅黑" panose="020B0503020204020204" pitchFamily="34" charset="-122"/>
              <a:ea typeface="微软雅黑" panose="020B0503020204020204" pitchFamily="34" charset="-122"/>
            </a:endParaRPr>
          </a:p>
          <a:p>
            <a:pPr>
              <a:lnSpc>
                <a:spcPct val="130000"/>
              </a:lnSpc>
            </a:pPr>
            <a:r>
              <a:rPr lang="zh-CN" altLang="en-US" dirty="0">
                <a:solidFill>
                  <a:prstClr val="white"/>
                </a:solidFill>
                <a:latin typeface="微软雅黑" panose="020B0503020204020204" pitchFamily="34" charset="-122"/>
                <a:ea typeface="微软雅黑" panose="020B0503020204020204" pitchFamily="34" charset="-122"/>
              </a:rPr>
              <a:t>对于具体的实验可以通过定量的操作使橡皮筋有一定的势能，通过测量弹飞的距离来得到储存势能多少。</a:t>
            </a:r>
            <a:endParaRPr kumimoji="0" lang="en-US" altLang="zh-CN" sz="18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03</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选题运行过程</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834302" cy="307777"/>
              </a:xfrm>
              <a:prstGeom prst="rect">
                <a:avLst/>
              </a:prstGeom>
            </p:spPr>
            <p:txBody>
              <a:bodyPr wrap="none">
                <a:spAutoFit/>
              </a:bodyPr>
              <a:lstStyle/>
              <a:p>
                <a:r>
                  <a:rPr lang="en-US" altLang="zh-CN" sz="1400" dirty="0">
                    <a:solidFill>
                      <a:srgbClr val="44546A"/>
                    </a:solidFill>
                  </a:rPr>
                  <a:t>Operation Process of Topic Selection</a:t>
                </a:r>
                <a:endParaRPr lang="zh-CN" altLang="en-US" sz="1400" dirty="0">
                  <a:solidFill>
                    <a:srgbClr val="44546A"/>
                  </a:solidFill>
                </a:endParaRPr>
              </a:p>
            </p:txBody>
          </p:sp>
        </p:grpSp>
      </p:grpSp>
    </p:spTree>
    <p:extLst>
      <p:ext uri="{BB962C8B-B14F-4D97-AF65-F5344CB8AC3E}">
        <p14:creationId xmlns:p14="http://schemas.microsoft.com/office/powerpoint/2010/main" val="2552431882"/>
      </p:ext>
    </p:extLst>
  </p:cSld>
  <p:clrMapOvr>
    <a:masterClrMapping/>
  </p:clrMapOvr>
  <p:transition advTm="1000">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a:extLst>
              <a:ext uri="{28A0092B-C50C-407E-A947-70E740481C1C}">
                <a14:useLocalDpi xmlns:a14="http://schemas.microsoft.com/office/drawing/2010/main" val="0"/>
              </a:ext>
            </a:extLst>
          </a:blip>
          <a:srcRect l="14060" t="44965" r="18924"/>
          <a:stretch>
            <a:fillRect/>
          </a:stretch>
        </p:blipFill>
        <p:spPr>
          <a:xfrm rot="8596803">
            <a:off x="1917653" y="1572426"/>
            <a:ext cx="4264244" cy="3501911"/>
          </a:xfrm>
          <a:prstGeom prst="rect">
            <a:avLst/>
          </a:prstGeom>
        </p:spPr>
      </p:pic>
      <p:sp>
        <p:nvSpPr>
          <p:cNvPr id="3" name="Rectangle 47"/>
          <p:cNvSpPr/>
          <p:nvPr/>
        </p:nvSpPr>
        <p:spPr>
          <a:xfrm>
            <a:off x="3369210" y="2884440"/>
            <a:ext cx="1038334" cy="1107996"/>
          </a:xfrm>
          <a:prstGeom prst="rect">
            <a:avLst/>
          </a:prstGeom>
        </p:spPr>
        <p:txBody>
          <a:bodyPr wrap="square" lIns="0" tIns="0" rIns="0" bIns="0">
            <a:spAutoFit/>
          </a:bodyPr>
          <a:lstStyle/>
          <a:p>
            <a:pPr algn="dist"/>
            <a:r>
              <a:rPr lang="en-US" altLang="zh-CN" sz="7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7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sp>
        <p:nvSpPr>
          <p:cNvPr id="5" name="Rectangle 47"/>
          <p:cNvSpPr/>
          <p:nvPr/>
        </p:nvSpPr>
        <p:spPr>
          <a:xfrm>
            <a:off x="6683975" y="3107937"/>
            <a:ext cx="3085793" cy="430530"/>
          </a:xfrm>
          <a:prstGeom prst="rect">
            <a:avLst/>
          </a:prstGeom>
        </p:spPr>
        <p:txBody>
          <a:bodyPr wrap="square" lIns="0" tIns="0" rIns="0" bIns="0">
            <a:spAutoFit/>
          </a:bodyPr>
          <a:lstStyle/>
          <a:p>
            <a:r>
              <a:rPr lang="zh-CN" altLang="en-US"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a:t>
            </a:r>
            <a:endParaRPr lang="en-US" altLang="zh-CN" sz="28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 name="矩形 1"/>
          <p:cNvSpPr/>
          <p:nvPr/>
        </p:nvSpPr>
        <p:spPr>
          <a:xfrm>
            <a:off x="6594403" y="2403116"/>
            <a:ext cx="1620252" cy="553998"/>
          </a:xfrm>
          <a:prstGeom prst="rect">
            <a:avLst/>
          </a:prstGeom>
        </p:spPr>
        <p:txBody>
          <a:bodyPr wrap="none">
            <a:spAutoFit/>
          </a:bodyPr>
          <a:lstStyle/>
          <a:p>
            <a:r>
              <a:rPr lang="zh-CN" altLang="en-US" sz="3000" dirty="0">
                <a:solidFill>
                  <a:srgbClr val="44546A"/>
                </a:solidFill>
              </a:rPr>
              <a:t>Part </a:t>
            </a:r>
            <a:r>
              <a:rPr lang="en-US" altLang="zh-CN" sz="3000" dirty="0">
                <a:solidFill>
                  <a:srgbClr val="44546A"/>
                </a:solidFill>
              </a:rPr>
              <a:t>Four</a:t>
            </a:r>
            <a:endParaRPr lang="zh-CN" altLang="en-US" sz="3000" dirty="0">
              <a:solidFill>
                <a:srgbClr val="44546A"/>
              </a:solidFill>
            </a:endParaRPr>
          </a:p>
        </p:txBody>
      </p:sp>
      <p:cxnSp>
        <p:nvCxnSpPr>
          <p:cNvPr id="6" name="直接连接符 5"/>
          <p:cNvCxnSpPr/>
          <p:nvPr/>
        </p:nvCxnSpPr>
        <p:spPr>
          <a:xfrm>
            <a:off x="6670912" y="374250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594403" y="3992436"/>
            <a:ext cx="2643051" cy="398780"/>
          </a:xfrm>
          <a:prstGeom prst="rect">
            <a:avLst/>
          </a:prstGeom>
        </p:spPr>
        <p:txBody>
          <a:bodyPr wrap="square">
            <a:spAutoFit/>
          </a:bodyPr>
          <a:lstStyle/>
          <a:p>
            <a:r>
              <a:rPr lang="en-US" altLang="zh-CN" sz="2000" dirty="0">
                <a:solidFill>
                  <a:srgbClr val="44546A"/>
                </a:solidFill>
              </a:rPr>
              <a:t>Future Development </a:t>
            </a:r>
            <a:endParaRPr lang="zh-CN" altLang="en-US" sz="2000" dirty="0">
              <a:solidFill>
                <a:srgbClr val="44546A"/>
              </a:solidFill>
            </a:endParaRPr>
          </a:p>
        </p:txBody>
      </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animEffect transition="in" filter="fade">
                                      <p:cBhvr>
                                        <p:cTn id="15" dur="500"/>
                                        <p:tgtEl>
                                          <p:spTgt spid="3"/>
                                        </p:tgtEl>
                                      </p:cBhvr>
                                    </p:animEffect>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42" presetClass="entr" presetSubtype="0"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childTnLst>
                          </p:cTn>
                        </p:par>
                        <p:par>
                          <p:cTn id="28" fill="hold">
                            <p:stCondLst>
                              <p:cond delay="3000"/>
                            </p:stCondLst>
                            <p:childTnLst>
                              <p:par>
                                <p:cTn id="29" presetID="42" presetClass="entr" presetSubtype="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1000"/>
                                        <p:tgtEl>
                                          <p:spTgt spid="6"/>
                                        </p:tgtEl>
                                      </p:cBhvr>
                                    </p:animEffect>
                                    <p:anim calcmode="lin" valueType="num">
                                      <p:cBhvr>
                                        <p:cTn id="32" dur="1000" fill="hold"/>
                                        <p:tgtEl>
                                          <p:spTgt spid="6"/>
                                        </p:tgtEl>
                                        <p:attrNameLst>
                                          <p:attrName>ppt_x</p:attrName>
                                        </p:attrNameLst>
                                      </p:cBhvr>
                                      <p:tavLst>
                                        <p:tav tm="0">
                                          <p:val>
                                            <p:strVal val="#ppt_x"/>
                                          </p:val>
                                        </p:tav>
                                        <p:tav tm="100000">
                                          <p:val>
                                            <p:strVal val="#ppt_x"/>
                                          </p:val>
                                        </p:tav>
                                      </p:tavLst>
                                    </p:anim>
                                    <p:anim calcmode="lin" valueType="num">
                                      <p:cBhvr>
                                        <p:cTn id="33" dur="1000" fill="hold"/>
                                        <p:tgtEl>
                                          <p:spTgt spid="6"/>
                                        </p:tgtEl>
                                        <p:attrNameLst>
                                          <p:attrName>ppt_y</p:attrName>
                                        </p:attrNameLst>
                                      </p:cBhvr>
                                      <p:tavLst>
                                        <p:tav tm="0">
                                          <p:val>
                                            <p:strVal val="#ppt_y+.1"/>
                                          </p:val>
                                        </p:tav>
                                        <p:tav tm="100000">
                                          <p:val>
                                            <p:strVal val="#ppt_y"/>
                                          </p:val>
                                        </p:tav>
                                      </p:tavLst>
                                    </p:anim>
                                  </p:childTnLst>
                                </p:cTn>
                              </p:par>
                            </p:childTnLst>
                          </p:cTn>
                        </p:par>
                        <p:par>
                          <p:cTn id="34" fill="hold">
                            <p:stCondLst>
                              <p:cond delay="4000"/>
                            </p:stCondLst>
                            <p:childTnLst>
                              <p:par>
                                <p:cTn id="35" presetID="42" presetClass="entr" presetSubtype="0" fill="hold" grpId="0" nodeType="after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7"/>
          <p:cNvSpPr/>
          <p:nvPr/>
        </p:nvSpPr>
        <p:spPr>
          <a:xfrm>
            <a:off x="292416" y="94063"/>
            <a:ext cx="448364" cy="492443"/>
          </a:xfrm>
          <a:prstGeom prst="rect">
            <a:avLst/>
          </a:prstGeom>
        </p:spPr>
        <p:txBody>
          <a:bodyPr wrap="square" lIns="0" tIns="0" rIns="0" bIns="0">
            <a:spAutoFit/>
          </a:bodyPr>
          <a:lstStyle/>
          <a:p>
            <a:pPr algn="dist"/>
            <a:r>
              <a:rPr lang="en-US" altLang="zh-CN" sz="3200">
                <a:solidFill>
                  <a:schemeClr val="bg1"/>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chemeClr val="bg1"/>
              </a:solidFill>
              <a:latin typeface="Impact" panose="020B0806030902050204" pitchFamily="34" charset="0"/>
              <a:ea typeface="微软雅黑" panose="020B0503020204020204" pitchFamily="34" charset="-122"/>
              <a:cs typeface="Arial" panose="020B0604020202020204" pitchFamily="34" charset="0"/>
            </a:endParaRPr>
          </a:p>
        </p:txBody>
      </p:sp>
      <p:sp>
        <p:nvSpPr>
          <p:cNvPr id="6" name="Freeform 182"/>
          <p:cNvSpPr/>
          <p:nvPr/>
        </p:nvSpPr>
        <p:spPr bwMode="auto">
          <a:xfrm>
            <a:off x="7326628" y="2740139"/>
            <a:ext cx="184710" cy="149528"/>
          </a:xfrm>
          <a:custGeom>
            <a:avLst/>
            <a:gdLst>
              <a:gd name="T0" fmla="*/ 77 w 77"/>
              <a:gd name="T1" fmla="*/ 7 h 62"/>
              <a:gd name="T2" fmla="*/ 68 w 77"/>
              <a:gd name="T3" fmla="*/ 10 h 62"/>
              <a:gd name="T4" fmla="*/ 75 w 77"/>
              <a:gd name="T5" fmla="*/ 1 h 62"/>
              <a:gd name="T6" fmla="*/ 65 w 77"/>
              <a:gd name="T7" fmla="*/ 5 h 62"/>
              <a:gd name="T8" fmla="*/ 53 w 77"/>
              <a:gd name="T9" fmla="*/ 0 h 62"/>
              <a:gd name="T10" fmla="*/ 38 w 77"/>
              <a:gd name="T11" fmla="*/ 15 h 62"/>
              <a:gd name="T12" fmla="*/ 38 w 77"/>
              <a:gd name="T13" fmla="*/ 19 h 62"/>
              <a:gd name="T14" fmla="*/ 6 w 77"/>
              <a:gd name="T15" fmla="*/ 3 h 62"/>
              <a:gd name="T16" fmla="*/ 3 w 77"/>
              <a:gd name="T17" fmla="*/ 10 h 62"/>
              <a:gd name="T18" fmla="*/ 10 w 77"/>
              <a:gd name="T19" fmla="*/ 24 h 62"/>
              <a:gd name="T20" fmla="*/ 3 w 77"/>
              <a:gd name="T21" fmla="*/ 22 h 62"/>
              <a:gd name="T22" fmla="*/ 3 w 77"/>
              <a:gd name="T23" fmla="*/ 22 h 62"/>
              <a:gd name="T24" fmla="*/ 16 w 77"/>
              <a:gd name="T25" fmla="*/ 37 h 62"/>
              <a:gd name="T26" fmla="*/ 12 w 77"/>
              <a:gd name="T27" fmla="*/ 38 h 62"/>
              <a:gd name="T28" fmla="*/ 9 w 77"/>
              <a:gd name="T29" fmla="*/ 38 h 62"/>
              <a:gd name="T30" fmla="*/ 24 w 77"/>
              <a:gd name="T31" fmla="*/ 48 h 62"/>
              <a:gd name="T32" fmla="*/ 4 w 77"/>
              <a:gd name="T33" fmla="*/ 55 h 62"/>
              <a:gd name="T34" fmla="*/ 0 w 77"/>
              <a:gd name="T35" fmla="*/ 55 h 62"/>
              <a:gd name="T36" fmla="*/ 24 w 77"/>
              <a:gd name="T37" fmla="*/ 62 h 62"/>
              <a:gd name="T38" fmla="*/ 69 w 77"/>
              <a:gd name="T39" fmla="*/ 17 h 62"/>
              <a:gd name="T40" fmla="*/ 69 w 77"/>
              <a:gd name="T41" fmla="*/ 15 h 62"/>
              <a:gd name="T42" fmla="*/ 77 w 77"/>
              <a:gd name="T43" fmla="*/ 7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7" h="62">
                <a:moveTo>
                  <a:pt x="77" y="7"/>
                </a:moveTo>
                <a:cubicBezTo>
                  <a:pt x="74" y="8"/>
                  <a:pt x="71" y="9"/>
                  <a:pt x="68" y="10"/>
                </a:cubicBezTo>
                <a:cubicBezTo>
                  <a:pt x="71" y="8"/>
                  <a:pt x="74" y="4"/>
                  <a:pt x="75" y="1"/>
                </a:cubicBezTo>
                <a:cubicBezTo>
                  <a:pt x="72" y="3"/>
                  <a:pt x="68" y="4"/>
                  <a:pt x="65" y="5"/>
                </a:cubicBezTo>
                <a:cubicBezTo>
                  <a:pt x="62" y="2"/>
                  <a:pt x="58" y="0"/>
                  <a:pt x="53" y="0"/>
                </a:cubicBezTo>
                <a:cubicBezTo>
                  <a:pt x="45" y="0"/>
                  <a:pt x="38" y="7"/>
                  <a:pt x="38" y="15"/>
                </a:cubicBezTo>
                <a:cubicBezTo>
                  <a:pt x="38" y="17"/>
                  <a:pt x="38" y="18"/>
                  <a:pt x="38" y="19"/>
                </a:cubicBezTo>
                <a:cubicBezTo>
                  <a:pt x="25" y="18"/>
                  <a:pt x="13" y="12"/>
                  <a:pt x="6" y="3"/>
                </a:cubicBezTo>
                <a:cubicBezTo>
                  <a:pt x="4" y="5"/>
                  <a:pt x="3" y="8"/>
                  <a:pt x="3" y="10"/>
                </a:cubicBezTo>
                <a:cubicBezTo>
                  <a:pt x="3" y="16"/>
                  <a:pt x="6" y="21"/>
                  <a:pt x="10" y="24"/>
                </a:cubicBezTo>
                <a:cubicBezTo>
                  <a:pt x="8" y="24"/>
                  <a:pt x="5" y="23"/>
                  <a:pt x="3" y="22"/>
                </a:cubicBezTo>
                <a:cubicBezTo>
                  <a:pt x="3" y="22"/>
                  <a:pt x="3" y="22"/>
                  <a:pt x="3" y="22"/>
                </a:cubicBezTo>
                <a:cubicBezTo>
                  <a:pt x="3" y="29"/>
                  <a:pt x="9" y="36"/>
                  <a:pt x="16" y="37"/>
                </a:cubicBezTo>
                <a:cubicBezTo>
                  <a:pt x="15" y="38"/>
                  <a:pt x="13" y="38"/>
                  <a:pt x="12" y="38"/>
                </a:cubicBezTo>
                <a:cubicBezTo>
                  <a:pt x="11" y="38"/>
                  <a:pt x="10" y="38"/>
                  <a:pt x="9" y="38"/>
                </a:cubicBezTo>
                <a:cubicBezTo>
                  <a:pt x="11" y="44"/>
                  <a:pt x="17" y="48"/>
                  <a:pt x="24" y="48"/>
                </a:cubicBezTo>
                <a:cubicBezTo>
                  <a:pt x="18" y="53"/>
                  <a:pt x="11" y="55"/>
                  <a:pt x="4" y="55"/>
                </a:cubicBezTo>
                <a:cubicBezTo>
                  <a:pt x="3" y="55"/>
                  <a:pt x="1" y="55"/>
                  <a:pt x="0" y="55"/>
                </a:cubicBezTo>
                <a:cubicBezTo>
                  <a:pt x="7" y="59"/>
                  <a:pt x="15" y="62"/>
                  <a:pt x="24" y="62"/>
                </a:cubicBezTo>
                <a:cubicBezTo>
                  <a:pt x="53" y="62"/>
                  <a:pt x="69" y="38"/>
                  <a:pt x="69" y="17"/>
                </a:cubicBezTo>
                <a:cubicBezTo>
                  <a:pt x="69" y="17"/>
                  <a:pt x="69" y="16"/>
                  <a:pt x="69" y="15"/>
                </a:cubicBezTo>
                <a:cubicBezTo>
                  <a:pt x="72" y="13"/>
                  <a:pt x="75" y="10"/>
                  <a:pt x="77" y="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Freeform 184"/>
          <p:cNvSpPr>
            <a:spLocks noEditPoints="1"/>
          </p:cNvSpPr>
          <p:nvPr/>
        </p:nvSpPr>
        <p:spPr bwMode="auto">
          <a:xfrm>
            <a:off x="7502542" y="3313326"/>
            <a:ext cx="184710" cy="184710"/>
          </a:xfrm>
          <a:custGeom>
            <a:avLst/>
            <a:gdLst>
              <a:gd name="T0" fmla="*/ 38 w 77"/>
              <a:gd name="T1" fmla="*/ 0 h 77"/>
              <a:gd name="T2" fmla="*/ 0 w 77"/>
              <a:gd name="T3" fmla="*/ 39 h 77"/>
              <a:gd name="T4" fmla="*/ 38 w 77"/>
              <a:gd name="T5" fmla="*/ 77 h 77"/>
              <a:gd name="T6" fmla="*/ 77 w 77"/>
              <a:gd name="T7" fmla="*/ 39 h 77"/>
              <a:gd name="T8" fmla="*/ 38 w 77"/>
              <a:gd name="T9" fmla="*/ 0 h 77"/>
              <a:gd name="T10" fmla="*/ 24 w 77"/>
              <a:gd name="T11" fmla="*/ 39 h 77"/>
              <a:gd name="T12" fmla="*/ 38 w 77"/>
              <a:gd name="T13" fmla="*/ 24 h 77"/>
              <a:gd name="T14" fmla="*/ 53 w 77"/>
              <a:gd name="T15" fmla="*/ 39 h 77"/>
              <a:gd name="T16" fmla="*/ 38 w 77"/>
              <a:gd name="T17" fmla="*/ 53 h 77"/>
              <a:gd name="T18" fmla="*/ 24 w 77"/>
              <a:gd name="T19" fmla="*/ 39 h 77"/>
              <a:gd name="T20" fmla="*/ 70 w 77"/>
              <a:gd name="T21" fmla="*/ 52 h 77"/>
              <a:gd name="T22" fmla="*/ 70 w 77"/>
              <a:gd name="T23" fmla="*/ 52 h 77"/>
              <a:gd name="T24" fmla="*/ 56 w 77"/>
              <a:gd name="T25" fmla="*/ 46 h 77"/>
              <a:gd name="T26" fmla="*/ 58 w 77"/>
              <a:gd name="T27" fmla="*/ 39 h 77"/>
              <a:gd name="T28" fmla="*/ 56 w 77"/>
              <a:gd name="T29" fmla="*/ 31 h 77"/>
              <a:gd name="T30" fmla="*/ 66 w 77"/>
              <a:gd name="T31" fmla="*/ 27 h 77"/>
              <a:gd name="T32" fmla="*/ 70 w 77"/>
              <a:gd name="T33" fmla="*/ 26 h 77"/>
              <a:gd name="T34" fmla="*/ 72 w 77"/>
              <a:gd name="T35" fmla="*/ 39 h 77"/>
              <a:gd name="T36" fmla="*/ 70 w 77"/>
              <a:gd name="T37" fmla="*/ 52 h 77"/>
              <a:gd name="T38" fmla="*/ 51 w 77"/>
              <a:gd name="T39" fmla="*/ 7 h 77"/>
              <a:gd name="T40" fmla="*/ 51 w 77"/>
              <a:gd name="T41" fmla="*/ 7 h 77"/>
              <a:gd name="T42" fmla="*/ 51 w 77"/>
              <a:gd name="T43" fmla="*/ 7 h 77"/>
              <a:gd name="T44" fmla="*/ 46 w 77"/>
              <a:gd name="T45" fmla="*/ 21 h 77"/>
              <a:gd name="T46" fmla="*/ 38 w 77"/>
              <a:gd name="T47" fmla="*/ 19 h 77"/>
              <a:gd name="T48" fmla="*/ 31 w 77"/>
              <a:gd name="T49" fmla="*/ 21 h 77"/>
              <a:gd name="T50" fmla="*/ 28 w 77"/>
              <a:gd name="T51" fmla="*/ 14 h 77"/>
              <a:gd name="T52" fmla="*/ 25 w 77"/>
              <a:gd name="T53" fmla="*/ 7 h 77"/>
              <a:gd name="T54" fmla="*/ 38 w 77"/>
              <a:gd name="T55" fmla="*/ 5 h 77"/>
              <a:gd name="T56" fmla="*/ 51 w 77"/>
              <a:gd name="T57" fmla="*/ 7 h 77"/>
              <a:gd name="T58" fmla="*/ 7 w 77"/>
              <a:gd name="T59" fmla="*/ 26 h 77"/>
              <a:gd name="T60" fmla="*/ 14 w 77"/>
              <a:gd name="T61" fmla="*/ 29 h 77"/>
              <a:gd name="T62" fmla="*/ 20 w 77"/>
              <a:gd name="T63" fmla="*/ 31 h 77"/>
              <a:gd name="T64" fmla="*/ 19 w 77"/>
              <a:gd name="T65" fmla="*/ 39 h 77"/>
              <a:gd name="T66" fmla="*/ 20 w 77"/>
              <a:gd name="T67" fmla="*/ 46 h 77"/>
              <a:gd name="T68" fmla="*/ 7 w 77"/>
              <a:gd name="T69" fmla="*/ 52 h 77"/>
              <a:gd name="T70" fmla="*/ 4 w 77"/>
              <a:gd name="T71" fmla="*/ 39 h 77"/>
              <a:gd name="T72" fmla="*/ 7 w 77"/>
              <a:gd name="T73" fmla="*/ 26 h 77"/>
              <a:gd name="T74" fmla="*/ 25 w 77"/>
              <a:gd name="T75" fmla="*/ 70 h 77"/>
              <a:gd name="T76" fmla="*/ 27 w 77"/>
              <a:gd name="T77" fmla="*/ 66 h 77"/>
              <a:gd name="T78" fmla="*/ 31 w 77"/>
              <a:gd name="T79" fmla="*/ 57 h 77"/>
              <a:gd name="T80" fmla="*/ 38 w 77"/>
              <a:gd name="T81" fmla="*/ 58 h 77"/>
              <a:gd name="T82" fmla="*/ 46 w 77"/>
              <a:gd name="T83" fmla="*/ 57 h 77"/>
              <a:gd name="T84" fmla="*/ 51 w 77"/>
              <a:gd name="T85" fmla="*/ 70 h 77"/>
              <a:gd name="T86" fmla="*/ 51 w 77"/>
              <a:gd name="T87" fmla="*/ 70 h 77"/>
              <a:gd name="T88" fmla="*/ 51 w 77"/>
              <a:gd name="T89" fmla="*/ 70 h 77"/>
              <a:gd name="T90" fmla="*/ 38 w 77"/>
              <a:gd name="T91" fmla="*/ 73 h 77"/>
              <a:gd name="T92" fmla="*/ 25 w 77"/>
              <a:gd name="T93" fmla="*/ 7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7" h="77">
                <a:moveTo>
                  <a:pt x="38" y="0"/>
                </a:moveTo>
                <a:cubicBezTo>
                  <a:pt x="17" y="0"/>
                  <a:pt x="0" y="17"/>
                  <a:pt x="0" y="39"/>
                </a:cubicBezTo>
                <a:cubicBezTo>
                  <a:pt x="0" y="60"/>
                  <a:pt x="17" y="77"/>
                  <a:pt x="38" y="77"/>
                </a:cubicBezTo>
                <a:cubicBezTo>
                  <a:pt x="60" y="77"/>
                  <a:pt x="77" y="60"/>
                  <a:pt x="77" y="39"/>
                </a:cubicBezTo>
                <a:cubicBezTo>
                  <a:pt x="77" y="17"/>
                  <a:pt x="60" y="0"/>
                  <a:pt x="38" y="0"/>
                </a:cubicBezTo>
                <a:close/>
                <a:moveTo>
                  <a:pt x="24" y="39"/>
                </a:moveTo>
                <a:cubicBezTo>
                  <a:pt x="24" y="31"/>
                  <a:pt x="30" y="24"/>
                  <a:pt x="38" y="24"/>
                </a:cubicBezTo>
                <a:cubicBezTo>
                  <a:pt x="46" y="24"/>
                  <a:pt x="53" y="31"/>
                  <a:pt x="53" y="39"/>
                </a:cubicBezTo>
                <a:cubicBezTo>
                  <a:pt x="53" y="47"/>
                  <a:pt x="46" y="53"/>
                  <a:pt x="38" y="53"/>
                </a:cubicBezTo>
                <a:cubicBezTo>
                  <a:pt x="30" y="53"/>
                  <a:pt x="24" y="47"/>
                  <a:pt x="24" y="39"/>
                </a:cubicBezTo>
                <a:close/>
                <a:moveTo>
                  <a:pt x="70" y="52"/>
                </a:moveTo>
                <a:cubicBezTo>
                  <a:pt x="70" y="52"/>
                  <a:pt x="70" y="52"/>
                  <a:pt x="70" y="52"/>
                </a:cubicBezTo>
                <a:cubicBezTo>
                  <a:pt x="56" y="46"/>
                  <a:pt x="56" y="46"/>
                  <a:pt x="56" y="46"/>
                </a:cubicBezTo>
                <a:cubicBezTo>
                  <a:pt x="57" y="44"/>
                  <a:pt x="58" y="41"/>
                  <a:pt x="58" y="39"/>
                </a:cubicBezTo>
                <a:cubicBezTo>
                  <a:pt x="58" y="36"/>
                  <a:pt x="57" y="34"/>
                  <a:pt x="56" y="31"/>
                </a:cubicBezTo>
                <a:cubicBezTo>
                  <a:pt x="66" y="27"/>
                  <a:pt x="66" y="27"/>
                  <a:pt x="66" y="27"/>
                </a:cubicBezTo>
                <a:cubicBezTo>
                  <a:pt x="70" y="26"/>
                  <a:pt x="70" y="26"/>
                  <a:pt x="70" y="26"/>
                </a:cubicBezTo>
                <a:cubicBezTo>
                  <a:pt x="71" y="30"/>
                  <a:pt x="72" y="34"/>
                  <a:pt x="72" y="39"/>
                </a:cubicBezTo>
                <a:cubicBezTo>
                  <a:pt x="72" y="43"/>
                  <a:pt x="71" y="48"/>
                  <a:pt x="70" y="52"/>
                </a:cubicBezTo>
                <a:close/>
                <a:moveTo>
                  <a:pt x="51" y="7"/>
                </a:moveTo>
                <a:cubicBezTo>
                  <a:pt x="51" y="7"/>
                  <a:pt x="51" y="7"/>
                  <a:pt x="51" y="7"/>
                </a:cubicBezTo>
                <a:cubicBezTo>
                  <a:pt x="51" y="7"/>
                  <a:pt x="51" y="7"/>
                  <a:pt x="51" y="7"/>
                </a:cubicBezTo>
                <a:cubicBezTo>
                  <a:pt x="46" y="21"/>
                  <a:pt x="46" y="21"/>
                  <a:pt x="46" y="21"/>
                </a:cubicBezTo>
                <a:cubicBezTo>
                  <a:pt x="43" y="20"/>
                  <a:pt x="41" y="19"/>
                  <a:pt x="38" y="19"/>
                </a:cubicBezTo>
                <a:cubicBezTo>
                  <a:pt x="36" y="19"/>
                  <a:pt x="33" y="20"/>
                  <a:pt x="31" y="21"/>
                </a:cubicBezTo>
                <a:cubicBezTo>
                  <a:pt x="28" y="14"/>
                  <a:pt x="28" y="14"/>
                  <a:pt x="28" y="14"/>
                </a:cubicBezTo>
                <a:cubicBezTo>
                  <a:pt x="25" y="7"/>
                  <a:pt x="25" y="7"/>
                  <a:pt x="25" y="7"/>
                </a:cubicBezTo>
                <a:cubicBezTo>
                  <a:pt x="29" y="6"/>
                  <a:pt x="34" y="5"/>
                  <a:pt x="38" y="5"/>
                </a:cubicBezTo>
                <a:cubicBezTo>
                  <a:pt x="43" y="5"/>
                  <a:pt x="47" y="6"/>
                  <a:pt x="51" y="7"/>
                </a:cubicBezTo>
                <a:close/>
                <a:moveTo>
                  <a:pt x="7" y="26"/>
                </a:moveTo>
                <a:cubicBezTo>
                  <a:pt x="14" y="29"/>
                  <a:pt x="14" y="29"/>
                  <a:pt x="14" y="29"/>
                </a:cubicBezTo>
                <a:cubicBezTo>
                  <a:pt x="20" y="31"/>
                  <a:pt x="20" y="31"/>
                  <a:pt x="20" y="31"/>
                </a:cubicBezTo>
                <a:cubicBezTo>
                  <a:pt x="19" y="34"/>
                  <a:pt x="19" y="36"/>
                  <a:pt x="19" y="39"/>
                </a:cubicBezTo>
                <a:cubicBezTo>
                  <a:pt x="19" y="41"/>
                  <a:pt x="19" y="44"/>
                  <a:pt x="20" y="46"/>
                </a:cubicBezTo>
                <a:cubicBezTo>
                  <a:pt x="7" y="52"/>
                  <a:pt x="7" y="52"/>
                  <a:pt x="7" y="52"/>
                </a:cubicBezTo>
                <a:cubicBezTo>
                  <a:pt x="5" y="48"/>
                  <a:pt x="4" y="43"/>
                  <a:pt x="4" y="39"/>
                </a:cubicBezTo>
                <a:cubicBezTo>
                  <a:pt x="4" y="34"/>
                  <a:pt x="5" y="30"/>
                  <a:pt x="7" y="26"/>
                </a:cubicBezTo>
                <a:close/>
                <a:moveTo>
                  <a:pt x="25" y="70"/>
                </a:moveTo>
                <a:cubicBezTo>
                  <a:pt x="27" y="66"/>
                  <a:pt x="27" y="66"/>
                  <a:pt x="27" y="66"/>
                </a:cubicBezTo>
                <a:cubicBezTo>
                  <a:pt x="31" y="57"/>
                  <a:pt x="31" y="57"/>
                  <a:pt x="31" y="57"/>
                </a:cubicBezTo>
                <a:cubicBezTo>
                  <a:pt x="33" y="58"/>
                  <a:pt x="36" y="58"/>
                  <a:pt x="38" y="58"/>
                </a:cubicBezTo>
                <a:cubicBezTo>
                  <a:pt x="41" y="58"/>
                  <a:pt x="43" y="58"/>
                  <a:pt x="46" y="57"/>
                </a:cubicBezTo>
                <a:cubicBezTo>
                  <a:pt x="51" y="70"/>
                  <a:pt x="51" y="70"/>
                  <a:pt x="51" y="70"/>
                </a:cubicBezTo>
                <a:cubicBezTo>
                  <a:pt x="51" y="70"/>
                  <a:pt x="51" y="70"/>
                  <a:pt x="51" y="70"/>
                </a:cubicBezTo>
                <a:cubicBezTo>
                  <a:pt x="51" y="70"/>
                  <a:pt x="51" y="70"/>
                  <a:pt x="51" y="70"/>
                </a:cubicBezTo>
                <a:cubicBezTo>
                  <a:pt x="47" y="72"/>
                  <a:pt x="43" y="73"/>
                  <a:pt x="38" y="73"/>
                </a:cubicBezTo>
                <a:cubicBezTo>
                  <a:pt x="34" y="73"/>
                  <a:pt x="29" y="72"/>
                  <a:pt x="25" y="7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Freeform 187"/>
          <p:cNvSpPr>
            <a:spLocks noEditPoints="1"/>
          </p:cNvSpPr>
          <p:nvPr/>
        </p:nvSpPr>
        <p:spPr bwMode="auto">
          <a:xfrm>
            <a:off x="7030506" y="3464319"/>
            <a:ext cx="158322" cy="129004"/>
          </a:xfrm>
          <a:custGeom>
            <a:avLst/>
            <a:gdLst>
              <a:gd name="T0" fmla="*/ 66 w 66"/>
              <a:gd name="T1" fmla="*/ 29 h 54"/>
              <a:gd name="T2" fmla="*/ 58 w 66"/>
              <a:gd name="T3" fmla="*/ 13 h 54"/>
              <a:gd name="T4" fmla="*/ 46 w 66"/>
              <a:gd name="T5" fmla="*/ 13 h 54"/>
              <a:gd name="T6" fmla="*/ 46 w 66"/>
              <a:gd name="T7" fmla="*/ 4 h 54"/>
              <a:gd name="T8" fmla="*/ 42 w 66"/>
              <a:gd name="T9" fmla="*/ 0 h 54"/>
              <a:gd name="T10" fmla="*/ 4 w 66"/>
              <a:gd name="T11" fmla="*/ 0 h 54"/>
              <a:gd name="T12" fmla="*/ 0 w 66"/>
              <a:gd name="T13" fmla="*/ 4 h 54"/>
              <a:gd name="T14" fmla="*/ 0 w 66"/>
              <a:gd name="T15" fmla="*/ 37 h 54"/>
              <a:gd name="T16" fmla="*/ 4 w 66"/>
              <a:gd name="T17" fmla="*/ 41 h 54"/>
              <a:gd name="T18" fmla="*/ 10 w 66"/>
              <a:gd name="T19" fmla="*/ 41 h 54"/>
              <a:gd name="T20" fmla="*/ 9 w 66"/>
              <a:gd name="T21" fmla="*/ 46 h 54"/>
              <a:gd name="T22" fmla="*/ 17 w 66"/>
              <a:gd name="T23" fmla="*/ 54 h 54"/>
              <a:gd name="T24" fmla="*/ 25 w 66"/>
              <a:gd name="T25" fmla="*/ 46 h 54"/>
              <a:gd name="T26" fmla="*/ 24 w 66"/>
              <a:gd name="T27" fmla="*/ 41 h 54"/>
              <a:gd name="T28" fmla="*/ 47 w 66"/>
              <a:gd name="T29" fmla="*/ 41 h 54"/>
              <a:gd name="T30" fmla="*/ 46 w 66"/>
              <a:gd name="T31" fmla="*/ 46 h 54"/>
              <a:gd name="T32" fmla="*/ 54 w 66"/>
              <a:gd name="T33" fmla="*/ 54 h 54"/>
              <a:gd name="T34" fmla="*/ 62 w 66"/>
              <a:gd name="T35" fmla="*/ 46 h 54"/>
              <a:gd name="T36" fmla="*/ 61 w 66"/>
              <a:gd name="T37" fmla="*/ 41 h 54"/>
              <a:gd name="T38" fmla="*/ 66 w 66"/>
              <a:gd name="T39" fmla="*/ 41 h 54"/>
              <a:gd name="T40" fmla="*/ 66 w 66"/>
              <a:gd name="T41" fmla="*/ 29 h 54"/>
              <a:gd name="T42" fmla="*/ 46 w 66"/>
              <a:gd name="T43" fmla="*/ 29 h 54"/>
              <a:gd name="T44" fmla="*/ 46 w 66"/>
              <a:gd name="T45" fmla="*/ 19 h 54"/>
              <a:gd name="T46" fmla="*/ 54 w 66"/>
              <a:gd name="T47" fmla="*/ 19 h 54"/>
              <a:gd name="T48" fmla="*/ 59 w 66"/>
              <a:gd name="T49" fmla="*/ 29 h 54"/>
              <a:gd name="T50" fmla="*/ 46 w 66"/>
              <a:gd name="T51"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4">
                <a:moveTo>
                  <a:pt x="66" y="29"/>
                </a:moveTo>
                <a:cubicBezTo>
                  <a:pt x="58" y="13"/>
                  <a:pt x="58" y="13"/>
                  <a:pt x="58" y="13"/>
                </a:cubicBezTo>
                <a:cubicBezTo>
                  <a:pt x="46" y="13"/>
                  <a:pt x="46" y="13"/>
                  <a:pt x="46" y="13"/>
                </a:cubicBezTo>
                <a:cubicBezTo>
                  <a:pt x="46" y="4"/>
                  <a:pt x="46" y="4"/>
                  <a:pt x="46" y="4"/>
                </a:cubicBezTo>
                <a:cubicBezTo>
                  <a:pt x="46" y="2"/>
                  <a:pt x="44" y="0"/>
                  <a:pt x="42" y="0"/>
                </a:cubicBezTo>
                <a:cubicBezTo>
                  <a:pt x="4" y="0"/>
                  <a:pt x="4" y="0"/>
                  <a:pt x="4" y="0"/>
                </a:cubicBezTo>
                <a:cubicBezTo>
                  <a:pt x="2" y="0"/>
                  <a:pt x="0" y="2"/>
                  <a:pt x="0" y="4"/>
                </a:cubicBezTo>
                <a:cubicBezTo>
                  <a:pt x="0" y="37"/>
                  <a:pt x="0" y="37"/>
                  <a:pt x="0" y="37"/>
                </a:cubicBezTo>
                <a:cubicBezTo>
                  <a:pt x="4" y="41"/>
                  <a:pt x="4" y="41"/>
                  <a:pt x="4" y="41"/>
                </a:cubicBezTo>
                <a:cubicBezTo>
                  <a:pt x="10" y="41"/>
                  <a:pt x="10" y="41"/>
                  <a:pt x="10" y="41"/>
                </a:cubicBezTo>
                <a:cubicBezTo>
                  <a:pt x="9" y="43"/>
                  <a:pt x="9" y="44"/>
                  <a:pt x="9" y="46"/>
                </a:cubicBezTo>
                <a:cubicBezTo>
                  <a:pt x="9" y="50"/>
                  <a:pt x="12" y="54"/>
                  <a:pt x="17" y="54"/>
                </a:cubicBezTo>
                <a:cubicBezTo>
                  <a:pt x="21" y="54"/>
                  <a:pt x="25" y="50"/>
                  <a:pt x="25" y="46"/>
                </a:cubicBezTo>
                <a:cubicBezTo>
                  <a:pt x="25" y="44"/>
                  <a:pt x="25" y="43"/>
                  <a:pt x="24" y="41"/>
                </a:cubicBezTo>
                <a:cubicBezTo>
                  <a:pt x="47" y="41"/>
                  <a:pt x="47" y="41"/>
                  <a:pt x="47" y="41"/>
                </a:cubicBezTo>
                <a:cubicBezTo>
                  <a:pt x="46" y="43"/>
                  <a:pt x="46" y="44"/>
                  <a:pt x="46" y="46"/>
                </a:cubicBezTo>
                <a:cubicBezTo>
                  <a:pt x="46" y="50"/>
                  <a:pt x="49" y="54"/>
                  <a:pt x="54" y="54"/>
                </a:cubicBezTo>
                <a:cubicBezTo>
                  <a:pt x="59" y="54"/>
                  <a:pt x="62" y="50"/>
                  <a:pt x="62" y="46"/>
                </a:cubicBezTo>
                <a:cubicBezTo>
                  <a:pt x="62" y="44"/>
                  <a:pt x="62" y="43"/>
                  <a:pt x="61" y="41"/>
                </a:cubicBezTo>
                <a:cubicBezTo>
                  <a:pt x="66" y="41"/>
                  <a:pt x="66" y="41"/>
                  <a:pt x="66" y="41"/>
                </a:cubicBezTo>
                <a:lnTo>
                  <a:pt x="66" y="29"/>
                </a:lnTo>
                <a:close/>
                <a:moveTo>
                  <a:pt x="46" y="29"/>
                </a:moveTo>
                <a:cubicBezTo>
                  <a:pt x="46" y="19"/>
                  <a:pt x="46" y="19"/>
                  <a:pt x="46" y="19"/>
                </a:cubicBezTo>
                <a:cubicBezTo>
                  <a:pt x="54" y="19"/>
                  <a:pt x="54" y="19"/>
                  <a:pt x="54" y="19"/>
                </a:cubicBezTo>
                <a:cubicBezTo>
                  <a:pt x="59" y="29"/>
                  <a:pt x="59" y="29"/>
                  <a:pt x="59" y="29"/>
                </a:cubicBezTo>
                <a:lnTo>
                  <a:pt x="46" y="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 name="Freeform 197"/>
          <p:cNvSpPr>
            <a:spLocks noEditPoints="1"/>
          </p:cNvSpPr>
          <p:nvPr/>
        </p:nvSpPr>
        <p:spPr bwMode="auto">
          <a:xfrm>
            <a:off x="6750509" y="2976157"/>
            <a:ext cx="158322" cy="137800"/>
          </a:xfrm>
          <a:custGeom>
            <a:avLst/>
            <a:gdLst>
              <a:gd name="T0" fmla="*/ 66 w 66"/>
              <a:gd name="T1" fmla="*/ 19 h 58"/>
              <a:gd name="T2" fmla="*/ 47 w 66"/>
              <a:gd name="T3" fmla="*/ 0 h 58"/>
              <a:gd name="T4" fmla="*/ 33 w 66"/>
              <a:gd name="T5" fmla="*/ 6 h 58"/>
              <a:gd name="T6" fmla="*/ 19 w 66"/>
              <a:gd name="T7" fmla="*/ 0 h 58"/>
              <a:gd name="T8" fmla="*/ 0 w 66"/>
              <a:gd name="T9" fmla="*/ 19 h 58"/>
              <a:gd name="T10" fmla="*/ 6 w 66"/>
              <a:gd name="T11" fmla="*/ 33 h 58"/>
              <a:gd name="T12" fmla="*/ 6 w 66"/>
              <a:gd name="T13" fmla="*/ 33 h 58"/>
              <a:gd name="T14" fmla="*/ 26 w 66"/>
              <a:gd name="T15" fmla="*/ 54 h 58"/>
              <a:gd name="T16" fmla="*/ 33 w 66"/>
              <a:gd name="T17" fmla="*/ 58 h 58"/>
              <a:gd name="T18" fmla="*/ 39 w 66"/>
              <a:gd name="T19" fmla="*/ 54 h 58"/>
              <a:gd name="T20" fmla="*/ 59 w 66"/>
              <a:gd name="T21" fmla="*/ 33 h 58"/>
              <a:gd name="T22" fmla="*/ 59 w 66"/>
              <a:gd name="T23" fmla="*/ 33 h 58"/>
              <a:gd name="T24" fmla="*/ 66 w 66"/>
              <a:gd name="T25" fmla="*/ 19 h 58"/>
              <a:gd name="T26" fmla="*/ 54 w 66"/>
              <a:gd name="T27" fmla="*/ 27 h 58"/>
              <a:gd name="T28" fmla="*/ 33 w 66"/>
              <a:gd name="T29" fmla="*/ 48 h 58"/>
              <a:gd name="T30" fmla="*/ 33 w 66"/>
              <a:gd name="T31" fmla="*/ 48 h 58"/>
              <a:gd name="T32" fmla="*/ 32 w 66"/>
              <a:gd name="T33" fmla="*/ 48 h 58"/>
              <a:gd name="T34" fmla="*/ 11 w 66"/>
              <a:gd name="T35" fmla="*/ 27 h 58"/>
              <a:gd name="T36" fmla="*/ 8 w 66"/>
              <a:gd name="T37" fmla="*/ 19 h 58"/>
              <a:gd name="T38" fmla="*/ 19 w 66"/>
              <a:gd name="T39" fmla="*/ 8 h 58"/>
              <a:gd name="T40" fmla="*/ 27 w 66"/>
              <a:gd name="T41" fmla="*/ 12 h 58"/>
              <a:gd name="T42" fmla="*/ 33 w 66"/>
              <a:gd name="T43" fmla="*/ 19 h 58"/>
              <a:gd name="T44" fmla="*/ 39 w 66"/>
              <a:gd name="T45" fmla="*/ 12 h 58"/>
              <a:gd name="T46" fmla="*/ 47 w 66"/>
              <a:gd name="T47" fmla="*/ 8 h 58"/>
              <a:gd name="T48" fmla="*/ 57 w 66"/>
              <a:gd name="T49" fmla="*/ 19 h 58"/>
              <a:gd name="T50" fmla="*/ 54 w 66"/>
              <a:gd name="T51"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6" h="58">
                <a:moveTo>
                  <a:pt x="66" y="19"/>
                </a:moveTo>
                <a:cubicBezTo>
                  <a:pt x="66" y="9"/>
                  <a:pt x="57" y="0"/>
                  <a:pt x="47" y="0"/>
                </a:cubicBezTo>
                <a:cubicBezTo>
                  <a:pt x="41" y="0"/>
                  <a:pt x="36" y="3"/>
                  <a:pt x="33" y="6"/>
                </a:cubicBezTo>
                <a:cubicBezTo>
                  <a:pt x="29" y="3"/>
                  <a:pt x="24" y="0"/>
                  <a:pt x="19" y="0"/>
                </a:cubicBezTo>
                <a:cubicBezTo>
                  <a:pt x="8" y="0"/>
                  <a:pt x="0" y="9"/>
                  <a:pt x="0" y="19"/>
                </a:cubicBezTo>
                <a:cubicBezTo>
                  <a:pt x="0" y="25"/>
                  <a:pt x="2" y="30"/>
                  <a:pt x="6" y="33"/>
                </a:cubicBezTo>
                <a:cubicBezTo>
                  <a:pt x="6" y="33"/>
                  <a:pt x="6" y="33"/>
                  <a:pt x="6" y="33"/>
                </a:cubicBezTo>
                <a:cubicBezTo>
                  <a:pt x="26" y="54"/>
                  <a:pt x="26" y="54"/>
                  <a:pt x="26" y="54"/>
                </a:cubicBezTo>
                <a:cubicBezTo>
                  <a:pt x="28" y="56"/>
                  <a:pt x="31" y="58"/>
                  <a:pt x="33" y="58"/>
                </a:cubicBezTo>
                <a:cubicBezTo>
                  <a:pt x="35" y="58"/>
                  <a:pt x="37" y="56"/>
                  <a:pt x="39" y="54"/>
                </a:cubicBezTo>
                <a:cubicBezTo>
                  <a:pt x="59" y="33"/>
                  <a:pt x="59" y="33"/>
                  <a:pt x="59" y="33"/>
                </a:cubicBezTo>
                <a:cubicBezTo>
                  <a:pt x="59" y="33"/>
                  <a:pt x="59" y="33"/>
                  <a:pt x="59" y="33"/>
                </a:cubicBezTo>
                <a:cubicBezTo>
                  <a:pt x="63" y="30"/>
                  <a:pt x="66" y="25"/>
                  <a:pt x="66" y="19"/>
                </a:cubicBezTo>
                <a:close/>
                <a:moveTo>
                  <a:pt x="54" y="27"/>
                </a:moveTo>
                <a:cubicBezTo>
                  <a:pt x="33" y="48"/>
                  <a:pt x="33" y="48"/>
                  <a:pt x="33" y="48"/>
                </a:cubicBezTo>
                <a:cubicBezTo>
                  <a:pt x="33" y="48"/>
                  <a:pt x="33" y="48"/>
                  <a:pt x="33" y="48"/>
                </a:cubicBezTo>
                <a:cubicBezTo>
                  <a:pt x="32" y="48"/>
                  <a:pt x="32" y="48"/>
                  <a:pt x="32" y="48"/>
                </a:cubicBezTo>
                <a:cubicBezTo>
                  <a:pt x="11" y="27"/>
                  <a:pt x="11" y="27"/>
                  <a:pt x="11" y="27"/>
                </a:cubicBezTo>
                <a:cubicBezTo>
                  <a:pt x="9" y="25"/>
                  <a:pt x="8" y="22"/>
                  <a:pt x="8" y="19"/>
                </a:cubicBezTo>
                <a:cubicBezTo>
                  <a:pt x="8" y="13"/>
                  <a:pt x="13" y="8"/>
                  <a:pt x="19" y="8"/>
                </a:cubicBezTo>
                <a:cubicBezTo>
                  <a:pt x="22" y="8"/>
                  <a:pt x="24" y="10"/>
                  <a:pt x="27" y="12"/>
                </a:cubicBezTo>
                <a:cubicBezTo>
                  <a:pt x="33" y="19"/>
                  <a:pt x="33" y="19"/>
                  <a:pt x="33" y="19"/>
                </a:cubicBezTo>
                <a:cubicBezTo>
                  <a:pt x="39" y="12"/>
                  <a:pt x="39" y="12"/>
                  <a:pt x="39" y="12"/>
                </a:cubicBezTo>
                <a:cubicBezTo>
                  <a:pt x="41" y="10"/>
                  <a:pt x="44" y="8"/>
                  <a:pt x="47" y="8"/>
                </a:cubicBezTo>
                <a:cubicBezTo>
                  <a:pt x="53" y="8"/>
                  <a:pt x="57" y="13"/>
                  <a:pt x="57" y="19"/>
                </a:cubicBezTo>
                <a:cubicBezTo>
                  <a:pt x="57" y="22"/>
                  <a:pt x="56" y="25"/>
                  <a:pt x="54" y="2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201"/>
          <p:cNvSpPr/>
          <p:nvPr/>
        </p:nvSpPr>
        <p:spPr bwMode="auto">
          <a:xfrm>
            <a:off x="6423827" y="2890386"/>
            <a:ext cx="148062" cy="143663"/>
          </a:xfrm>
          <a:custGeom>
            <a:avLst/>
            <a:gdLst>
              <a:gd name="T0" fmla="*/ 39 w 62"/>
              <a:gd name="T1" fmla="*/ 42 h 60"/>
              <a:gd name="T2" fmla="*/ 37 w 62"/>
              <a:gd name="T3" fmla="*/ 38 h 60"/>
              <a:gd name="T4" fmla="*/ 43 w 62"/>
              <a:gd name="T5" fmla="*/ 27 h 60"/>
              <a:gd name="T6" fmla="*/ 44 w 62"/>
              <a:gd name="T7" fmla="*/ 19 h 60"/>
              <a:gd name="T8" fmla="*/ 31 w 62"/>
              <a:gd name="T9" fmla="*/ 0 h 60"/>
              <a:gd name="T10" fmla="*/ 18 w 62"/>
              <a:gd name="T11" fmla="*/ 19 h 60"/>
              <a:gd name="T12" fmla="*/ 20 w 62"/>
              <a:gd name="T13" fmla="*/ 27 h 60"/>
              <a:gd name="T14" fmla="*/ 25 w 62"/>
              <a:gd name="T15" fmla="*/ 38 h 60"/>
              <a:gd name="T16" fmla="*/ 23 w 62"/>
              <a:gd name="T17" fmla="*/ 42 h 60"/>
              <a:gd name="T18" fmla="*/ 0 w 62"/>
              <a:gd name="T19" fmla="*/ 60 h 60"/>
              <a:gd name="T20" fmla="*/ 31 w 62"/>
              <a:gd name="T21" fmla="*/ 60 h 60"/>
              <a:gd name="T22" fmla="*/ 62 w 62"/>
              <a:gd name="T23" fmla="*/ 60 h 60"/>
              <a:gd name="T24" fmla="*/ 39 w 62"/>
              <a:gd name="T25" fmla="*/ 4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60">
                <a:moveTo>
                  <a:pt x="39" y="42"/>
                </a:moveTo>
                <a:cubicBezTo>
                  <a:pt x="37" y="42"/>
                  <a:pt x="37" y="38"/>
                  <a:pt x="37" y="38"/>
                </a:cubicBezTo>
                <a:cubicBezTo>
                  <a:pt x="37" y="38"/>
                  <a:pt x="42" y="33"/>
                  <a:pt x="43" y="27"/>
                </a:cubicBezTo>
                <a:cubicBezTo>
                  <a:pt x="45" y="27"/>
                  <a:pt x="47" y="21"/>
                  <a:pt x="44" y="19"/>
                </a:cubicBezTo>
                <a:cubicBezTo>
                  <a:pt x="44" y="16"/>
                  <a:pt x="48" y="0"/>
                  <a:pt x="31" y="0"/>
                </a:cubicBezTo>
                <a:cubicBezTo>
                  <a:pt x="15" y="0"/>
                  <a:pt x="18" y="16"/>
                  <a:pt x="18" y="19"/>
                </a:cubicBezTo>
                <a:cubicBezTo>
                  <a:pt x="15" y="21"/>
                  <a:pt x="17" y="27"/>
                  <a:pt x="20" y="27"/>
                </a:cubicBezTo>
                <a:cubicBezTo>
                  <a:pt x="21" y="33"/>
                  <a:pt x="25" y="38"/>
                  <a:pt x="25" y="38"/>
                </a:cubicBezTo>
                <a:cubicBezTo>
                  <a:pt x="25" y="38"/>
                  <a:pt x="25" y="42"/>
                  <a:pt x="23" y="42"/>
                </a:cubicBezTo>
                <a:cubicBezTo>
                  <a:pt x="19" y="43"/>
                  <a:pt x="0" y="51"/>
                  <a:pt x="0" y="60"/>
                </a:cubicBezTo>
                <a:cubicBezTo>
                  <a:pt x="31" y="60"/>
                  <a:pt x="31" y="60"/>
                  <a:pt x="31" y="60"/>
                </a:cubicBezTo>
                <a:cubicBezTo>
                  <a:pt x="62" y="60"/>
                  <a:pt x="62" y="60"/>
                  <a:pt x="62" y="60"/>
                </a:cubicBezTo>
                <a:cubicBezTo>
                  <a:pt x="62" y="51"/>
                  <a:pt x="44" y="43"/>
                  <a:pt x="39" y="4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Freeform 224"/>
          <p:cNvSpPr>
            <a:spLocks noEditPoints="1"/>
          </p:cNvSpPr>
          <p:nvPr/>
        </p:nvSpPr>
        <p:spPr bwMode="auto">
          <a:xfrm>
            <a:off x="7146570" y="3062648"/>
            <a:ext cx="112878" cy="112878"/>
          </a:xfrm>
          <a:custGeom>
            <a:avLst/>
            <a:gdLst>
              <a:gd name="T0" fmla="*/ 3 w 47"/>
              <a:gd name="T1" fmla="*/ 0 h 47"/>
              <a:gd name="T2" fmla="*/ 21 w 47"/>
              <a:gd name="T3" fmla="*/ 0 h 47"/>
              <a:gd name="T4" fmla="*/ 21 w 47"/>
              <a:gd name="T5" fmla="*/ 3 h 47"/>
              <a:gd name="T6" fmla="*/ 3 w 47"/>
              <a:gd name="T7" fmla="*/ 3 h 47"/>
              <a:gd name="T8" fmla="*/ 3 w 47"/>
              <a:gd name="T9" fmla="*/ 0 h 47"/>
              <a:gd name="T10" fmla="*/ 26 w 47"/>
              <a:gd name="T11" fmla="*/ 0 h 47"/>
              <a:gd name="T12" fmla="*/ 44 w 47"/>
              <a:gd name="T13" fmla="*/ 0 h 47"/>
              <a:gd name="T14" fmla="*/ 44 w 47"/>
              <a:gd name="T15" fmla="*/ 3 h 47"/>
              <a:gd name="T16" fmla="*/ 26 w 47"/>
              <a:gd name="T17" fmla="*/ 3 h 47"/>
              <a:gd name="T18" fmla="*/ 26 w 47"/>
              <a:gd name="T19" fmla="*/ 0 h 47"/>
              <a:gd name="T20" fmla="*/ 43 w 47"/>
              <a:gd name="T21" fmla="*/ 15 h 47"/>
              <a:gd name="T22" fmla="*/ 41 w 47"/>
              <a:gd name="T23" fmla="*/ 15 h 47"/>
              <a:gd name="T24" fmla="*/ 41 w 47"/>
              <a:gd name="T25" fmla="*/ 3 h 47"/>
              <a:gd name="T26" fmla="*/ 29 w 47"/>
              <a:gd name="T27" fmla="*/ 3 h 47"/>
              <a:gd name="T28" fmla="*/ 29 w 47"/>
              <a:gd name="T29" fmla="*/ 15 h 47"/>
              <a:gd name="T30" fmla="*/ 18 w 47"/>
              <a:gd name="T31" fmla="*/ 15 h 47"/>
              <a:gd name="T32" fmla="*/ 18 w 47"/>
              <a:gd name="T33" fmla="*/ 3 h 47"/>
              <a:gd name="T34" fmla="*/ 6 w 47"/>
              <a:gd name="T35" fmla="*/ 3 h 47"/>
              <a:gd name="T36" fmla="*/ 6 w 47"/>
              <a:gd name="T37" fmla="*/ 15 h 47"/>
              <a:gd name="T38" fmla="*/ 4 w 47"/>
              <a:gd name="T39" fmla="*/ 15 h 47"/>
              <a:gd name="T40" fmla="*/ 0 w 47"/>
              <a:gd name="T41" fmla="*/ 18 h 47"/>
              <a:gd name="T42" fmla="*/ 0 w 47"/>
              <a:gd name="T43" fmla="*/ 44 h 47"/>
              <a:gd name="T44" fmla="*/ 4 w 47"/>
              <a:gd name="T45" fmla="*/ 47 h 47"/>
              <a:gd name="T46" fmla="*/ 17 w 47"/>
              <a:gd name="T47" fmla="*/ 47 h 47"/>
              <a:gd name="T48" fmla="*/ 21 w 47"/>
              <a:gd name="T49" fmla="*/ 44 h 47"/>
              <a:gd name="T50" fmla="*/ 21 w 47"/>
              <a:gd name="T51" fmla="*/ 27 h 47"/>
              <a:gd name="T52" fmla="*/ 26 w 47"/>
              <a:gd name="T53" fmla="*/ 27 h 47"/>
              <a:gd name="T54" fmla="*/ 26 w 47"/>
              <a:gd name="T55" fmla="*/ 44 h 47"/>
              <a:gd name="T56" fmla="*/ 30 w 47"/>
              <a:gd name="T57" fmla="*/ 47 h 47"/>
              <a:gd name="T58" fmla="*/ 43 w 47"/>
              <a:gd name="T59" fmla="*/ 47 h 47"/>
              <a:gd name="T60" fmla="*/ 47 w 47"/>
              <a:gd name="T61" fmla="*/ 44 h 47"/>
              <a:gd name="T62" fmla="*/ 47 w 47"/>
              <a:gd name="T63" fmla="*/ 18 h 47"/>
              <a:gd name="T64" fmla="*/ 43 w 47"/>
              <a:gd name="T65" fmla="*/ 15 h 47"/>
              <a:gd name="T66" fmla="*/ 16 w 47"/>
              <a:gd name="T67" fmla="*/ 44 h 47"/>
              <a:gd name="T68" fmla="*/ 5 w 47"/>
              <a:gd name="T69" fmla="*/ 44 h 47"/>
              <a:gd name="T70" fmla="*/ 3 w 47"/>
              <a:gd name="T71" fmla="*/ 42 h 47"/>
              <a:gd name="T72" fmla="*/ 5 w 47"/>
              <a:gd name="T73" fmla="*/ 41 h 47"/>
              <a:gd name="T74" fmla="*/ 16 w 47"/>
              <a:gd name="T75" fmla="*/ 41 h 47"/>
              <a:gd name="T76" fmla="*/ 18 w 47"/>
              <a:gd name="T77" fmla="*/ 42 h 47"/>
              <a:gd name="T78" fmla="*/ 16 w 47"/>
              <a:gd name="T79" fmla="*/ 44 h 47"/>
              <a:gd name="T80" fmla="*/ 25 w 47"/>
              <a:gd name="T81" fmla="*/ 24 h 47"/>
              <a:gd name="T82" fmla="*/ 22 w 47"/>
              <a:gd name="T83" fmla="*/ 24 h 47"/>
              <a:gd name="T84" fmla="*/ 21 w 47"/>
              <a:gd name="T85" fmla="*/ 22 h 47"/>
              <a:gd name="T86" fmla="*/ 22 w 47"/>
              <a:gd name="T87" fmla="*/ 21 h 47"/>
              <a:gd name="T88" fmla="*/ 25 w 47"/>
              <a:gd name="T89" fmla="*/ 21 h 47"/>
              <a:gd name="T90" fmla="*/ 26 w 47"/>
              <a:gd name="T91" fmla="*/ 22 h 47"/>
              <a:gd name="T92" fmla="*/ 25 w 47"/>
              <a:gd name="T93" fmla="*/ 24 h 47"/>
              <a:gd name="T94" fmla="*/ 42 w 47"/>
              <a:gd name="T95" fmla="*/ 44 h 47"/>
              <a:gd name="T96" fmla="*/ 31 w 47"/>
              <a:gd name="T97" fmla="*/ 44 h 47"/>
              <a:gd name="T98" fmla="*/ 29 w 47"/>
              <a:gd name="T99" fmla="*/ 42 h 47"/>
              <a:gd name="T100" fmla="*/ 31 w 47"/>
              <a:gd name="T101" fmla="*/ 41 h 47"/>
              <a:gd name="T102" fmla="*/ 42 w 47"/>
              <a:gd name="T103" fmla="*/ 41 h 47"/>
              <a:gd name="T104" fmla="*/ 44 w 47"/>
              <a:gd name="T105" fmla="*/ 42 h 47"/>
              <a:gd name="T106" fmla="*/ 42 w 47"/>
              <a:gd name="T107" fmla="*/ 4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 h="47">
                <a:moveTo>
                  <a:pt x="3" y="0"/>
                </a:moveTo>
                <a:cubicBezTo>
                  <a:pt x="21" y="0"/>
                  <a:pt x="21" y="0"/>
                  <a:pt x="21" y="0"/>
                </a:cubicBezTo>
                <a:cubicBezTo>
                  <a:pt x="21" y="3"/>
                  <a:pt x="21" y="3"/>
                  <a:pt x="21" y="3"/>
                </a:cubicBezTo>
                <a:cubicBezTo>
                  <a:pt x="3" y="3"/>
                  <a:pt x="3" y="3"/>
                  <a:pt x="3" y="3"/>
                </a:cubicBezTo>
                <a:lnTo>
                  <a:pt x="3" y="0"/>
                </a:lnTo>
                <a:close/>
                <a:moveTo>
                  <a:pt x="26" y="0"/>
                </a:moveTo>
                <a:cubicBezTo>
                  <a:pt x="44" y="0"/>
                  <a:pt x="44" y="0"/>
                  <a:pt x="44" y="0"/>
                </a:cubicBezTo>
                <a:cubicBezTo>
                  <a:pt x="44" y="3"/>
                  <a:pt x="44" y="3"/>
                  <a:pt x="44" y="3"/>
                </a:cubicBezTo>
                <a:cubicBezTo>
                  <a:pt x="26" y="3"/>
                  <a:pt x="26" y="3"/>
                  <a:pt x="26" y="3"/>
                </a:cubicBezTo>
                <a:lnTo>
                  <a:pt x="26" y="0"/>
                </a:lnTo>
                <a:close/>
                <a:moveTo>
                  <a:pt x="43" y="15"/>
                </a:moveTo>
                <a:cubicBezTo>
                  <a:pt x="41" y="15"/>
                  <a:pt x="41" y="15"/>
                  <a:pt x="41" y="15"/>
                </a:cubicBezTo>
                <a:cubicBezTo>
                  <a:pt x="41" y="3"/>
                  <a:pt x="41" y="3"/>
                  <a:pt x="41" y="3"/>
                </a:cubicBezTo>
                <a:cubicBezTo>
                  <a:pt x="29" y="3"/>
                  <a:pt x="29" y="3"/>
                  <a:pt x="29" y="3"/>
                </a:cubicBezTo>
                <a:cubicBezTo>
                  <a:pt x="29" y="15"/>
                  <a:pt x="29" y="15"/>
                  <a:pt x="29" y="15"/>
                </a:cubicBezTo>
                <a:cubicBezTo>
                  <a:pt x="18" y="15"/>
                  <a:pt x="18" y="15"/>
                  <a:pt x="18" y="15"/>
                </a:cubicBezTo>
                <a:cubicBezTo>
                  <a:pt x="18" y="3"/>
                  <a:pt x="18" y="3"/>
                  <a:pt x="18" y="3"/>
                </a:cubicBezTo>
                <a:cubicBezTo>
                  <a:pt x="6" y="3"/>
                  <a:pt x="6" y="3"/>
                  <a:pt x="6" y="3"/>
                </a:cubicBezTo>
                <a:cubicBezTo>
                  <a:pt x="6" y="15"/>
                  <a:pt x="6" y="15"/>
                  <a:pt x="6" y="15"/>
                </a:cubicBezTo>
                <a:cubicBezTo>
                  <a:pt x="4" y="15"/>
                  <a:pt x="4" y="15"/>
                  <a:pt x="4" y="15"/>
                </a:cubicBezTo>
                <a:cubicBezTo>
                  <a:pt x="2" y="15"/>
                  <a:pt x="0" y="16"/>
                  <a:pt x="0" y="18"/>
                </a:cubicBezTo>
                <a:cubicBezTo>
                  <a:pt x="0" y="44"/>
                  <a:pt x="0" y="44"/>
                  <a:pt x="0" y="44"/>
                </a:cubicBezTo>
                <a:cubicBezTo>
                  <a:pt x="0" y="45"/>
                  <a:pt x="2" y="47"/>
                  <a:pt x="4" y="47"/>
                </a:cubicBezTo>
                <a:cubicBezTo>
                  <a:pt x="17" y="47"/>
                  <a:pt x="17" y="47"/>
                  <a:pt x="17" y="47"/>
                </a:cubicBezTo>
                <a:cubicBezTo>
                  <a:pt x="19" y="47"/>
                  <a:pt x="21" y="45"/>
                  <a:pt x="21" y="44"/>
                </a:cubicBezTo>
                <a:cubicBezTo>
                  <a:pt x="21" y="27"/>
                  <a:pt x="21" y="27"/>
                  <a:pt x="21" y="27"/>
                </a:cubicBezTo>
                <a:cubicBezTo>
                  <a:pt x="26" y="27"/>
                  <a:pt x="26" y="27"/>
                  <a:pt x="26" y="27"/>
                </a:cubicBezTo>
                <a:cubicBezTo>
                  <a:pt x="26" y="44"/>
                  <a:pt x="26" y="44"/>
                  <a:pt x="26" y="44"/>
                </a:cubicBezTo>
                <a:cubicBezTo>
                  <a:pt x="26" y="45"/>
                  <a:pt x="28" y="47"/>
                  <a:pt x="30" y="47"/>
                </a:cubicBezTo>
                <a:cubicBezTo>
                  <a:pt x="43" y="47"/>
                  <a:pt x="43" y="47"/>
                  <a:pt x="43" y="47"/>
                </a:cubicBezTo>
                <a:cubicBezTo>
                  <a:pt x="45" y="47"/>
                  <a:pt x="47" y="45"/>
                  <a:pt x="47" y="44"/>
                </a:cubicBezTo>
                <a:cubicBezTo>
                  <a:pt x="47" y="18"/>
                  <a:pt x="47" y="18"/>
                  <a:pt x="47" y="18"/>
                </a:cubicBezTo>
                <a:cubicBezTo>
                  <a:pt x="47" y="16"/>
                  <a:pt x="45" y="15"/>
                  <a:pt x="43" y="15"/>
                </a:cubicBezTo>
                <a:close/>
                <a:moveTo>
                  <a:pt x="16" y="44"/>
                </a:moveTo>
                <a:cubicBezTo>
                  <a:pt x="5" y="44"/>
                  <a:pt x="5" y="44"/>
                  <a:pt x="5" y="44"/>
                </a:cubicBezTo>
                <a:cubicBezTo>
                  <a:pt x="4" y="44"/>
                  <a:pt x="3" y="43"/>
                  <a:pt x="3" y="42"/>
                </a:cubicBezTo>
                <a:cubicBezTo>
                  <a:pt x="3" y="42"/>
                  <a:pt x="4" y="41"/>
                  <a:pt x="5" y="41"/>
                </a:cubicBezTo>
                <a:cubicBezTo>
                  <a:pt x="16" y="41"/>
                  <a:pt x="16" y="41"/>
                  <a:pt x="16" y="41"/>
                </a:cubicBezTo>
                <a:cubicBezTo>
                  <a:pt x="17" y="41"/>
                  <a:pt x="18" y="42"/>
                  <a:pt x="18" y="42"/>
                </a:cubicBezTo>
                <a:cubicBezTo>
                  <a:pt x="18" y="43"/>
                  <a:pt x="17" y="44"/>
                  <a:pt x="16" y="44"/>
                </a:cubicBezTo>
                <a:close/>
                <a:moveTo>
                  <a:pt x="25" y="24"/>
                </a:moveTo>
                <a:cubicBezTo>
                  <a:pt x="22" y="24"/>
                  <a:pt x="22" y="24"/>
                  <a:pt x="22" y="24"/>
                </a:cubicBezTo>
                <a:cubicBezTo>
                  <a:pt x="21" y="24"/>
                  <a:pt x="21" y="23"/>
                  <a:pt x="21" y="22"/>
                </a:cubicBezTo>
                <a:cubicBezTo>
                  <a:pt x="21" y="21"/>
                  <a:pt x="21" y="21"/>
                  <a:pt x="22" y="21"/>
                </a:cubicBezTo>
                <a:cubicBezTo>
                  <a:pt x="25" y="21"/>
                  <a:pt x="25" y="21"/>
                  <a:pt x="25" y="21"/>
                </a:cubicBezTo>
                <a:cubicBezTo>
                  <a:pt x="26" y="21"/>
                  <a:pt x="26" y="21"/>
                  <a:pt x="26" y="22"/>
                </a:cubicBezTo>
                <a:cubicBezTo>
                  <a:pt x="26" y="23"/>
                  <a:pt x="26" y="24"/>
                  <a:pt x="25" y="24"/>
                </a:cubicBezTo>
                <a:close/>
                <a:moveTo>
                  <a:pt x="42" y="44"/>
                </a:moveTo>
                <a:cubicBezTo>
                  <a:pt x="31" y="44"/>
                  <a:pt x="31" y="44"/>
                  <a:pt x="31" y="44"/>
                </a:cubicBezTo>
                <a:cubicBezTo>
                  <a:pt x="30" y="44"/>
                  <a:pt x="29" y="43"/>
                  <a:pt x="29" y="42"/>
                </a:cubicBezTo>
                <a:cubicBezTo>
                  <a:pt x="29" y="42"/>
                  <a:pt x="30" y="41"/>
                  <a:pt x="31" y="41"/>
                </a:cubicBezTo>
                <a:cubicBezTo>
                  <a:pt x="42" y="41"/>
                  <a:pt x="42" y="41"/>
                  <a:pt x="42" y="41"/>
                </a:cubicBezTo>
                <a:cubicBezTo>
                  <a:pt x="43" y="41"/>
                  <a:pt x="44" y="42"/>
                  <a:pt x="44" y="42"/>
                </a:cubicBezTo>
                <a:cubicBezTo>
                  <a:pt x="44" y="43"/>
                  <a:pt x="43" y="44"/>
                  <a:pt x="42" y="4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Freeform 165"/>
          <p:cNvSpPr>
            <a:spLocks noEditPoints="1"/>
          </p:cNvSpPr>
          <p:nvPr/>
        </p:nvSpPr>
        <p:spPr bwMode="auto">
          <a:xfrm>
            <a:off x="8210597" y="3717929"/>
            <a:ext cx="177380" cy="199370"/>
          </a:xfrm>
          <a:custGeom>
            <a:avLst/>
            <a:gdLst>
              <a:gd name="T0" fmla="*/ 58 w 74"/>
              <a:gd name="T1" fmla="*/ 25 h 83"/>
              <a:gd name="T2" fmla="*/ 62 w 74"/>
              <a:gd name="T3" fmla="*/ 22 h 83"/>
              <a:gd name="T4" fmla="*/ 68 w 74"/>
              <a:gd name="T5" fmla="*/ 12 h 83"/>
              <a:gd name="T6" fmla="*/ 65 w 74"/>
              <a:gd name="T7" fmla="*/ 3 h 83"/>
              <a:gd name="T8" fmla="*/ 58 w 74"/>
              <a:gd name="T9" fmla="*/ 0 h 83"/>
              <a:gd name="T10" fmla="*/ 46 w 74"/>
              <a:gd name="T11" fmla="*/ 5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6 h 83"/>
              <a:gd name="T28" fmla="*/ 5 w 74"/>
              <a:gd name="T29" fmla="*/ 46 h 83"/>
              <a:gd name="T30" fmla="*/ 5 w 74"/>
              <a:gd name="T31" fmla="*/ 83 h 83"/>
              <a:gd name="T32" fmla="*/ 68 w 74"/>
              <a:gd name="T33" fmla="*/ 83 h 83"/>
              <a:gd name="T34" fmla="*/ 68 w 74"/>
              <a:gd name="T35" fmla="*/ 46 h 83"/>
              <a:gd name="T36" fmla="*/ 74 w 74"/>
              <a:gd name="T37" fmla="*/ 46 h 83"/>
              <a:gd name="T38" fmla="*/ 74 w 74"/>
              <a:gd name="T39" fmla="*/ 25 h 83"/>
              <a:gd name="T40" fmla="*/ 58 w 74"/>
              <a:gd name="T41" fmla="*/ 25 h 83"/>
              <a:gd name="T42" fmla="*/ 50 w 74"/>
              <a:gd name="T43" fmla="*/ 9 h 83"/>
              <a:gd name="T44" fmla="*/ 58 w 74"/>
              <a:gd name="T45" fmla="*/ 6 h 83"/>
              <a:gd name="T46" fmla="*/ 61 w 74"/>
              <a:gd name="T47" fmla="*/ 7 h 83"/>
              <a:gd name="T48" fmla="*/ 58 w 74"/>
              <a:gd name="T49" fmla="*/ 17 h 83"/>
              <a:gd name="T50" fmla="*/ 46 w 74"/>
              <a:gd name="T51" fmla="*/ 25 h 83"/>
              <a:gd name="T52" fmla="*/ 41 w 74"/>
              <a:gd name="T53" fmla="*/ 25 h 83"/>
              <a:gd name="T54" fmla="*/ 50 w 74"/>
              <a:gd name="T55" fmla="*/ 9 h 83"/>
              <a:gd name="T56" fmla="*/ 14 w 74"/>
              <a:gd name="T57" fmla="*/ 12 h 83"/>
              <a:gd name="T58" fmla="*/ 15 w 74"/>
              <a:gd name="T59" fmla="*/ 9 h 83"/>
              <a:gd name="T60" fmla="*/ 18 w 74"/>
              <a:gd name="T61" fmla="*/ 8 h 83"/>
              <a:gd name="T62" fmla="*/ 18 w 74"/>
              <a:gd name="T63" fmla="*/ 8 h 83"/>
              <a:gd name="T64" fmla="*/ 23 w 74"/>
              <a:gd name="T65" fmla="*/ 10 h 83"/>
              <a:gd name="T66" fmla="*/ 29 w 74"/>
              <a:gd name="T67" fmla="*/ 23 h 83"/>
              <a:gd name="T68" fmla="*/ 29 w 74"/>
              <a:gd name="T69" fmla="*/ 23 h 83"/>
              <a:gd name="T70" fmla="*/ 29 w 74"/>
              <a:gd name="T71" fmla="*/ 23 h 83"/>
              <a:gd name="T72" fmla="*/ 16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5 w 74"/>
              <a:gd name="T89" fmla="*/ 41 h 83"/>
              <a:gd name="T90" fmla="*/ 5 w 74"/>
              <a:gd name="T91" fmla="*/ 30 h 83"/>
              <a:gd name="T92" fmla="*/ 32 w 74"/>
              <a:gd name="T93" fmla="*/ 30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8 w 74"/>
              <a:gd name="T107" fmla="*/ 41 h 83"/>
              <a:gd name="T108" fmla="*/ 42 w 74"/>
              <a:gd name="T109" fmla="*/ 41 h 83"/>
              <a:gd name="T110" fmla="*/ 42 w 74"/>
              <a:gd name="T111" fmla="*/ 30 h 83"/>
              <a:gd name="T112" fmla="*/ 68 w 74"/>
              <a:gd name="T113" fmla="*/ 30 h 83"/>
              <a:gd name="T114" fmla="*/ 68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2" y="22"/>
                </a:cubicBezTo>
                <a:cubicBezTo>
                  <a:pt x="65" y="19"/>
                  <a:pt x="67" y="15"/>
                  <a:pt x="68" y="12"/>
                </a:cubicBezTo>
                <a:cubicBezTo>
                  <a:pt x="68" y="8"/>
                  <a:pt x="67" y="5"/>
                  <a:pt x="65" y="3"/>
                </a:cubicBezTo>
                <a:cubicBezTo>
                  <a:pt x="63" y="1"/>
                  <a:pt x="61" y="0"/>
                  <a:pt x="58" y="0"/>
                </a:cubicBezTo>
                <a:cubicBezTo>
                  <a:pt x="54" y="0"/>
                  <a:pt x="49" y="2"/>
                  <a:pt x="46" y="5"/>
                </a:cubicBezTo>
                <a:cubicBezTo>
                  <a:pt x="41" y="11"/>
                  <a:pt x="37" y="18"/>
                  <a:pt x="36" y="24"/>
                </a:cubicBezTo>
                <a:cubicBezTo>
                  <a:pt x="34" y="18"/>
                  <a:pt x="32" y="11"/>
                  <a:pt x="27" y="6"/>
                </a:cubicBezTo>
                <a:cubicBezTo>
                  <a:pt x="24" y="3"/>
                  <a:pt x="21" y="2"/>
                  <a:pt x="18" y="2"/>
                </a:cubicBezTo>
                <a:cubicBezTo>
                  <a:pt x="15" y="2"/>
                  <a:pt x="13" y="3"/>
                  <a:pt x="11" y="5"/>
                </a:cubicBezTo>
                <a:cubicBezTo>
                  <a:pt x="7" y="9"/>
                  <a:pt x="7" y="16"/>
                  <a:pt x="12" y="21"/>
                </a:cubicBezTo>
                <a:cubicBezTo>
                  <a:pt x="14" y="22"/>
                  <a:pt x="16" y="24"/>
                  <a:pt x="18" y="25"/>
                </a:cubicBezTo>
                <a:cubicBezTo>
                  <a:pt x="0" y="25"/>
                  <a:pt x="0" y="25"/>
                  <a:pt x="0" y="25"/>
                </a:cubicBezTo>
                <a:cubicBezTo>
                  <a:pt x="0" y="46"/>
                  <a:pt x="0" y="46"/>
                  <a:pt x="0" y="46"/>
                </a:cubicBezTo>
                <a:cubicBezTo>
                  <a:pt x="5" y="46"/>
                  <a:pt x="5" y="46"/>
                  <a:pt x="5" y="46"/>
                </a:cubicBezTo>
                <a:cubicBezTo>
                  <a:pt x="5" y="83"/>
                  <a:pt x="5" y="83"/>
                  <a:pt x="5" y="83"/>
                </a:cubicBezTo>
                <a:cubicBezTo>
                  <a:pt x="68" y="83"/>
                  <a:pt x="68" y="83"/>
                  <a:pt x="68" y="83"/>
                </a:cubicBezTo>
                <a:cubicBezTo>
                  <a:pt x="68" y="46"/>
                  <a:pt x="68" y="46"/>
                  <a:pt x="68" y="46"/>
                </a:cubicBezTo>
                <a:cubicBezTo>
                  <a:pt x="74" y="46"/>
                  <a:pt x="74" y="46"/>
                  <a:pt x="74" y="46"/>
                </a:cubicBezTo>
                <a:cubicBezTo>
                  <a:pt x="74" y="25"/>
                  <a:pt x="74" y="25"/>
                  <a:pt x="74" y="25"/>
                </a:cubicBezTo>
                <a:lnTo>
                  <a:pt x="58" y="25"/>
                </a:lnTo>
                <a:close/>
                <a:moveTo>
                  <a:pt x="50" y="9"/>
                </a:moveTo>
                <a:cubicBezTo>
                  <a:pt x="52" y="7"/>
                  <a:pt x="55" y="6"/>
                  <a:pt x="58" y="6"/>
                </a:cubicBezTo>
                <a:cubicBezTo>
                  <a:pt x="59" y="6"/>
                  <a:pt x="60" y="6"/>
                  <a:pt x="61" y="7"/>
                </a:cubicBezTo>
                <a:cubicBezTo>
                  <a:pt x="63" y="9"/>
                  <a:pt x="62" y="14"/>
                  <a:pt x="58" y="17"/>
                </a:cubicBezTo>
                <a:cubicBezTo>
                  <a:pt x="55" y="21"/>
                  <a:pt x="50" y="23"/>
                  <a:pt x="46" y="25"/>
                </a:cubicBezTo>
                <a:cubicBezTo>
                  <a:pt x="41" y="25"/>
                  <a:pt x="41" y="25"/>
                  <a:pt x="41" y="25"/>
                </a:cubicBezTo>
                <a:cubicBezTo>
                  <a:pt x="43" y="20"/>
                  <a:pt x="46" y="14"/>
                  <a:pt x="50" y="9"/>
                </a:cubicBezTo>
                <a:close/>
                <a:moveTo>
                  <a:pt x="14" y="12"/>
                </a:moveTo>
                <a:cubicBezTo>
                  <a:pt x="14" y="11"/>
                  <a:pt x="14" y="10"/>
                  <a:pt x="15" y="9"/>
                </a:cubicBezTo>
                <a:cubicBezTo>
                  <a:pt x="16" y="8"/>
                  <a:pt x="17" y="8"/>
                  <a:pt x="18" y="8"/>
                </a:cubicBezTo>
                <a:cubicBezTo>
                  <a:pt x="18" y="8"/>
                  <a:pt x="18" y="8"/>
                  <a:pt x="18" y="8"/>
                </a:cubicBezTo>
                <a:cubicBezTo>
                  <a:pt x="19" y="8"/>
                  <a:pt x="21" y="9"/>
                  <a:pt x="23" y="10"/>
                </a:cubicBezTo>
                <a:cubicBezTo>
                  <a:pt x="25" y="13"/>
                  <a:pt x="28" y="17"/>
                  <a:pt x="29" y="23"/>
                </a:cubicBezTo>
                <a:cubicBezTo>
                  <a:pt x="29" y="23"/>
                  <a:pt x="29" y="23"/>
                  <a:pt x="29" y="23"/>
                </a:cubicBezTo>
                <a:cubicBezTo>
                  <a:pt x="29" y="23"/>
                  <a:pt x="29" y="23"/>
                  <a:pt x="29" y="23"/>
                </a:cubicBezTo>
                <a:cubicBezTo>
                  <a:pt x="23" y="22"/>
                  <a:pt x="19" y="19"/>
                  <a:pt x="16" y="17"/>
                </a:cubicBezTo>
                <a:cubicBezTo>
                  <a:pt x="15" y="15"/>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5" y="41"/>
                  <a:pt x="5" y="41"/>
                  <a:pt x="5" y="41"/>
                </a:cubicBezTo>
                <a:cubicBezTo>
                  <a:pt x="5" y="30"/>
                  <a:pt x="5" y="30"/>
                  <a:pt x="5" y="30"/>
                </a:cubicBezTo>
                <a:cubicBezTo>
                  <a:pt x="32" y="30"/>
                  <a:pt x="32" y="30"/>
                  <a:pt x="32" y="30"/>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8" y="41"/>
                </a:moveTo>
                <a:cubicBezTo>
                  <a:pt x="42" y="41"/>
                  <a:pt x="42" y="41"/>
                  <a:pt x="42" y="41"/>
                </a:cubicBezTo>
                <a:cubicBezTo>
                  <a:pt x="42" y="30"/>
                  <a:pt x="42" y="30"/>
                  <a:pt x="42" y="30"/>
                </a:cubicBezTo>
                <a:cubicBezTo>
                  <a:pt x="68" y="30"/>
                  <a:pt x="68" y="30"/>
                  <a:pt x="68" y="30"/>
                </a:cubicBezTo>
                <a:lnTo>
                  <a:pt x="68" y="4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170"/>
          <p:cNvSpPr>
            <a:spLocks noEditPoints="1"/>
          </p:cNvSpPr>
          <p:nvPr/>
        </p:nvSpPr>
        <p:spPr bwMode="auto">
          <a:xfrm>
            <a:off x="8129970" y="3282542"/>
            <a:ext cx="227224" cy="197904"/>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8 h 83"/>
              <a:gd name="T16" fmla="*/ 83 w 95"/>
              <a:gd name="T17" fmla="*/ 68 h 83"/>
              <a:gd name="T18" fmla="*/ 83 w 95"/>
              <a:gd name="T19" fmla="*/ 68 h 83"/>
              <a:gd name="T20" fmla="*/ 95 w 95"/>
              <a:gd name="T21" fmla="*/ 34 h 83"/>
              <a:gd name="T22" fmla="*/ 80 w 95"/>
              <a:gd name="T23" fmla="*/ 63 h 83"/>
              <a:gd name="T24" fmla="*/ 78 w 95"/>
              <a:gd name="T25" fmla="*/ 61 h 83"/>
              <a:gd name="T26" fmla="*/ 75 w 95"/>
              <a:gd name="T27" fmla="*/ 55 h 83"/>
              <a:gd name="T28" fmla="*/ 71 w 95"/>
              <a:gd name="T29" fmla="*/ 34 h 83"/>
              <a:gd name="T30" fmla="*/ 75 w 95"/>
              <a:gd name="T31" fmla="*/ 13 h 83"/>
              <a:gd name="T32" fmla="*/ 78 w 95"/>
              <a:gd name="T33" fmla="*/ 7 h 83"/>
              <a:gd name="T34" fmla="*/ 80 w 95"/>
              <a:gd name="T35" fmla="*/ 5 h 83"/>
              <a:gd name="T36" fmla="*/ 83 w 95"/>
              <a:gd name="T37" fmla="*/ 7 h 83"/>
              <a:gd name="T38" fmla="*/ 86 w 95"/>
              <a:gd name="T39" fmla="*/ 13 h 83"/>
              <a:gd name="T40" fmla="*/ 89 w 95"/>
              <a:gd name="T41" fmla="*/ 34 h 83"/>
              <a:gd name="T42" fmla="*/ 86 w 95"/>
              <a:gd name="T43" fmla="*/ 55 h 83"/>
              <a:gd name="T44" fmla="*/ 83 w 95"/>
              <a:gd name="T45" fmla="*/ 61 h 83"/>
              <a:gd name="T46" fmla="*/ 80 w 95"/>
              <a:gd name="T47" fmla="*/ 63 h 83"/>
              <a:gd name="T48" fmla="*/ 24 w 95"/>
              <a:gd name="T49" fmla="*/ 34 h 83"/>
              <a:gd name="T50" fmla="*/ 25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5 w 95"/>
              <a:gd name="T65" fmla="*/ 48 h 83"/>
              <a:gd name="T66" fmla="*/ 24 w 95"/>
              <a:gd name="T67" fmla="*/ 34 h 83"/>
              <a:gd name="T68" fmla="*/ 34 w 95"/>
              <a:gd name="T69" fmla="*/ 54 h 83"/>
              <a:gd name="T70" fmla="*/ 23 w 95"/>
              <a:gd name="T71" fmla="*/ 51 h 83"/>
              <a:gd name="T72" fmla="*/ 30 w 95"/>
              <a:gd name="T73" fmla="*/ 81 h 83"/>
              <a:gd name="T74" fmla="*/ 34 w 95"/>
              <a:gd name="T75" fmla="*/ 83 h 83"/>
              <a:gd name="T76" fmla="*/ 44 w 95"/>
              <a:gd name="T77" fmla="*/ 78 h 83"/>
              <a:gd name="T78" fmla="*/ 46 w 95"/>
              <a:gd name="T79" fmla="*/ 75 h 83"/>
              <a:gd name="T80" fmla="*/ 34 w 95"/>
              <a:gd name="T81" fmla="*/ 54 h 83"/>
              <a:gd name="T82" fmla="*/ 80 w 95"/>
              <a:gd name="T83" fmla="*/ 45 h 83"/>
              <a:gd name="T84" fmla="*/ 79 w 95"/>
              <a:gd name="T85" fmla="*/ 45 h 83"/>
              <a:gd name="T86" fmla="*/ 78 w 95"/>
              <a:gd name="T87" fmla="*/ 42 h 83"/>
              <a:gd name="T88" fmla="*/ 77 w 95"/>
              <a:gd name="T89" fmla="*/ 34 h 83"/>
              <a:gd name="T90" fmla="*/ 78 w 95"/>
              <a:gd name="T91" fmla="*/ 26 h 83"/>
              <a:gd name="T92" fmla="*/ 79 w 95"/>
              <a:gd name="T93" fmla="*/ 24 h 83"/>
              <a:gd name="T94" fmla="*/ 80 w 95"/>
              <a:gd name="T95" fmla="*/ 23 h 83"/>
              <a:gd name="T96" fmla="*/ 81 w 95"/>
              <a:gd name="T97" fmla="*/ 24 h 83"/>
              <a:gd name="T98" fmla="*/ 82 w 95"/>
              <a:gd name="T99" fmla="*/ 26 h 83"/>
              <a:gd name="T100" fmla="*/ 84 w 95"/>
              <a:gd name="T101" fmla="*/ 34 h 83"/>
              <a:gd name="T102" fmla="*/ 82 w 95"/>
              <a:gd name="T103" fmla="*/ 42 h 83"/>
              <a:gd name="T104" fmla="*/ 81 w 95"/>
              <a:gd name="T105" fmla="*/ 45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90" y="0"/>
                  <a:pt x="83" y="0"/>
                </a:cubicBezTo>
                <a:cubicBezTo>
                  <a:pt x="83" y="0"/>
                  <a:pt x="83" y="0"/>
                  <a:pt x="83" y="0"/>
                </a:cubicBezTo>
                <a:cubicBezTo>
                  <a:pt x="75" y="0"/>
                  <a:pt x="75" y="0"/>
                  <a:pt x="75" y="0"/>
                </a:cubicBezTo>
                <a:cubicBezTo>
                  <a:pt x="75" y="0"/>
                  <a:pt x="57" y="14"/>
                  <a:pt x="31" y="19"/>
                </a:cubicBezTo>
                <a:cubicBezTo>
                  <a:pt x="31" y="23"/>
                  <a:pt x="30" y="28"/>
                  <a:pt x="30" y="34"/>
                </a:cubicBezTo>
                <a:cubicBezTo>
                  <a:pt x="30" y="40"/>
                  <a:pt x="31" y="45"/>
                  <a:pt x="31" y="49"/>
                </a:cubicBezTo>
                <a:cubicBezTo>
                  <a:pt x="57" y="54"/>
                  <a:pt x="75" y="68"/>
                  <a:pt x="75" y="68"/>
                </a:cubicBezTo>
                <a:cubicBezTo>
                  <a:pt x="83" y="68"/>
                  <a:pt x="83" y="68"/>
                  <a:pt x="83" y="68"/>
                </a:cubicBezTo>
                <a:cubicBezTo>
                  <a:pt x="83" y="68"/>
                  <a:pt x="83" y="68"/>
                  <a:pt x="83" y="68"/>
                </a:cubicBezTo>
                <a:cubicBezTo>
                  <a:pt x="90" y="68"/>
                  <a:pt x="95" y="53"/>
                  <a:pt x="95" y="34"/>
                </a:cubicBezTo>
                <a:close/>
                <a:moveTo>
                  <a:pt x="80" y="63"/>
                </a:moveTo>
                <a:cubicBezTo>
                  <a:pt x="79" y="63"/>
                  <a:pt x="78" y="62"/>
                  <a:pt x="78" y="61"/>
                </a:cubicBezTo>
                <a:cubicBezTo>
                  <a:pt x="77" y="60"/>
                  <a:pt x="76" y="58"/>
                  <a:pt x="75" y="55"/>
                </a:cubicBezTo>
                <a:cubicBezTo>
                  <a:pt x="73" y="50"/>
                  <a:pt x="71" y="42"/>
                  <a:pt x="71" y="34"/>
                </a:cubicBezTo>
                <a:cubicBezTo>
                  <a:pt x="71" y="26"/>
                  <a:pt x="73" y="18"/>
                  <a:pt x="75" y="13"/>
                </a:cubicBezTo>
                <a:cubicBezTo>
                  <a:pt x="76" y="10"/>
                  <a:pt x="77" y="8"/>
                  <a:pt x="78" y="7"/>
                </a:cubicBezTo>
                <a:cubicBezTo>
                  <a:pt x="78" y="6"/>
                  <a:pt x="79" y="5"/>
                  <a:pt x="80" y="5"/>
                </a:cubicBezTo>
                <a:cubicBezTo>
                  <a:pt x="81" y="5"/>
                  <a:pt x="82" y="6"/>
                  <a:pt x="83" y="7"/>
                </a:cubicBezTo>
                <a:cubicBezTo>
                  <a:pt x="84" y="8"/>
                  <a:pt x="85" y="10"/>
                  <a:pt x="86" y="13"/>
                </a:cubicBezTo>
                <a:cubicBezTo>
                  <a:pt x="88" y="18"/>
                  <a:pt x="89" y="26"/>
                  <a:pt x="89" y="34"/>
                </a:cubicBezTo>
                <a:cubicBezTo>
                  <a:pt x="89" y="42"/>
                  <a:pt x="88" y="50"/>
                  <a:pt x="86" y="55"/>
                </a:cubicBezTo>
                <a:cubicBezTo>
                  <a:pt x="85" y="58"/>
                  <a:pt x="84" y="60"/>
                  <a:pt x="83" y="61"/>
                </a:cubicBezTo>
                <a:cubicBezTo>
                  <a:pt x="82" y="62"/>
                  <a:pt x="81" y="63"/>
                  <a:pt x="80" y="63"/>
                </a:cubicBezTo>
                <a:close/>
                <a:moveTo>
                  <a:pt x="24" y="34"/>
                </a:moveTo>
                <a:cubicBezTo>
                  <a:pt x="24" y="29"/>
                  <a:pt x="24" y="25"/>
                  <a:pt x="25"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5" y="48"/>
                </a:cubicBezTo>
                <a:cubicBezTo>
                  <a:pt x="24" y="43"/>
                  <a:pt x="24" y="39"/>
                  <a:pt x="24" y="34"/>
                </a:cubicBezTo>
                <a:close/>
                <a:moveTo>
                  <a:pt x="34" y="54"/>
                </a:moveTo>
                <a:cubicBezTo>
                  <a:pt x="23" y="51"/>
                  <a:pt x="23" y="51"/>
                  <a:pt x="23" y="51"/>
                </a:cubicBezTo>
                <a:cubicBezTo>
                  <a:pt x="30" y="81"/>
                  <a:pt x="30" y="81"/>
                  <a:pt x="30" y="81"/>
                </a:cubicBezTo>
                <a:cubicBezTo>
                  <a:pt x="31" y="83"/>
                  <a:pt x="32" y="83"/>
                  <a:pt x="34" y="83"/>
                </a:cubicBezTo>
                <a:cubicBezTo>
                  <a:pt x="44" y="78"/>
                  <a:pt x="44" y="78"/>
                  <a:pt x="44" y="78"/>
                </a:cubicBezTo>
                <a:cubicBezTo>
                  <a:pt x="46" y="78"/>
                  <a:pt x="47" y="76"/>
                  <a:pt x="46" y="75"/>
                </a:cubicBezTo>
                <a:lnTo>
                  <a:pt x="34" y="54"/>
                </a:lnTo>
                <a:close/>
                <a:moveTo>
                  <a:pt x="80" y="45"/>
                </a:moveTo>
                <a:cubicBezTo>
                  <a:pt x="80" y="45"/>
                  <a:pt x="80" y="45"/>
                  <a:pt x="79" y="45"/>
                </a:cubicBezTo>
                <a:cubicBezTo>
                  <a:pt x="79" y="44"/>
                  <a:pt x="79" y="43"/>
                  <a:pt x="78" y="42"/>
                </a:cubicBezTo>
                <a:cubicBezTo>
                  <a:pt x="77" y="40"/>
                  <a:pt x="77" y="37"/>
                  <a:pt x="77" y="34"/>
                </a:cubicBezTo>
                <a:cubicBezTo>
                  <a:pt x="77" y="31"/>
                  <a:pt x="77" y="28"/>
                  <a:pt x="78" y="26"/>
                </a:cubicBezTo>
                <a:cubicBezTo>
                  <a:pt x="79" y="25"/>
                  <a:pt x="79" y="24"/>
                  <a:pt x="79" y="24"/>
                </a:cubicBezTo>
                <a:cubicBezTo>
                  <a:pt x="80" y="23"/>
                  <a:pt x="80" y="23"/>
                  <a:pt x="80" y="23"/>
                </a:cubicBezTo>
                <a:cubicBezTo>
                  <a:pt x="81" y="23"/>
                  <a:pt x="81" y="23"/>
                  <a:pt x="81" y="24"/>
                </a:cubicBezTo>
                <a:cubicBezTo>
                  <a:pt x="82" y="24"/>
                  <a:pt x="82" y="25"/>
                  <a:pt x="82" y="26"/>
                </a:cubicBezTo>
                <a:cubicBezTo>
                  <a:pt x="83" y="28"/>
                  <a:pt x="84" y="31"/>
                  <a:pt x="84" y="34"/>
                </a:cubicBezTo>
                <a:cubicBezTo>
                  <a:pt x="84" y="37"/>
                  <a:pt x="83" y="40"/>
                  <a:pt x="82" y="42"/>
                </a:cubicBezTo>
                <a:cubicBezTo>
                  <a:pt x="82" y="43"/>
                  <a:pt x="82" y="44"/>
                  <a:pt x="81" y="45"/>
                </a:cubicBezTo>
                <a:cubicBezTo>
                  <a:pt x="81" y="45"/>
                  <a:pt x="81" y="45"/>
                  <a:pt x="80"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73"/>
          <p:cNvSpPr/>
          <p:nvPr/>
        </p:nvSpPr>
        <p:spPr bwMode="auto">
          <a:xfrm>
            <a:off x="7880758" y="3585993"/>
            <a:ext cx="177380" cy="177380"/>
          </a:xfrm>
          <a:custGeom>
            <a:avLst/>
            <a:gdLst>
              <a:gd name="T0" fmla="*/ 60 w 121"/>
              <a:gd name="T1" fmla="*/ 121 h 121"/>
              <a:gd name="T2" fmla="*/ 121 w 121"/>
              <a:gd name="T3" fmla="*/ 61 h 121"/>
              <a:gd name="T4" fmla="*/ 83 w 121"/>
              <a:gd name="T5" fmla="*/ 61 h 121"/>
              <a:gd name="T6" fmla="*/ 83 w 121"/>
              <a:gd name="T7" fmla="*/ 0 h 121"/>
              <a:gd name="T8" fmla="*/ 37 w 121"/>
              <a:gd name="T9" fmla="*/ 0 h 121"/>
              <a:gd name="T10" fmla="*/ 37 w 121"/>
              <a:gd name="T11" fmla="*/ 61 h 121"/>
              <a:gd name="T12" fmla="*/ 0 w 121"/>
              <a:gd name="T13" fmla="*/ 61 h 121"/>
              <a:gd name="T14" fmla="*/ 60 w 121"/>
              <a:gd name="T15" fmla="*/ 121 h 1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1">
                <a:moveTo>
                  <a:pt x="60" y="121"/>
                </a:moveTo>
                <a:lnTo>
                  <a:pt x="121" y="61"/>
                </a:lnTo>
                <a:lnTo>
                  <a:pt x="83" y="61"/>
                </a:lnTo>
                <a:lnTo>
                  <a:pt x="83" y="0"/>
                </a:lnTo>
                <a:lnTo>
                  <a:pt x="37" y="0"/>
                </a:lnTo>
                <a:lnTo>
                  <a:pt x="37" y="61"/>
                </a:lnTo>
                <a:lnTo>
                  <a:pt x="0" y="61"/>
                </a:lnTo>
                <a:lnTo>
                  <a:pt x="60" y="12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76"/>
          <p:cNvSpPr>
            <a:spLocks noEditPoints="1"/>
          </p:cNvSpPr>
          <p:nvPr/>
        </p:nvSpPr>
        <p:spPr bwMode="auto">
          <a:xfrm>
            <a:off x="7484951" y="4733835"/>
            <a:ext cx="153926" cy="114344"/>
          </a:xfrm>
          <a:custGeom>
            <a:avLst/>
            <a:gdLst>
              <a:gd name="T0" fmla="*/ 56 w 64"/>
              <a:gd name="T1" fmla="*/ 8 h 48"/>
              <a:gd name="T2" fmla="*/ 56 w 64"/>
              <a:gd name="T3" fmla="*/ 0 h 48"/>
              <a:gd name="T4" fmla="*/ 0 w 64"/>
              <a:gd name="T5" fmla="*/ 0 h 48"/>
              <a:gd name="T6" fmla="*/ 0 w 64"/>
              <a:gd name="T7" fmla="*/ 44 h 48"/>
              <a:gd name="T8" fmla="*/ 4 w 64"/>
              <a:gd name="T9" fmla="*/ 48 h 48"/>
              <a:gd name="T10" fmla="*/ 58 w 64"/>
              <a:gd name="T11" fmla="*/ 48 h 48"/>
              <a:gd name="T12" fmla="*/ 64 w 64"/>
              <a:gd name="T13" fmla="*/ 42 h 48"/>
              <a:gd name="T14" fmla="*/ 64 w 64"/>
              <a:gd name="T15" fmla="*/ 8 h 48"/>
              <a:gd name="T16" fmla="*/ 56 w 64"/>
              <a:gd name="T17" fmla="*/ 8 h 48"/>
              <a:gd name="T18" fmla="*/ 52 w 64"/>
              <a:gd name="T19" fmla="*/ 44 h 48"/>
              <a:gd name="T20" fmla="*/ 4 w 64"/>
              <a:gd name="T21" fmla="*/ 44 h 48"/>
              <a:gd name="T22" fmla="*/ 4 w 64"/>
              <a:gd name="T23" fmla="*/ 4 h 48"/>
              <a:gd name="T24" fmla="*/ 52 w 64"/>
              <a:gd name="T25" fmla="*/ 4 h 48"/>
              <a:gd name="T26" fmla="*/ 52 w 64"/>
              <a:gd name="T27" fmla="*/ 44 h 48"/>
              <a:gd name="T28" fmla="*/ 8 w 64"/>
              <a:gd name="T29" fmla="*/ 12 h 48"/>
              <a:gd name="T30" fmla="*/ 48 w 64"/>
              <a:gd name="T31" fmla="*/ 12 h 48"/>
              <a:gd name="T32" fmla="*/ 48 w 64"/>
              <a:gd name="T33" fmla="*/ 16 h 48"/>
              <a:gd name="T34" fmla="*/ 8 w 64"/>
              <a:gd name="T35" fmla="*/ 16 h 48"/>
              <a:gd name="T36" fmla="*/ 8 w 64"/>
              <a:gd name="T37" fmla="*/ 12 h 48"/>
              <a:gd name="T38" fmla="*/ 32 w 64"/>
              <a:gd name="T39" fmla="*/ 20 h 48"/>
              <a:gd name="T40" fmla="*/ 48 w 64"/>
              <a:gd name="T41" fmla="*/ 20 h 48"/>
              <a:gd name="T42" fmla="*/ 48 w 64"/>
              <a:gd name="T43" fmla="*/ 24 h 48"/>
              <a:gd name="T44" fmla="*/ 32 w 64"/>
              <a:gd name="T45" fmla="*/ 24 h 48"/>
              <a:gd name="T46" fmla="*/ 32 w 64"/>
              <a:gd name="T47" fmla="*/ 20 h 48"/>
              <a:gd name="T48" fmla="*/ 32 w 64"/>
              <a:gd name="T49" fmla="*/ 28 h 48"/>
              <a:gd name="T50" fmla="*/ 48 w 64"/>
              <a:gd name="T51" fmla="*/ 28 h 48"/>
              <a:gd name="T52" fmla="*/ 48 w 64"/>
              <a:gd name="T53" fmla="*/ 32 h 48"/>
              <a:gd name="T54" fmla="*/ 32 w 64"/>
              <a:gd name="T55" fmla="*/ 32 h 48"/>
              <a:gd name="T56" fmla="*/ 32 w 64"/>
              <a:gd name="T57" fmla="*/ 28 h 48"/>
              <a:gd name="T58" fmla="*/ 32 w 64"/>
              <a:gd name="T59" fmla="*/ 36 h 48"/>
              <a:gd name="T60" fmla="*/ 44 w 64"/>
              <a:gd name="T61" fmla="*/ 36 h 48"/>
              <a:gd name="T62" fmla="*/ 44 w 64"/>
              <a:gd name="T63" fmla="*/ 40 h 48"/>
              <a:gd name="T64" fmla="*/ 32 w 64"/>
              <a:gd name="T65" fmla="*/ 40 h 48"/>
              <a:gd name="T66" fmla="*/ 32 w 64"/>
              <a:gd name="T67" fmla="*/ 36 h 48"/>
              <a:gd name="T68" fmla="*/ 8 w 64"/>
              <a:gd name="T69" fmla="*/ 20 h 48"/>
              <a:gd name="T70" fmla="*/ 28 w 64"/>
              <a:gd name="T71" fmla="*/ 20 h 48"/>
              <a:gd name="T72" fmla="*/ 28 w 64"/>
              <a:gd name="T73" fmla="*/ 40 h 48"/>
              <a:gd name="T74" fmla="*/ 8 w 64"/>
              <a:gd name="T75" fmla="*/ 40 h 48"/>
              <a:gd name="T76" fmla="*/ 8 w 64"/>
              <a:gd name="T77" fmla="*/ 2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 h="48">
                <a:moveTo>
                  <a:pt x="56" y="8"/>
                </a:moveTo>
                <a:cubicBezTo>
                  <a:pt x="56" y="0"/>
                  <a:pt x="56" y="0"/>
                  <a:pt x="56" y="0"/>
                </a:cubicBezTo>
                <a:cubicBezTo>
                  <a:pt x="0" y="0"/>
                  <a:pt x="0" y="0"/>
                  <a:pt x="0" y="0"/>
                </a:cubicBezTo>
                <a:cubicBezTo>
                  <a:pt x="0" y="44"/>
                  <a:pt x="0" y="44"/>
                  <a:pt x="0" y="44"/>
                </a:cubicBezTo>
                <a:cubicBezTo>
                  <a:pt x="0" y="46"/>
                  <a:pt x="2" y="48"/>
                  <a:pt x="4" y="48"/>
                </a:cubicBezTo>
                <a:cubicBezTo>
                  <a:pt x="58" y="48"/>
                  <a:pt x="58" y="48"/>
                  <a:pt x="58" y="48"/>
                </a:cubicBezTo>
                <a:cubicBezTo>
                  <a:pt x="61" y="48"/>
                  <a:pt x="64" y="45"/>
                  <a:pt x="64" y="42"/>
                </a:cubicBezTo>
                <a:cubicBezTo>
                  <a:pt x="64" y="8"/>
                  <a:pt x="64" y="8"/>
                  <a:pt x="64" y="8"/>
                </a:cubicBezTo>
                <a:lnTo>
                  <a:pt x="56" y="8"/>
                </a:lnTo>
                <a:close/>
                <a:moveTo>
                  <a:pt x="52" y="44"/>
                </a:moveTo>
                <a:cubicBezTo>
                  <a:pt x="4" y="44"/>
                  <a:pt x="4" y="44"/>
                  <a:pt x="4" y="44"/>
                </a:cubicBezTo>
                <a:cubicBezTo>
                  <a:pt x="4" y="4"/>
                  <a:pt x="4" y="4"/>
                  <a:pt x="4" y="4"/>
                </a:cubicBezTo>
                <a:cubicBezTo>
                  <a:pt x="52" y="4"/>
                  <a:pt x="52" y="4"/>
                  <a:pt x="52" y="4"/>
                </a:cubicBezTo>
                <a:lnTo>
                  <a:pt x="52" y="44"/>
                </a:lnTo>
                <a:close/>
                <a:moveTo>
                  <a:pt x="8" y="12"/>
                </a:moveTo>
                <a:cubicBezTo>
                  <a:pt x="48" y="12"/>
                  <a:pt x="48" y="12"/>
                  <a:pt x="48" y="12"/>
                </a:cubicBezTo>
                <a:cubicBezTo>
                  <a:pt x="48" y="16"/>
                  <a:pt x="48" y="16"/>
                  <a:pt x="48" y="16"/>
                </a:cubicBezTo>
                <a:cubicBezTo>
                  <a:pt x="8" y="16"/>
                  <a:pt x="8" y="16"/>
                  <a:pt x="8" y="16"/>
                </a:cubicBezTo>
                <a:lnTo>
                  <a:pt x="8" y="12"/>
                </a:lnTo>
                <a:close/>
                <a:moveTo>
                  <a:pt x="32" y="20"/>
                </a:moveTo>
                <a:cubicBezTo>
                  <a:pt x="48" y="20"/>
                  <a:pt x="48" y="20"/>
                  <a:pt x="48" y="20"/>
                </a:cubicBezTo>
                <a:cubicBezTo>
                  <a:pt x="48" y="24"/>
                  <a:pt x="48" y="24"/>
                  <a:pt x="48" y="24"/>
                </a:cubicBezTo>
                <a:cubicBezTo>
                  <a:pt x="32" y="24"/>
                  <a:pt x="32" y="24"/>
                  <a:pt x="32" y="24"/>
                </a:cubicBezTo>
                <a:lnTo>
                  <a:pt x="32" y="20"/>
                </a:lnTo>
                <a:close/>
                <a:moveTo>
                  <a:pt x="32" y="28"/>
                </a:moveTo>
                <a:cubicBezTo>
                  <a:pt x="48" y="28"/>
                  <a:pt x="48" y="28"/>
                  <a:pt x="48" y="28"/>
                </a:cubicBezTo>
                <a:cubicBezTo>
                  <a:pt x="48" y="32"/>
                  <a:pt x="48" y="32"/>
                  <a:pt x="48" y="32"/>
                </a:cubicBezTo>
                <a:cubicBezTo>
                  <a:pt x="32" y="32"/>
                  <a:pt x="32" y="32"/>
                  <a:pt x="32" y="32"/>
                </a:cubicBezTo>
                <a:lnTo>
                  <a:pt x="32" y="28"/>
                </a:lnTo>
                <a:close/>
                <a:moveTo>
                  <a:pt x="32" y="36"/>
                </a:moveTo>
                <a:cubicBezTo>
                  <a:pt x="44" y="36"/>
                  <a:pt x="44" y="36"/>
                  <a:pt x="44" y="36"/>
                </a:cubicBezTo>
                <a:cubicBezTo>
                  <a:pt x="44" y="40"/>
                  <a:pt x="44" y="40"/>
                  <a:pt x="44" y="40"/>
                </a:cubicBezTo>
                <a:cubicBezTo>
                  <a:pt x="32" y="40"/>
                  <a:pt x="32" y="40"/>
                  <a:pt x="32" y="40"/>
                </a:cubicBezTo>
                <a:lnTo>
                  <a:pt x="32" y="36"/>
                </a:lnTo>
                <a:close/>
                <a:moveTo>
                  <a:pt x="8" y="20"/>
                </a:moveTo>
                <a:cubicBezTo>
                  <a:pt x="28" y="20"/>
                  <a:pt x="28" y="20"/>
                  <a:pt x="28" y="20"/>
                </a:cubicBezTo>
                <a:cubicBezTo>
                  <a:pt x="28" y="40"/>
                  <a:pt x="28" y="40"/>
                  <a:pt x="28" y="40"/>
                </a:cubicBezTo>
                <a:cubicBezTo>
                  <a:pt x="8" y="40"/>
                  <a:pt x="8" y="40"/>
                  <a:pt x="8" y="40"/>
                </a:cubicBezTo>
                <a:lnTo>
                  <a:pt x="8" y="2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180"/>
          <p:cNvSpPr>
            <a:spLocks noEditPoints="1"/>
          </p:cNvSpPr>
          <p:nvPr/>
        </p:nvSpPr>
        <p:spPr bwMode="auto">
          <a:xfrm>
            <a:off x="8107980" y="2773856"/>
            <a:ext cx="184710" cy="184710"/>
          </a:xfrm>
          <a:custGeom>
            <a:avLst/>
            <a:gdLst>
              <a:gd name="T0" fmla="*/ 64 w 77"/>
              <a:gd name="T1" fmla="*/ 0 h 77"/>
              <a:gd name="T2" fmla="*/ 13 w 77"/>
              <a:gd name="T3" fmla="*/ 0 h 77"/>
              <a:gd name="T4" fmla="*/ 0 w 77"/>
              <a:gd name="T5" fmla="*/ 13 h 77"/>
              <a:gd name="T6" fmla="*/ 0 w 77"/>
              <a:gd name="T7" fmla="*/ 64 h 77"/>
              <a:gd name="T8" fmla="*/ 13 w 77"/>
              <a:gd name="T9" fmla="*/ 77 h 77"/>
              <a:gd name="T10" fmla="*/ 64 w 77"/>
              <a:gd name="T11" fmla="*/ 77 h 77"/>
              <a:gd name="T12" fmla="*/ 77 w 77"/>
              <a:gd name="T13" fmla="*/ 64 h 77"/>
              <a:gd name="T14" fmla="*/ 77 w 77"/>
              <a:gd name="T15" fmla="*/ 13 h 77"/>
              <a:gd name="T16" fmla="*/ 64 w 77"/>
              <a:gd name="T17" fmla="*/ 0 h 77"/>
              <a:gd name="T18" fmla="*/ 25 w 77"/>
              <a:gd name="T19" fmla="*/ 34 h 77"/>
              <a:gd name="T20" fmla="*/ 52 w 77"/>
              <a:gd name="T21" fmla="*/ 34 h 77"/>
              <a:gd name="T22" fmla="*/ 53 w 77"/>
              <a:gd name="T23" fmla="*/ 38 h 77"/>
              <a:gd name="T24" fmla="*/ 39 w 77"/>
              <a:gd name="T25" fmla="*/ 53 h 77"/>
              <a:gd name="T26" fmla="*/ 24 w 77"/>
              <a:gd name="T27" fmla="*/ 38 h 77"/>
              <a:gd name="T28" fmla="*/ 25 w 77"/>
              <a:gd name="T29" fmla="*/ 34 h 77"/>
              <a:gd name="T30" fmla="*/ 67 w 77"/>
              <a:gd name="T31" fmla="*/ 33 h 77"/>
              <a:gd name="T32" fmla="*/ 67 w 77"/>
              <a:gd name="T33" fmla="*/ 53 h 77"/>
              <a:gd name="T34" fmla="*/ 67 w 77"/>
              <a:gd name="T35" fmla="*/ 62 h 77"/>
              <a:gd name="T36" fmla="*/ 63 w 77"/>
              <a:gd name="T37" fmla="*/ 67 h 77"/>
              <a:gd name="T38" fmla="*/ 15 w 77"/>
              <a:gd name="T39" fmla="*/ 67 h 77"/>
              <a:gd name="T40" fmla="*/ 10 w 77"/>
              <a:gd name="T41" fmla="*/ 63 h 77"/>
              <a:gd name="T42" fmla="*/ 10 w 77"/>
              <a:gd name="T43" fmla="*/ 53 h 77"/>
              <a:gd name="T44" fmla="*/ 10 w 77"/>
              <a:gd name="T45" fmla="*/ 34 h 77"/>
              <a:gd name="T46" fmla="*/ 10 w 77"/>
              <a:gd name="T47" fmla="*/ 34 h 77"/>
              <a:gd name="T48" fmla="*/ 17 w 77"/>
              <a:gd name="T49" fmla="*/ 34 h 77"/>
              <a:gd name="T50" fmla="*/ 17 w 77"/>
              <a:gd name="T51" fmla="*/ 39 h 77"/>
              <a:gd name="T52" fmla="*/ 39 w 77"/>
              <a:gd name="T53" fmla="*/ 60 h 77"/>
              <a:gd name="T54" fmla="*/ 60 w 77"/>
              <a:gd name="T55" fmla="*/ 38 h 77"/>
              <a:gd name="T56" fmla="*/ 60 w 77"/>
              <a:gd name="T57" fmla="*/ 33 h 77"/>
              <a:gd name="T58" fmla="*/ 67 w 77"/>
              <a:gd name="T59" fmla="*/ 33 h 77"/>
              <a:gd name="T60" fmla="*/ 67 w 77"/>
              <a:gd name="T61" fmla="*/ 17 h 77"/>
              <a:gd name="T62" fmla="*/ 65 w 77"/>
              <a:gd name="T63" fmla="*/ 19 h 77"/>
              <a:gd name="T64" fmla="*/ 60 w 77"/>
              <a:gd name="T65" fmla="*/ 19 h 77"/>
              <a:gd name="T66" fmla="*/ 58 w 77"/>
              <a:gd name="T67" fmla="*/ 17 h 77"/>
              <a:gd name="T68" fmla="*/ 58 w 77"/>
              <a:gd name="T69" fmla="*/ 12 h 77"/>
              <a:gd name="T70" fmla="*/ 60 w 77"/>
              <a:gd name="T71" fmla="*/ 10 h 77"/>
              <a:gd name="T72" fmla="*/ 65 w 77"/>
              <a:gd name="T73" fmla="*/ 10 h 77"/>
              <a:gd name="T74" fmla="*/ 67 w 77"/>
              <a:gd name="T75" fmla="*/ 12 h 77"/>
              <a:gd name="T76" fmla="*/ 67 w 77"/>
              <a:gd name="T77" fmla="*/ 1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7" h="77">
                <a:moveTo>
                  <a:pt x="64" y="0"/>
                </a:moveTo>
                <a:cubicBezTo>
                  <a:pt x="13" y="0"/>
                  <a:pt x="13" y="0"/>
                  <a:pt x="13" y="0"/>
                </a:cubicBezTo>
                <a:cubicBezTo>
                  <a:pt x="6" y="0"/>
                  <a:pt x="0" y="6"/>
                  <a:pt x="0" y="13"/>
                </a:cubicBezTo>
                <a:cubicBezTo>
                  <a:pt x="0" y="64"/>
                  <a:pt x="0" y="64"/>
                  <a:pt x="0" y="64"/>
                </a:cubicBezTo>
                <a:cubicBezTo>
                  <a:pt x="1" y="71"/>
                  <a:pt x="6" y="77"/>
                  <a:pt x="13" y="77"/>
                </a:cubicBezTo>
                <a:cubicBezTo>
                  <a:pt x="64" y="77"/>
                  <a:pt x="64" y="77"/>
                  <a:pt x="64" y="77"/>
                </a:cubicBezTo>
                <a:cubicBezTo>
                  <a:pt x="71" y="76"/>
                  <a:pt x="77" y="71"/>
                  <a:pt x="77" y="64"/>
                </a:cubicBezTo>
                <a:cubicBezTo>
                  <a:pt x="77" y="13"/>
                  <a:pt x="77" y="13"/>
                  <a:pt x="77" y="13"/>
                </a:cubicBezTo>
                <a:cubicBezTo>
                  <a:pt x="77" y="6"/>
                  <a:pt x="71" y="0"/>
                  <a:pt x="64" y="0"/>
                </a:cubicBezTo>
                <a:close/>
                <a:moveTo>
                  <a:pt x="25" y="34"/>
                </a:moveTo>
                <a:cubicBezTo>
                  <a:pt x="52" y="34"/>
                  <a:pt x="52" y="34"/>
                  <a:pt x="52" y="34"/>
                </a:cubicBezTo>
                <a:cubicBezTo>
                  <a:pt x="53" y="35"/>
                  <a:pt x="53" y="37"/>
                  <a:pt x="53" y="38"/>
                </a:cubicBezTo>
                <a:cubicBezTo>
                  <a:pt x="53" y="46"/>
                  <a:pt x="47" y="53"/>
                  <a:pt x="39" y="53"/>
                </a:cubicBezTo>
                <a:cubicBezTo>
                  <a:pt x="31" y="53"/>
                  <a:pt x="24" y="47"/>
                  <a:pt x="24" y="38"/>
                </a:cubicBezTo>
                <a:cubicBezTo>
                  <a:pt x="24" y="37"/>
                  <a:pt x="24" y="35"/>
                  <a:pt x="25" y="34"/>
                </a:cubicBezTo>
                <a:close/>
                <a:moveTo>
                  <a:pt x="67" y="33"/>
                </a:moveTo>
                <a:cubicBezTo>
                  <a:pt x="67" y="53"/>
                  <a:pt x="67" y="53"/>
                  <a:pt x="67" y="53"/>
                </a:cubicBezTo>
                <a:cubicBezTo>
                  <a:pt x="67" y="62"/>
                  <a:pt x="67" y="62"/>
                  <a:pt x="67" y="62"/>
                </a:cubicBezTo>
                <a:cubicBezTo>
                  <a:pt x="67" y="65"/>
                  <a:pt x="65" y="67"/>
                  <a:pt x="63" y="67"/>
                </a:cubicBezTo>
                <a:cubicBezTo>
                  <a:pt x="15" y="67"/>
                  <a:pt x="15" y="67"/>
                  <a:pt x="15" y="67"/>
                </a:cubicBezTo>
                <a:cubicBezTo>
                  <a:pt x="12" y="67"/>
                  <a:pt x="10" y="65"/>
                  <a:pt x="10" y="63"/>
                </a:cubicBezTo>
                <a:cubicBezTo>
                  <a:pt x="10" y="53"/>
                  <a:pt x="10" y="53"/>
                  <a:pt x="10" y="53"/>
                </a:cubicBezTo>
                <a:cubicBezTo>
                  <a:pt x="10" y="34"/>
                  <a:pt x="10" y="34"/>
                  <a:pt x="10" y="34"/>
                </a:cubicBezTo>
                <a:cubicBezTo>
                  <a:pt x="10" y="34"/>
                  <a:pt x="10" y="34"/>
                  <a:pt x="10" y="34"/>
                </a:cubicBezTo>
                <a:cubicBezTo>
                  <a:pt x="17" y="34"/>
                  <a:pt x="17" y="34"/>
                  <a:pt x="17" y="34"/>
                </a:cubicBezTo>
                <a:cubicBezTo>
                  <a:pt x="17" y="35"/>
                  <a:pt x="17" y="37"/>
                  <a:pt x="17" y="39"/>
                </a:cubicBezTo>
                <a:cubicBezTo>
                  <a:pt x="17" y="51"/>
                  <a:pt x="27" y="60"/>
                  <a:pt x="39" y="60"/>
                </a:cubicBezTo>
                <a:cubicBezTo>
                  <a:pt x="51" y="60"/>
                  <a:pt x="60" y="50"/>
                  <a:pt x="60" y="38"/>
                </a:cubicBezTo>
                <a:cubicBezTo>
                  <a:pt x="60" y="37"/>
                  <a:pt x="60" y="35"/>
                  <a:pt x="60" y="33"/>
                </a:cubicBezTo>
                <a:cubicBezTo>
                  <a:pt x="67" y="33"/>
                  <a:pt x="67" y="33"/>
                  <a:pt x="67" y="33"/>
                </a:cubicBezTo>
                <a:close/>
                <a:moveTo>
                  <a:pt x="67" y="17"/>
                </a:moveTo>
                <a:cubicBezTo>
                  <a:pt x="67" y="18"/>
                  <a:pt x="66" y="19"/>
                  <a:pt x="65" y="19"/>
                </a:cubicBezTo>
                <a:cubicBezTo>
                  <a:pt x="60" y="19"/>
                  <a:pt x="60" y="19"/>
                  <a:pt x="60" y="19"/>
                </a:cubicBezTo>
                <a:cubicBezTo>
                  <a:pt x="59" y="19"/>
                  <a:pt x="58" y="18"/>
                  <a:pt x="58" y="17"/>
                </a:cubicBezTo>
                <a:cubicBezTo>
                  <a:pt x="58" y="12"/>
                  <a:pt x="58" y="12"/>
                  <a:pt x="58" y="12"/>
                </a:cubicBezTo>
                <a:cubicBezTo>
                  <a:pt x="58" y="11"/>
                  <a:pt x="59" y="10"/>
                  <a:pt x="60" y="10"/>
                </a:cubicBezTo>
                <a:cubicBezTo>
                  <a:pt x="65" y="10"/>
                  <a:pt x="65" y="10"/>
                  <a:pt x="65" y="10"/>
                </a:cubicBezTo>
                <a:cubicBezTo>
                  <a:pt x="66" y="9"/>
                  <a:pt x="67" y="11"/>
                  <a:pt x="67" y="12"/>
                </a:cubicBezTo>
                <a:lnTo>
                  <a:pt x="67" y="1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181"/>
          <p:cNvSpPr>
            <a:spLocks noEditPoints="1"/>
          </p:cNvSpPr>
          <p:nvPr/>
        </p:nvSpPr>
        <p:spPr bwMode="auto">
          <a:xfrm>
            <a:off x="7760550" y="3047989"/>
            <a:ext cx="189108" cy="143663"/>
          </a:xfrm>
          <a:custGeom>
            <a:avLst/>
            <a:gdLst>
              <a:gd name="T0" fmla="*/ 76 w 79"/>
              <a:gd name="T1" fmla="*/ 3 h 60"/>
              <a:gd name="T2" fmla="*/ 40 w 79"/>
              <a:gd name="T3" fmla="*/ 0 h 60"/>
              <a:gd name="T4" fmla="*/ 4 w 79"/>
              <a:gd name="T5" fmla="*/ 3 h 60"/>
              <a:gd name="T6" fmla="*/ 0 w 79"/>
              <a:gd name="T7" fmla="*/ 30 h 60"/>
              <a:gd name="T8" fmla="*/ 4 w 79"/>
              <a:gd name="T9" fmla="*/ 57 h 60"/>
              <a:gd name="T10" fmla="*/ 40 w 79"/>
              <a:gd name="T11" fmla="*/ 60 h 60"/>
              <a:gd name="T12" fmla="*/ 76 w 79"/>
              <a:gd name="T13" fmla="*/ 57 h 60"/>
              <a:gd name="T14" fmla="*/ 79 w 79"/>
              <a:gd name="T15" fmla="*/ 30 h 60"/>
              <a:gd name="T16" fmla="*/ 76 w 79"/>
              <a:gd name="T17" fmla="*/ 3 h 60"/>
              <a:gd name="T18" fmla="*/ 30 w 79"/>
              <a:gd name="T19" fmla="*/ 45 h 60"/>
              <a:gd name="T20" fmla="*/ 30 w 79"/>
              <a:gd name="T21" fmla="*/ 15 h 60"/>
              <a:gd name="T22" fmla="*/ 55 w 79"/>
              <a:gd name="T23" fmla="*/ 30 h 60"/>
              <a:gd name="T24" fmla="*/ 30 w 79"/>
              <a:gd name="T25" fmla="*/ 4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9" h="60">
                <a:moveTo>
                  <a:pt x="76" y="3"/>
                </a:moveTo>
                <a:cubicBezTo>
                  <a:pt x="65" y="1"/>
                  <a:pt x="53" y="0"/>
                  <a:pt x="40" y="0"/>
                </a:cubicBezTo>
                <a:cubicBezTo>
                  <a:pt x="27" y="0"/>
                  <a:pt x="15" y="1"/>
                  <a:pt x="4" y="3"/>
                </a:cubicBezTo>
                <a:cubicBezTo>
                  <a:pt x="2" y="11"/>
                  <a:pt x="0" y="20"/>
                  <a:pt x="0" y="30"/>
                </a:cubicBezTo>
                <a:cubicBezTo>
                  <a:pt x="0" y="40"/>
                  <a:pt x="2" y="49"/>
                  <a:pt x="4" y="57"/>
                </a:cubicBezTo>
                <a:cubicBezTo>
                  <a:pt x="15" y="59"/>
                  <a:pt x="27" y="60"/>
                  <a:pt x="40" y="60"/>
                </a:cubicBezTo>
                <a:cubicBezTo>
                  <a:pt x="53" y="60"/>
                  <a:pt x="65" y="59"/>
                  <a:pt x="76" y="57"/>
                </a:cubicBezTo>
                <a:cubicBezTo>
                  <a:pt x="78" y="49"/>
                  <a:pt x="79" y="40"/>
                  <a:pt x="79" y="30"/>
                </a:cubicBezTo>
                <a:cubicBezTo>
                  <a:pt x="79" y="20"/>
                  <a:pt x="78" y="11"/>
                  <a:pt x="76" y="3"/>
                </a:cubicBezTo>
                <a:close/>
                <a:moveTo>
                  <a:pt x="30" y="45"/>
                </a:moveTo>
                <a:cubicBezTo>
                  <a:pt x="30" y="15"/>
                  <a:pt x="30" y="15"/>
                  <a:pt x="30" y="15"/>
                </a:cubicBezTo>
                <a:cubicBezTo>
                  <a:pt x="55" y="30"/>
                  <a:pt x="55" y="30"/>
                  <a:pt x="55" y="30"/>
                </a:cubicBezTo>
                <a:lnTo>
                  <a:pt x="30" y="4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183"/>
          <p:cNvSpPr>
            <a:spLocks noEditPoints="1"/>
          </p:cNvSpPr>
          <p:nvPr/>
        </p:nvSpPr>
        <p:spPr bwMode="auto">
          <a:xfrm>
            <a:off x="7568510" y="3780966"/>
            <a:ext cx="164187" cy="162720"/>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4 w 68"/>
              <a:gd name="T11" fmla="*/ 61 h 68"/>
              <a:gd name="T12" fmla="*/ 7 w 68"/>
              <a:gd name="T13" fmla="*/ 34 h 68"/>
              <a:gd name="T14" fmla="*/ 34 w 68"/>
              <a:gd name="T15" fmla="*/ 6 h 68"/>
              <a:gd name="T16" fmla="*/ 62 w 68"/>
              <a:gd name="T17" fmla="*/ 34 h 68"/>
              <a:gd name="T18" fmla="*/ 34 w 68"/>
              <a:gd name="T19" fmla="*/ 61 h 68"/>
              <a:gd name="T20" fmla="*/ 21 w 68"/>
              <a:gd name="T21" fmla="*/ 21 h 68"/>
              <a:gd name="T22" fmla="*/ 47 w 68"/>
              <a:gd name="T23" fmla="*/ 21 h 68"/>
              <a:gd name="T24" fmla="*/ 47 w 68"/>
              <a:gd name="T25" fmla="*/ 46 h 68"/>
              <a:gd name="T26" fmla="*/ 21 w 68"/>
              <a:gd name="T27" fmla="*/ 46 h 68"/>
              <a:gd name="T28" fmla="*/ 21 w 68"/>
              <a:gd name="T29" fmla="*/ 21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8" h="68">
                <a:moveTo>
                  <a:pt x="34" y="0"/>
                </a:moveTo>
                <a:cubicBezTo>
                  <a:pt x="15" y="0"/>
                  <a:pt x="0" y="15"/>
                  <a:pt x="0" y="34"/>
                </a:cubicBezTo>
                <a:cubicBezTo>
                  <a:pt x="0" y="52"/>
                  <a:pt x="15" y="68"/>
                  <a:pt x="34" y="68"/>
                </a:cubicBezTo>
                <a:cubicBezTo>
                  <a:pt x="53" y="68"/>
                  <a:pt x="68" y="52"/>
                  <a:pt x="68" y="34"/>
                </a:cubicBezTo>
                <a:cubicBezTo>
                  <a:pt x="68" y="15"/>
                  <a:pt x="53" y="0"/>
                  <a:pt x="34" y="0"/>
                </a:cubicBezTo>
                <a:close/>
                <a:moveTo>
                  <a:pt x="34" y="61"/>
                </a:moveTo>
                <a:cubicBezTo>
                  <a:pt x="19" y="61"/>
                  <a:pt x="7" y="49"/>
                  <a:pt x="7" y="34"/>
                </a:cubicBezTo>
                <a:cubicBezTo>
                  <a:pt x="7" y="18"/>
                  <a:pt x="19" y="6"/>
                  <a:pt x="34" y="6"/>
                </a:cubicBezTo>
                <a:cubicBezTo>
                  <a:pt x="49" y="6"/>
                  <a:pt x="62" y="18"/>
                  <a:pt x="62" y="34"/>
                </a:cubicBezTo>
                <a:cubicBezTo>
                  <a:pt x="62" y="49"/>
                  <a:pt x="49" y="61"/>
                  <a:pt x="34" y="61"/>
                </a:cubicBezTo>
                <a:close/>
                <a:moveTo>
                  <a:pt x="21" y="21"/>
                </a:moveTo>
                <a:cubicBezTo>
                  <a:pt x="47" y="21"/>
                  <a:pt x="47" y="21"/>
                  <a:pt x="47" y="21"/>
                </a:cubicBezTo>
                <a:cubicBezTo>
                  <a:pt x="47" y="46"/>
                  <a:pt x="47" y="46"/>
                  <a:pt x="47" y="46"/>
                </a:cubicBezTo>
                <a:cubicBezTo>
                  <a:pt x="21" y="46"/>
                  <a:pt x="21" y="46"/>
                  <a:pt x="21" y="46"/>
                </a:cubicBezTo>
                <a:lnTo>
                  <a:pt x="21" y="2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188"/>
          <p:cNvSpPr>
            <a:spLocks noEditPoints="1"/>
          </p:cNvSpPr>
          <p:nvPr/>
        </p:nvSpPr>
        <p:spPr bwMode="auto">
          <a:xfrm>
            <a:off x="6999720" y="4447974"/>
            <a:ext cx="171516" cy="172982"/>
          </a:xfrm>
          <a:custGeom>
            <a:avLst/>
            <a:gdLst>
              <a:gd name="T0" fmla="*/ 36 w 72"/>
              <a:gd name="T1" fmla="*/ 0 h 72"/>
              <a:gd name="T2" fmla="*/ 0 w 72"/>
              <a:gd name="T3" fmla="*/ 36 h 72"/>
              <a:gd name="T4" fmla="*/ 36 w 72"/>
              <a:gd name="T5" fmla="*/ 72 h 72"/>
              <a:gd name="T6" fmla="*/ 72 w 72"/>
              <a:gd name="T7" fmla="*/ 36 h 72"/>
              <a:gd name="T8" fmla="*/ 36 w 72"/>
              <a:gd name="T9" fmla="*/ 0 h 72"/>
              <a:gd name="T10" fmla="*/ 57 w 72"/>
              <a:gd name="T11" fmla="*/ 31 h 72"/>
              <a:gd name="T12" fmla="*/ 38 w 72"/>
              <a:gd name="T13" fmla="*/ 59 h 72"/>
              <a:gd name="T14" fmla="*/ 29 w 72"/>
              <a:gd name="T15" fmla="*/ 55 h 72"/>
              <a:gd name="T16" fmla="*/ 21 w 72"/>
              <a:gd name="T17" fmla="*/ 33 h 72"/>
              <a:gd name="T18" fmla="*/ 16 w 72"/>
              <a:gd name="T19" fmla="*/ 35 h 72"/>
              <a:gd name="T20" fmla="*/ 15 w 72"/>
              <a:gd name="T21" fmla="*/ 32 h 72"/>
              <a:gd name="T22" fmla="*/ 28 w 72"/>
              <a:gd name="T23" fmla="*/ 23 h 72"/>
              <a:gd name="T24" fmla="*/ 35 w 72"/>
              <a:gd name="T25" fmla="*/ 37 h 72"/>
              <a:gd name="T26" fmla="*/ 38 w 72"/>
              <a:gd name="T27" fmla="*/ 46 h 72"/>
              <a:gd name="T28" fmla="*/ 44 w 72"/>
              <a:gd name="T29" fmla="*/ 38 h 72"/>
              <a:gd name="T30" fmla="*/ 39 w 72"/>
              <a:gd name="T31" fmla="*/ 32 h 72"/>
              <a:gd name="T32" fmla="*/ 57 w 72"/>
              <a:gd name="T33" fmla="*/ 31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2" h="72">
                <a:moveTo>
                  <a:pt x="36" y="0"/>
                </a:moveTo>
                <a:cubicBezTo>
                  <a:pt x="16" y="0"/>
                  <a:pt x="0" y="17"/>
                  <a:pt x="0" y="36"/>
                </a:cubicBezTo>
                <a:cubicBezTo>
                  <a:pt x="0" y="56"/>
                  <a:pt x="16" y="72"/>
                  <a:pt x="36" y="72"/>
                </a:cubicBezTo>
                <a:cubicBezTo>
                  <a:pt x="56" y="72"/>
                  <a:pt x="72" y="56"/>
                  <a:pt x="72" y="36"/>
                </a:cubicBezTo>
                <a:cubicBezTo>
                  <a:pt x="72" y="17"/>
                  <a:pt x="56" y="0"/>
                  <a:pt x="36" y="0"/>
                </a:cubicBezTo>
                <a:close/>
                <a:moveTo>
                  <a:pt x="57" y="31"/>
                </a:moveTo>
                <a:cubicBezTo>
                  <a:pt x="55" y="45"/>
                  <a:pt x="42" y="56"/>
                  <a:pt x="38" y="59"/>
                </a:cubicBezTo>
                <a:cubicBezTo>
                  <a:pt x="34" y="61"/>
                  <a:pt x="30" y="58"/>
                  <a:pt x="29" y="55"/>
                </a:cubicBezTo>
                <a:cubicBezTo>
                  <a:pt x="27" y="52"/>
                  <a:pt x="22" y="35"/>
                  <a:pt x="21" y="33"/>
                </a:cubicBezTo>
                <a:cubicBezTo>
                  <a:pt x="20" y="32"/>
                  <a:pt x="16" y="35"/>
                  <a:pt x="16" y="35"/>
                </a:cubicBezTo>
                <a:cubicBezTo>
                  <a:pt x="15" y="32"/>
                  <a:pt x="15" y="32"/>
                  <a:pt x="15" y="32"/>
                </a:cubicBezTo>
                <a:cubicBezTo>
                  <a:pt x="15" y="32"/>
                  <a:pt x="22" y="24"/>
                  <a:pt x="28" y="23"/>
                </a:cubicBezTo>
                <a:cubicBezTo>
                  <a:pt x="33" y="22"/>
                  <a:pt x="33" y="32"/>
                  <a:pt x="35" y="37"/>
                </a:cubicBezTo>
                <a:cubicBezTo>
                  <a:pt x="36" y="43"/>
                  <a:pt x="37" y="46"/>
                  <a:pt x="38" y="46"/>
                </a:cubicBezTo>
                <a:cubicBezTo>
                  <a:pt x="39" y="46"/>
                  <a:pt x="42" y="43"/>
                  <a:pt x="44" y="38"/>
                </a:cubicBezTo>
                <a:cubicBezTo>
                  <a:pt x="47" y="34"/>
                  <a:pt x="44" y="29"/>
                  <a:pt x="39" y="32"/>
                </a:cubicBezTo>
                <a:cubicBezTo>
                  <a:pt x="41" y="21"/>
                  <a:pt x="60" y="18"/>
                  <a:pt x="57" y="3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189"/>
          <p:cNvSpPr>
            <a:spLocks noEditPoints="1"/>
          </p:cNvSpPr>
          <p:nvPr/>
        </p:nvSpPr>
        <p:spPr bwMode="auto">
          <a:xfrm>
            <a:off x="6451965" y="3918459"/>
            <a:ext cx="112878" cy="112878"/>
          </a:xfrm>
          <a:custGeom>
            <a:avLst/>
            <a:gdLst>
              <a:gd name="T0" fmla="*/ 23 w 47"/>
              <a:gd name="T1" fmla="*/ 0 h 47"/>
              <a:gd name="T2" fmla="*/ 0 w 47"/>
              <a:gd name="T3" fmla="*/ 24 h 47"/>
              <a:gd name="T4" fmla="*/ 23 w 47"/>
              <a:gd name="T5" fmla="*/ 47 h 47"/>
              <a:gd name="T6" fmla="*/ 47 w 47"/>
              <a:gd name="T7" fmla="*/ 24 h 47"/>
              <a:gd name="T8" fmla="*/ 23 w 47"/>
              <a:gd name="T9" fmla="*/ 0 h 47"/>
              <a:gd name="T10" fmla="*/ 5 w 47"/>
              <a:gd name="T11" fmla="*/ 24 h 47"/>
              <a:gd name="T12" fmla="*/ 23 w 47"/>
              <a:gd name="T13" fmla="*/ 6 h 47"/>
              <a:gd name="T14" fmla="*/ 23 w 47"/>
              <a:gd name="T15" fmla="*/ 42 h 47"/>
              <a:gd name="T16" fmla="*/ 5 w 47"/>
              <a:gd name="T17"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7">
                <a:moveTo>
                  <a:pt x="23" y="0"/>
                </a:moveTo>
                <a:cubicBezTo>
                  <a:pt x="10" y="0"/>
                  <a:pt x="0" y="11"/>
                  <a:pt x="0" y="24"/>
                </a:cubicBezTo>
                <a:cubicBezTo>
                  <a:pt x="0" y="37"/>
                  <a:pt x="10" y="47"/>
                  <a:pt x="23" y="47"/>
                </a:cubicBezTo>
                <a:cubicBezTo>
                  <a:pt x="36" y="47"/>
                  <a:pt x="47" y="37"/>
                  <a:pt x="47" y="24"/>
                </a:cubicBezTo>
                <a:cubicBezTo>
                  <a:pt x="47" y="11"/>
                  <a:pt x="36" y="0"/>
                  <a:pt x="23" y="0"/>
                </a:cubicBezTo>
                <a:close/>
                <a:moveTo>
                  <a:pt x="5" y="24"/>
                </a:moveTo>
                <a:cubicBezTo>
                  <a:pt x="5" y="14"/>
                  <a:pt x="13" y="6"/>
                  <a:pt x="23" y="6"/>
                </a:cubicBezTo>
                <a:cubicBezTo>
                  <a:pt x="23" y="42"/>
                  <a:pt x="23" y="42"/>
                  <a:pt x="23" y="42"/>
                </a:cubicBezTo>
                <a:cubicBezTo>
                  <a:pt x="13" y="42"/>
                  <a:pt x="5" y="34"/>
                  <a:pt x="5" y="2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190"/>
          <p:cNvSpPr>
            <a:spLocks noEditPoints="1"/>
          </p:cNvSpPr>
          <p:nvPr/>
        </p:nvSpPr>
        <p:spPr bwMode="auto">
          <a:xfrm>
            <a:off x="6494478" y="3329146"/>
            <a:ext cx="161254" cy="149528"/>
          </a:xfrm>
          <a:custGeom>
            <a:avLst/>
            <a:gdLst>
              <a:gd name="T0" fmla="*/ 34 w 67"/>
              <a:gd name="T1" fmla="*/ 8 h 62"/>
              <a:gd name="T2" fmla="*/ 23 w 67"/>
              <a:gd name="T3" fmla="*/ 10 h 62"/>
              <a:gd name="T4" fmla="*/ 15 w 67"/>
              <a:gd name="T5" fmla="*/ 14 h 62"/>
              <a:gd name="T6" fmla="*/ 8 w 67"/>
              <a:gd name="T7" fmla="*/ 27 h 62"/>
              <a:gd name="T8" fmla="*/ 11 w 67"/>
              <a:gd name="T9" fmla="*/ 35 h 62"/>
              <a:gd name="T10" fmla="*/ 17 w 67"/>
              <a:gd name="T11" fmla="*/ 41 h 62"/>
              <a:gd name="T12" fmla="*/ 21 w 67"/>
              <a:gd name="T13" fmla="*/ 47 h 62"/>
              <a:gd name="T14" fmla="*/ 21 w 67"/>
              <a:gd name="T15" fmla="*/ 49 h 62"/>
              <a:gd name="T16" fmla="*/ 22 w 67"/>
              <a:gd name="T17" fmla="*/ 48 h 62"/>
              <a:gd name="T18" fmla="*/ 28 w 67"/>
              <a:gd name="T19" fmla="*/ 45 h 62"/>
              <a:gd name="T20" fmla="*/ 29 w 67"/>
              <a:gd name="T21" fmla="*/ 46 h 62"/>
              <a:gd name="T22" fmla="*/ 34 w 67"/>
              <a:gd name="T23" fmla="*/ 46 h 62"/>
              <a:gd name="T24" fmla="*/ 44 w 67"/>
              <a:gd name="T25" fmla="*/ 44 h 62"/>
              <a:gd name="T26" fmla="*/ 52 w 67"/>
              <a:gd name="T27" fmla="*/ 40 h 62"/>
              <a:gd name="T28" fmla="*/ 59 w 67"/>
              <a:gd name="T29" fmla="*/ 27 h 62"/>
              <a:gd name="T30" fmla="*/ 52 w 67"/>
              <a:gd name="T31" fmla="*/ 14 h 62"/>
              <a:gd name="T32" fmla="*/ 44 w 67"/>
              <a:gd name="T33" fmla="*/ 10 h 62"/>
              <a:gd name="T34" fmla="*/ 34 w 67"/>
              <a:gd name="T35" fmla="*/ 8 h 62"/>
              <a:gd name="T36" fmla="*/ 34 w 67"/>
              <a:gd name="T37" fmla="*/ 0 h 62"/>
              <a:gd name="T38" fmla="*/ 34 w 67"/>
              <a:gd name="T39" fmla="*/ 0 h 62"/>
              <a:gd name="T40" fmla="*/ 67 w 67"/>
              <a:gd name="T41" fmla="*/ 27 h 62"/>
              <a:gd name="T42" fmla="*/ 34 w 67"/>
              <a:gd name="T43" fmla="*/ 54 h 62"/>
              <a:gd name="T44" fmla="*/ 28 w 67"/>
              <a:gd name="T45" fmla="*/ 54 h 62"/>
              <a:gd name="T46" fmla="*/ 4 w 67"/>
              <a:gd name="T47" fmla="*/ 62 h 62"/>
              <a:gd name="T48" fmla="*/ 4 w 67"/>
              <a:gd name="T49" fmla="*/ 61 h 62"/>
              <a:gd name="T50" fmla="*/ 13 w 67"/>
              <a:gd name="T51" fmla="*/ 50 h 62"/>
              <a:gd name="T52" fmla="*/ 12 w 67"/>
              <a:gd name="T53" fmla="*/ 48 h 62"/>
              <a:gd name="T54" fmla="*/ 0 w 67"/>
              <a:gd name="T55" fmla="*/ 27 h 62"/>
              <a:gd name="T56" fmla="*/ 34 w 67"/>
              <a:gd name="T5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7" h="62">
                <a:moveTo>
                  <a:pt x="34" y="8"/>
                </a:moveTo>
                <a:cubicBezTo>
                  <a:pt x="30" y="8"/>
                  <a:pt x="26" y="9"/>
                  <a:pt x="23" y="10"/>
                </a:cubicBezTo>
                <a:cubicBezTo>
                  <a:pt x="20" y="11"/>
                  <a:pt x="17" y="12"/>
                  <a:pt x="15" y="14"/>
                </a:cubicBezTo>
                <a:cubicBezTo>
                  <a:pt x="11" y="18"/>
                  <a:pt x="8" y="22"/>
                  <a:pt x="8" y="27"/>
                </a:cubicBezTo>
                <a:cubicBezTo>
                  <a:pt x="8" y="30"/>
                  <a:pt x="9" y="32"/>
                  <a:pt x="11" y="35"/>
                </a:cubicBezTo>
                <a:cubicBezTo>
                  <a:pt x="12" y="37"/>
                  <a:pt x="14" y="39"/>
                  <a:pt x="17" y="41"/>
                </a:cubicBezTo>
                <a:cubicBezTo>
                  <a:pt x="19" y="42"/>
                  <a:pt x="20" y="45"/>
                  <a:pt x="21" y="47"/>
                </a:cubicBezTo>
                <a:cubicBezTo>
                  <a:pt x="21" y="48"/>
                  <a:pt x="21" y="48"/>
                  <a:pt x="21" y="49"/>
                </a:cubicBezTo>
                <a:cubicBezTo>
                  <a:pt x="21" y="49"/>
                  <a:pt x="22" y="48"/>
                  <a:pt x="22" y="48"/>
                </a:cubicBezTo>
                <a:cubicBezTo>
                  <a:pt x="24" y="46"/>
                  <a:pt x="26" y="45"/>
                  <a:pt x="28" y="45"/>
                </a:cubicBezTo>
                <a:cubicBezTo>
                  <a:pt x="29" y="45"/>
                  <a:pt x="29" y="45"/>
                  <a:pt x="29" y="46"/>
                </a:cubicBezTo>
                <a:cubicBezTo>
                  <a:pt x="31" y="46"/>
                  <a:pt x="32" y="46"/>
                  <a:pt x="34" y="46"/>
                </a:cubicBezTo>
                <a:cubicBezTo>
                  <a:pt x="37" y="46"/>
                  <a:pt x="41" y="45"/>
                  <a:pt x="44" y="44"/>
                </a:cubicBezTo>
                <a:cubicBezTo>
                  <a:pt x="47" y="43"/>
                  <a:pt x="50" y="42"/>
                  <a:pt x="52" y="40"/>
                </a:cubicBezTo>
                <a:cubicBezTo>
                  <a:pt x="56" y="36"/>
                  <a:pt x="59" y="32"/>
                  <a:pt x="59" y="27"/>
                </a:cubicBezTo>
                <a:cubicBezTo>
                  <a:pt x="59" y="22"/>
                  <a:pt x="56" y="18"/>
                  <a:pt x="52" y="14"/>
                </a:cubicBezTo>
                <a:cubicBezTo>
                  <a:pt x="50" y="12"/>
                  <a:pt x="47" y="11"/>
                  <a:pt x="44" y="10"/>
                </a:cubicBezTo>
                <a:cubicBezTo>
                  <a:pt x="41" y="9"/>
                  <a:pt x="37" y="8"/>
                  <a:pt x="34" y="8"/>
                </a:cubicBezTo>
                <a:close/>
                <a:moveTo>
                  <a:pt x="34" y="0"/>
                </a:moveTo>
                <a:cubicBezTo>
                  <a:pt x="34" y="0"/>
                  <a:pt x="34" y="0"/>
                  <a:pt x="34" y="0"/>
                </a:cubicBezTo>
                <a:cubicBezTo>
                  <a:pt x="52" y="0"/>
                  <a:pt x="67" y="12"/>
                  <a:pt x="67" y="27"/>
                </a:cubicBezTo>
                <a:cubicBezTo>
                  <a:pt x="67" y="42"/>
                  <a:pt x="52" y="54"/>
                  <a:pt x="34" y="54"/>
                </a:cubicBezTo>
                <a:cubicBezTo>
                  <a:pt x="32" y="54"/>
                  <a:pt x="30" y="54"/>
                  <a:pt x="28" y="54"/>
                </a:cubicBezTo>
                <a:cubicBezTo>
                  <a:pt x="21" y="61"/>
                  <a:pt x="13" y="62"/>
                  <a:pt x="4" y="62"/>
                </a:cubicBezTo>
                <a:cubicBezTo>
                  <a:pt x="4" y="61"/>
                  <a:pt x="4" y="61"/>
                  <a:pt x="4" y="61"/>
                </a:cubicBezTo>
                <a:cubicBezTo>
                  <a:pt x="9" y="59"/>
                  <a:pt x="13" y="55"/>
                  <a:pt x="13" y="50"/>
                </a:cubicBezTo>
                <a:cubicBezTo>
                  <a:pt x="13" y="49"/>
                  <a:pt x="13" y="49"/>
                  <a:pt x="12" y="48"/>
                </a:cubicBezTo>
                <a:cubicBezTo>
                  <a:pt x="5" y="43"/>
                  <a:pt x="0" y="36"/>
                  <a:pt x="0" y="27"/>
                </a:cubicBezTo>
                <a:cubicBezTo>
                  <a:pt x="0" y="12"/>
                  <a:pt x="15" y="0"/>
                  <a:pt x="34"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191"/>
          <p:cNvSpPr>
            <a:spLocks noEditPoints="1"/>
          </p:cNvSpPr>
          <p:nvPr/>
        </p:nvSpPr>
        <p:spPr bwMode="auto">
          <a:xfrm>
            <a:off x="6803283" y="3917299"/>
            <a:ext cx="155392" cy="152459"/>
          </a:xfrm>
          <a:custGeom>
            <a:avLst/>
            <a:gdLst>
              <a:gd name="T0" fmla="*/ 62 w 65"/>
              <a:gd name="T1" fmla="*/ 36 h 64"/>
              <a:gd name="T2" fmla="*/ 62 w 65"/>
              <a:gd name="T3" fmla="*/ 32 h 64"/>
              <a:gd name="T4" fmla="*/ 33 w 65"/>
              <a:gd name="T5" fmla="*/ 3 h 64"/>
              <a:gd name="T6" fmla="*/ 28 w 65"/>
              <a:gd name="T7" fmla="*/ 3 h 64"/>
              <a:gd name="T8" fmla="*/ 18 w 65"/>
              <a:gd name="T9" fmla="*/ 0 h 64"/>
              <a:gd name="T10" fmla="*/ 0 w 65"/>
              <a:gd name="T11" fmla="*/ 18 h 64"/>
              <a:gd name="T12" fmla="*/ 3 w 65"/>
              <a:gd name="T13" fmla="*/ 28 h 64"/>
              <a:gd name="T14" fmla="*/ 3 w 65"/>
              <a:gd name="T15" fmla="*/ 32 h 64"/>
              <a:gd name="T16" fmla="*/ 33 w 65"/>
              <a:gd name="T17" fmla="*/ 62 h 64"/>
              <a:gd name="T18" fmla="*/ 38 w 65"/>
              <a:gd name="T19" fmla="*/ 62 h 64"/>
              <a:gd name="T20" fmla="*/ 47 w 65"/>
              <a:gd name="T21" fmla="*/ 64 h 64"/>
              <a:gd name="T22" fmla="*/ 65 w 65"/>
              <a:gd name="T23" fmla="*/ 46 h 64"/>
              <a:gd name="T24" fmla="*/ 62 w 65"/>
              <a:gd name="T25" fmla="*/ 36 h 64"/>
              <a:gd name="T26" fmla="*/ 35 w 65"/>
              <a:gd name="T27" fmla="*/ 54 h 64"/>
              <a:gd name="T28" fmla="*/ 17 w 65"/>
              <a:gd name="T29" fmla="*/ 49 h 64"/>
              <a:gd name="T30" fmla="*/ 18 w 65"/>
              <a:gd name="T31" fmla="*/ 39 h 64"/>
              <a:gd name="T32" fmla="*/ 26 w 65"/>
              <a:gd name="T33" fmla="*/ 45 h 64"/>
              <a:gd name="T34" fmla="*/ 40 w 65"/>
              <a:gd name="T35" fmla="*/ 44 h 64"/>
              <a:gd name="T36" fmla="*/ 32 w 65"/>
              <a:gd name="T37" fmla="*/ 36 h 64"/>
              <a:gd name="T38" fmla="*/ 15 w 65"/>
              <a:gd name="T39" fmla="*/ 23 h 64"/>
              <a:gd name="T40" fmla="*/ 28 w 65"/>
              <a:gd name="T41" fmla="*/ 10 h 64"/>
              <a:gd name="T42" fmla="*/ 46 w 65"/>
              <a:gd name="T43" fmla="*/ 15 h 64"/>
              <a:gd name="T44" fmla="*/ 45 w 65"/>
              <a:gd name="T45" fmla="*/ 24 h 64"/>
              <a:gd name="T46" fmla="*/ 32 w 65"/>
              <a:gd name="T47" fmla="*/ 17 h 64"/>
              <a:gd name="T48" fmla="*/ 29 w 65"/>
              <a:gd name="T49" fmla="*/ 27 h 64"/>
              <a:gd name="T50" fmla="*/ 50 w 65"/>
              <a:gd name="T51" fmla="*/ 37 h 64"/>
              <a:gd name="T52" fmla="*/ 35 w 65"/>
              <a:gd name="T53"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5" h="64">
                <a:moveTo>
                  <a:pt x="62" y="36"/>
                </a:moveTo>
                <a:cubicBezTo>
                  <a:pt x="62" y="35"/>
                  <a:pt x="62" y="34"/>
                  <a:pt x="62" y="32"/>
                </a:cubicBezTo>
                <a:cubicBezTo>
                  <a:pt x="62" y="16"/>
                  <a:pt x="49" y="3"/>
                  <a:pt x="33" y="3"/>
                </a:cubicBezTo>
                <a:cubicBezTo>
                  <a:pt x="31" y="3"/>
                  <a:pt x="29" y="3"/>
                  <a:pt x="28" y="3"/>
                </a:cubicBezTo>
                <a:cubicBezTo>
                  <a:pt x="25" y="1"/>
                  <a:pt x="22" y="0"/>
                  <a:pt x="18" y="0"/>
                </a:cubicBezTo>
                <a:cubicBezTo>
                  <a:pt x="8" y="0"/>
                  <a:pt x="0" y="8"/>
                  <a:pt x="0" y="18"/>
                </a:cubicBezTo>
                <a:cubicBezTo>
                  <a:pt x="0" y="21"/>
                  <a:pt x="1" y="25"/>
                  <a:pt x="3" y="28"/>
                </a:cubicBezTo>
                <a:cubicBezTo>
                  <a:pt x="3" y="29"/>
                  <a:pt x="3" y="31"/>
                  <a:pt x="3" y="32"/>
                </a:cubicBezTo>
                <a:cubicBezTo>
                  <a:pt x="3" y="49"/>
                  <a:pt x="16" y="62"/>
                  <a:pt x="33" y="62"/>
                </a:cubicBezTo>
                <a:cubicBezTo>
                  <a:pt x="34" y="62"/>
                  <a:pt x="36" y="62"/>
                  <a:pt x="38" y="62"/>
                </a:cubicBezTo>
                <a:cubicBezTo>
                  <a:pt x="41" y="63"/>
                  <a:pt x="44" y="64"/>
                  <a:pt x="47" y="64"/>
                </a:cubicBezTo>
                <a:cubicBezTo>
                  <a:pt x="57" y="64"/>
                  <a:pt x="65" y="56"/>
                  <a:pt x="65" y="46"/>
                </a:cubicBezTo>
                <a:cubicBezTo>
                  <a:pt x="65" y="43"/>
                  <a:pt x="64" y="39"/>
                  <a:pt x="62" y="36"/>
                </a:cubicBezTo>
                <a:close/>
                <a:moveTo>
                  <a:pt x="35" y="54"/>
                </a:moveTo>
                <a:cubicBezTo>
                  <a:pt x="26" y="55"/>
                  <a:pt x="21" y="53"/>
                  <a:pt x="17" y="49"/>
                </a:cubicBezTo>
                <a:cubicBezTo>
                  <a:pt x="13" y="45"/>
                  <a:pt x="15" y="40"/>
                  <a:pt x="18" y="39"/>
                </a:cubicBezTo>
                <a:cubicBezTo>
                  <a:pt x="22" y="39"/>
                  <a:pt x="24" y="44"/>
                  <a:pt x="26" y="45"/>
                </a:cubicBezTo>
                <a:cubicBezTo>
                  <a:pt x="28" y="46"/>
                  <a:pt x="36" y="49"/>
                  <a:pt x="40" y="44"/>
                </a:cubicBezTo>
                <a:cubicBezTo>
                  <a:pt x="44" y="39"/>
                  <a:pt x="37" y="37"/>
                  <a:pt x="32" y="36"/>
                </a:cubicBezTo>
                <a:cubicBezTo>
                  <a:pt x="24" y="35"/>
                  <a:pt x="14" y="31"/>
                  <a:pt x="15" y="23"/>
                </a:cubicBezTo>
                <a:cubicBezTo>
                  <a:pt x="16" y="15"/>
                  <a:pt x="22" y="11"/>
                  <a:pt x="28" y="10"/>
                </a:cubicBezTo>
                <a:cubicBezTo>
                  <a:pt x="37" y="9"/>
                  <a:pt x="42" y="11"/>
                  <a:pt x="46" y="15"/>
                </a:cubicBezTo>
                <a:cubicBezTo>
                  <a:pt x="51" y="19"/>
                  <a:pt x="48" y="24"/>
                  <a:pt x="45" y="24"/>
                </a:cubicBezTo>
                <a:cubicBezTo>
                  <a:pt x="42" y="24"/>
                  <a:pt x="39" y="17"/>
                  <a:pt x="32" y="17"/>
                </a:cubicBezTo>
                <a:cubicBezTo>
                  <a:pt x="25" y="17"/>
                  <a:pt x="20" y="24"/>
                  <a:pt x="29" y="27"/>
                </a:cubicBezTo>
                <a:cubicBezTo>
                  <a:pt x="37" y="29"/>
                  <a:pt x="47" y="30"/>
                  <a:pt x="50" y="37"/>
                </a:cubicBezTo>
                <a:cubicBezTo>
                  <a:pt x="53" y="45"/>
                  <a:pt x="45" y="54"/>
                  <a:pt x="35" y="5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195"/>
          <p:cNvSpPr>
            <a:spLocks noEditPoints="1"/>
          </p:cNvSpPr>
          <p:nvPr/>
        </p:nvSpPr>
        <p:spPr bwMode="auto">
          <a:xfrm>
            <a:off x="5937416" y="3358465"/>
            <a:ext cx="196438" cy="211097"/>
          </a:xfrm>
          <a:custGeom>
            <a:avLst/>
            <a:gdLst>
              <a:gd name="T0" fmla="*/ 78 w 82"/>
              <a:gd name="T1" fmla="*/ 22 h 88"/>
              <a:gd name="T2" fmla="*/ 50 w 82"/>
              <a:gd name="T3" fmla="*/ 2 h 88"/>
              <a:gd name="T4" fmla="*/ 40 w 82"/>
              <a:gd name="T5" fmla="*/ 4 h 88"/>
              <a:gd name="T6" fmla="*/ 3 w 82"/>
              <a:gd name="T7" fmla="*/ 55 h 88"/>
              <a:gd name="T8" fmla="*/ 4 w 82"/>
              <a:gd name="T9" fmla="*/ 65 h 88"/>
              <a:gd name="T10" fmla="*/ 32 w 82"/>
              <a:gd name="T11" fmla="*/ 85 h 88"/>
              <a:gd name="T12" fmla="*/ 42 w 82"/>
              <a:gd name="T13" fmla="*/ 84 h 88"/>
              <a:gd name="T14" fmla="*/ 80 w 82"/>
              <a:gd name="T15" fmla="*/ 33 h 88"/>
              <a:gd name="T16" fmla="*/ 78 w 82"/>
              <a:gd name="T17" fmla="*/ 22 h 88"/>
              <a:gd name="T18" fmla="*/ 54 w 82"/>
              <a:gd name="T19" fmla="*/ 9 h 88"/>
              <a:gd name="T20" fmla="*/ 70 w 82"/>
              <a:gd name="T21" fmla="*/ 21 h 88"/>
              <a:gd name="T22" fmla="*/ 68 w 82"/>
              <a:gd name="T23" fmla="*/ 23 h 88"/>
              <a:gd name="T24" fmla="*/ 53 w 82"/>
              <a:gd name="T25" fmla="*/ 11 h 88"/>
              <a:gd name="T26" fmla="*/ 54 w 82"/>
              <a:gd name="T27" fmla="*/ 9 h 88"/>
              <a:gd name="T28" fmla="*/ 21 w 82"/>
              <a:gd name="T29" fmla="*/ 71 h 88"/>
              <a:gd name="T30" fmla="*/ 20 w 82"/>
              <a:gd name="T31" fmla="*/ 64 h 88"/>
              <a:gd name="T32" fmla="*/ 27 w 82"/>
              <a:gd name="T33" fmla="*/ 63 h 88"/>
              <a:gd name="T34" fmla="*/ 28 w 82"/>
              <a:gd name="T35" fmla="*/ 70 h 88"/>
              <a:gd name="T36" fmla="*/ 21 w 82"/>
              <a:gd name="T37" fmla="*/ 71 h 88"/>
              <a:gd name="T38" fmla="*/ 45 w 82"/>
              <a:gd name="T39" fmla="*/ 71 h 88"/>
              <a:gd name="T40" fmla="*/ 14 w 82"/>
              <a:gd name="T41" fmla="*/ 48 h 88"/>
              <a:gd name="T42" fmla="*/ 43 w 82"/>
              <a:gd name="T43" fmla="*/ 9 h 88"/>
              <a:gd name="T44" fmla="*/ 74 w 82"/>
              <a:gd name="T45" fmla="*/ 32 h 88"/>
              <a:gd name="T46" fmla="*/ 45 w 82"/>
              <a:gd name="T47" fmla="*/ 7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2" h="88">
                <a:moveTo>
                  <a:pt x="78" y="22"/>
                </a:moveTo>
                <a:cubicBezTo>
                  <a:pt x="50" y="2"/>
                  <a:pt x="50" y="2"/>
                  <a:pt x="50" y="2"/>
                </a:cubicBezTo>
                <a:cubicBezTo>
                  <a:pt x="47" y="0"/>
                  <a:pt x="43" y="1"/>
                  <a:pt x="40" y="4"/>
                </a:cubicBezTo>
                <a:cubicBezTo>
                  <a:pt x="3" y="55"/>
                  <a:pt x="3" y="55"/>
                  <a:pt x="3" y="55"/>
                </a:cubicBezTo>
                <a:cubicBezTo>
                  <a:pt x="0" y="58"/>
                  <a:pt x="1" y="63"/>
                  <a:pt x="4" y="65"/>
                </a:cubicBezTo>
                <a:cubicBezTo>
                  <a:pt x="32" y="85"/>
                  <a:pt x="32" y="85"/>
                  <a:pt x="32" y="85"/>
                </a:cubicBezTo>
                <a:cubicBezTo>
                  <a:pt x="35" y="88"/>
                  <a:pt x="40" y="87"/>
                  <a:pt x="42" y="84"/>
                </a:cubicBezTo>
                <a:cubicBezTo>
                  <a:pt x="80" y="33"/>
                  <a:pt x="80" y="33"/>
                  <a:pt x="80" y="33"/>
                </a:cubicBezTo>
                <a:cubicBezTo>
                  <a:pt x="82" y="29"/>
                  <a:pt x="81" y="25"/>
                  <a:pt x="78" y="22"/>
                </a:cubicBezTo>
                <a:close/>
                <a:moveTo>
                  <a:pt x="54" y="9"/>
                </a:moveTo>
                <a:cubicBezTo>
                  <a:pt x="70" y="21"/>
                  <a:pt x="70" y="21"/>
                  <a:pt x="70" y="21"/>
                </a:cubicBezTo>
                <a:cubicBezTo>
                  <a:pt x="68" y="23"/>
                  <a:pt x="68" y="23"/>
                  <a:pt x="68" y="23"/>
                </a:cubicBezTo>
                <a:cubicBezTo>
                  <a:pt x="53" y="11"/>
                  <a:pt x="53" y="11"/>
                  <a:pt x="53" y="11"/>
                </a:cubicBezTo>
                <a:lnTo>
                  <a:pt x="54" y="9"/>
                </a:lnTo>
                <a:close/>
                <a:moveTo>
                  <a:pt x="21" y="71"/>
                </a:moveTo>
                <a:cubicBezTo>
                  <a:pt x="19" y="70"/>
                  <a:pt x="18" y="67"/>
                  <a:pt x="20" y="64"/>
                </a:cubicBezTo>
                <a:cubicBezTo>
                  <a:pt x="22" y="62"/>
                  <a:pt x="25" y="62"/>
                  <a:pt x="27" y="63"/>
                </a:cubicBezTo>
                <a:cubicBezTo>
                  <a:pt x="29" y="65"/>
                  <a:pt x="29" y="68"/>
                  <a:pt x="28" y="70"/>
                </a:cubicBezTo>
                <a:cubicBezTo>
                  <a:pt x="26" y="72"/>
                  <a:pt x="23" y="73"/>
                  <a:pt x="21" y="71"/>
                </a:cubicBezTo>
                <a:close/>
                <a:moveTo>
                  <a:pt x="45" y="71"/>
                </a:moveTo>
                <a:cubicBezTo>
                  <a:pt x="14" y="48"/>
                  <a:pt x="14" y="48"/>
                  <a:pt x="14" y="48"/>
                </a:cubicBezTo>
                <a:cubicBezTo>
                  <a:pt x="43" y="9"/>
                  <a:pt x="43" y="9"/>
                  <a:pt x="43" y="9"/>
                </a:cubicBezTo>
                <a:cubicBezTo>
                  <a:pt x="74" y="32"/>
                  <a:pt x="74" y="32"/>
                  <a:pt x="74" y="32"/>
                </a:cubicBezTo>
                <a:lnTo>
                  <a:pt x="45" y="7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05"/>
          <p:cNvSpPr>
            <a:spLocks noEditPoints="1"/>
          </p:cNvSpPr>
          <p:nvPr/>
        </p:nvSpPr>
        <p:spPr bwMode="auto">
          <a:xfrm>
            <a:off x="5680874" y="3969767"/>
            <a:ext cx="102617" cy="114344"/>
          </a:xfrm>
          <a:custGeom>
            <a:avLst/>
            <a:gdLst>
              <a:gd name="T0" fmla="*/ 34 w 43"/>
              <a:gd name="T1" fmla="*/ 15 h 48"/>
              <a:gd name="T2" fmla="*/ 36 w 43"/>
              <a:gd name="T3" fmla="*/ 12 h 48"/>
              <a:gd name="T4" fmla="*/ 39 w 43"/>
              <a:gd name="T5" fmla="*/ 7 h 48"/>
              <a:gd name="T6" fmla="*/ 38 w 43"/>
              <a:gd name="T7" fmla="*/ 1 h 48"/>
              <a:gd name="T8" fmla="*/ 34 w 43"/>
              <a:gd name="T9" fmla="*/ 0 h 48"/>
              <a:gd name="T10" fmla="*/ 27 w 43"/>
              <a:gd name="T11" fmla="*/ 3 h 48"/>
              <a:gd name="T12" fmla="*/ 21 w 43"/>
              <a:gd name="T13" fmla="*/ 14 h 48"/>
              <a:gd name="T14" fmla="*/ 16 w 43"/>
              <a:gd name="T15" fmla="*/ 3 h 48"/>
              <a:gd name="T16" fmla="*/ 10 w 43"/>
              <a:gd name="T17" fmla="*/ 1 h 48"/>
              <a:gd name="T18" fmla="*/ 6 w 43"/>
              <a:gd name="T19" fmla="*/ 3 h 48"/>
              <a:gd name="T20" fmla="*/ 7 w 43"/>
              <a:gd name="T21" fmla="*/ 12 h 48"/>
              <a:gd name="T22" fmla="*/ 10 w 43"/>
              <a:gd name="T23" fmla="*/ 15 h 48"/>
              <a:gd name="T24" fmla="*/ 0 w 43"/>
              <a:gd name="T25" fmla="*/ 15 h 48"/>
              <a:gd name="T26" fmla="*/ 0 w 43"/>
              <a:gd name="T27" fmla="*/ 27 h 48"/>
              <a:gd name="T28" fmla="*/ 3 w 43"/>
              <a:gd name="T29" fmla="*/ 27 h 48"/>
              <a:gd name="T30" fmla="*/ 3 w 43"/>
              <a:gd name="T31" fmla="*/ 48 h 48"/>
              <a:gd name="T32" fmla="*/ 40 w 43"/>
              <a:gd name="T33" fmla="*/ 48 h 48"/>
              <a:gd name="T34" fmla="*/ 40 w 43"/>
              <a:gd name="T35" fmla="*/ 27 h 48"/>
              <a:gd name="T36" fmla="*/ 43 w 43"/>
              <a:gd name="T37" fmla="*/ 27 h 48"/>
              <a:gd name="T38" fmla="*/ 43 w 43"/>
              <a:gd name="T39" fmla="*/ 15 h 48"/>
              <a:gd name="T40" fmla="*/ 34 w 43"/>
              <a:gd name="T41" fmla="*/ 15 h 48"/>
              <a:gd name="T42" fmla="*/ 29 w 43"/>
              <a:gd name="T43" fmla="*/ 5 h 48"/>
              <a:gd name="T44" fmla="*/ 34 w 43"/>
              <a:gd name="T45" fmla="*/ 3 h 48"/>
              <a:gd name="T46" fmla="*/ 35 w 43"/>
              <a:gd name="T47" fmla="*/ 4 h 48"/>
              <a:gd name="T48" fmla="*/ 34 w 43"/>
              <a:gd name="T49" fmla="*/ 10 h 48"/>
              <a:gd name="T50" fmla="*/ 27 w 43"/>
              <a:gd name="T51" fmla="*/ 15 h 48"/>
              <a:gd name="T52" fmla="*/ 24 w 43"/>
              <a:gd name="T53" fmla="*/ 15 h 48"/>
              <a:gd name="T54" fmla="*/ 29 w 43"/>
              <a:gd name="T55" fmla="*/ 5 h 48"/>
              <a:gd name="T56" fmla="*/ 8 w 43"/>
              <a:gd name="T57" fmla="*/ 7 h 48"/>
              <a:gd name="T58" fmla="*/ 9 w 43"/>
              <a:gd name="T59" fmla="*/ 5 h 48"/>
              <a:gd name="T60" fmla="*/ 10 w 43"/>
              <a:gd name="T61" fmla="*/ 4 h 48"/>
              <a:gd name="T62" fmla="*/ 10 w 43"/>
              <a:gd name="T63" fmla="*/ 4 h 48"/>
              <a:gd name="T64" fmla="*/ 13 w 43"/>
              <a:gd name="T65" fmla="*/ 6 h 48"/>
              <a:gd name="T66" fmla="*/ 17 w 43"/>
              <a:gd name="T67" fmla="*/ 13 h 48"/>
              <a:gd name="T68" fmla="*/ 17 w 43"/>
              <a:gd name="T69" fmla="*/ 13 h 48"/>
              <a:gd name="T70" fmla="*/ 17 w 43"/>
              <a:gd name="T71" fmla="*/ 13 h 48"/>
              <a:gd name="T72" fmla="*/ 9 w 43"/>
              <a:gd name="T73" fmla="*/ 10 h 48"/>
              <a:gd name="T74" fmla="*/ 8 w 43"/>
              <a:gd name="T75" fmla="*/ 7 h 48"/>
              <a:gd name="T76" fmla="*/ 18 w 43"/>
              <a:gd name="T77" fmla="*/ 45 h 48"/>
              <a:gd name="T78" fmla="*/ 6 w 43"/>
              <a:gd name="T79" fmla="*/ 45 h 48"/>
              <a:gd name="T80" fmla="*/ 6 w 43"/>
              <a:gd name="T81" fmla="*/ 25 h 48"/>
              <a:gd name="T82" fmla="*/ 18 w 43"/>
              <a:gd name="T83" fmla="*/ 25 h 48"/>
              <a:gd name="T84" fmla="*/ 18 w 43"/>
              <a:gd name="T85" fmla="*/ 45 h 48"/>
              <a:gd name="T86" fmla="*/ 18 w 43"/>
              <a:gd name="T87" fmla="*/ 24 h 48"/>
              <a:gd name="T88" fmla="*/ 3 w 43"/>
              <a:gd name="T89" fmla="*/ 24 h 48"/>
              <a:gd name="T90" fmla="*/ 3 w 43"/>
              <a:gd name="T91" fmla="*/ 18 h 48"/>
              <a:gd name="T92" fmla="*/ 18 w 43"/>
              <a:gd name="T93" fmla="*/ 18 h 48"/>
              <a:gd name="T94" fmla="*/ 18 w 43"/>
              <a:gd name="T95" fmla="*/ 24 h 48"/>
              <a:gd name="T96" fmla="*/ 37 w 43"/>
              <a:gd name="T97" fmla="*/ 45 h 48"/>
              <a:gd name="T98" fmla="*/ 25 w 43"/>
              <a:gd name="T99" fmla="*/ 45 h 48"/>
              <a:gd name="T100" fmla="*/ 25 w 43"/>
              <a:gd name="T101" fmla="*/ 25 h 48"/>
              <a:gd name="T102" fmla="*/ 37 w 43"/>
              <a:gd name="T103" fmla="*/ 25 h 48"/>
              <a:gd name="T104" fmla="*/ 37 w 43"/>
              <a:gd name="T105" fmla="*/ 45 h 48"/>
              <a:gd name="T106" fmla="*/ 40 w 43"/>
              <a:gd name="T107" fmla="*/ 24 h 48"/>
              <a:gd name="T108" fmla="*/ 25 w 43"/>
              <a:gd name="T109" fmla="*/ 24 h 48"/>
              <a:gd name="T110" fmla="*/ 25 w 43"/>
              <a:gd name="T111" fmla="*/ 18 h 48"/>
              <a:gd name="T112" fmla="*/ 40 w 43"/>
              <a:gd name="T113" fmla="*/ 18 h 48"/>
              <a:gd name="T114" fmla="*/ 40 w 43"/>
              <a:gd name="T115"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 h="48">
                <a:moveTo>
                  <a:pt x="34" y="15"/>
                </a:moveTo>
                <a:cubicBezTo>
                  <a:pt x="35" y="14"/>
                  <a:pt x="36" y="13"/>
                  <a:pt x="36" y="12"/>
                </a:cubicBezTo>
                <a:cubicBezTo>
                  <a:pt x="38" y="11"/>
                  <a:pt x="39" y="9"/>
                  <a:pt x="39" y="7"/>
                </a:cubicBezTo>
                <a:cubicBezTo>
                  <a:pt x="40" y="5"/>
                  <a:pt x="39" y="3"/>
                  <a:pt x="38" y="1"/>
                </a:cubicBezTo>
                <a:cubicBezTo>
                  <a:pt x="37" y="0"/>
                  <a:pt x="35" y="0"/>
                  <a:pt x="34" y="0"/>
                </a:cubicBezTo>
                <a:cubicBezTo>
                  <a:pt x="31" y="0"/>
                  <a:pt x="29" y="1"/>
                  <a:pt x="27" y="3"/>
                </a:cubicBezTo>
                <a:cubicBezTo>
                  <a:pt x="24" y="6"/>
                  <a:pt x="22" y="10"/>
                  <a:pt x="21" y="14"/>
                </a:cubicBezTo>
                <a:cubicBezTo>
                  <a:pt x="20" y="10"/>
                  <a:pt x="19" y="6"/>
                  <a:pt x="16" y="3"/>
                </a:cubicBezTo>
                <a:cubicBezTo>
                  <a:pt x="14" y="2"/>
                  <a:pt x="12" y="1"/>
                  <a:pt x="10" y="1"/>
                </a:cubicBezTo>
                <a:cubicBezTo>
                  <a:pt x="9" y="1"/>
                  <a:pt x="7" y="1"/>
                  <a:pt x="6" y="3"/>
                </a:cubicBezTo>
                <a:cubicBezTo>
                  <a:pt x="4" y="5"/>
                  <a:pt x="4" y="9"/>
                  <a:pt x="7" y="12"/>
                </a:cubicBezTo>
                <a:cubicBezTo>
                  <a:pt x="8" y="13"/>
                  <a:pt x="9" y="14"/>
                  <a:pt x="10" y="15"/>
                </a:cubicBezTo>
                <a:cubicBezTo>
                  <a:pt x="0" y="15"/>
                  <a:pt x="0" y="15"/>
                  <a:pt x="0" y="15"/>
                </a:cubicBezTo>
                <a:cubicBezTo>
                  <a:pt x="0" y="27"/>
                  <a:pt x="0" y="27"/>
                  <a:pt x="0" y="27"/>
                </a:cubicBezTo>
                <a:cubicBezTo>
                  <a:pt x="3" y="27"/>
                  <a:pt x="3" y="27"/>
                  <a:pt x="3" y="27"/>
                </a:cubicBezTo>
                <a:cubicBezTo>
                  <a:pt x="3" y="48"/>
                  <a:pt x="3" y="48"/>
                  <a:pt x="3" y="48"/>
                </a:cubicBezTo>
                <a:cubicBezTo>
                  <a:pt x="40" y="48"/>
                  <a:pt x="40" y="48"/>
                  <a:pt x="40" y="48"/>
                </a:cubicBezTo>
                <a:cubicBezTo>
                  <a:pt x="40" y="27"/>
                  <a:pt x="40" y="27"/>
                  <a:pt x="40" y="27"/>
                </a:cubicBezTo>
                <a:cubicBezTo>
                  <a:pt x="43" y="27"/>
                  <a:pt x="43" y="27"/>
                  <a:pt x="43" y="27"/>
                </a:cubicBezTo>
                <a:cubicBezTo>
                  <a:pt x="43" y="15"/>
                  <a:pt x="43" y="15"/>
                  <a:pt x="43" y="15"/>
                </a:cubicBezTo>
                <a:lnTo>
                  <a:pt x="34" y="15"/>
                </a:lnTo>
                <a:close/>
                <a:moveTo>
                  <a:pt x="29" y="5"/>
                </a:moveTo>
                <a:cubicBezTo>
                  <a:pt x="31" y="4"/>
                  <a:pt x="32" y="3"/>
                  <a:pt x="34" y="3"/>
                </a:cubicBezTo>
                <a:cubicBezTo>
                  <a:pt x="34" y="3"/>
                  <a:pt x="35" y="3"/>
                  <a:pt x="35" y="4"/>
                </a:cubicBezTo>
                <a:cubicBezTo>
                  <a:pt x="37" y="5"/>
                  <a:pt x="36" y="8"/>
                  <a:pt x="34" y="10"/>
                </a:cubicBezTo>
                <a:cubicBezTo>
                  <a:pt x="32" y="12"/>
                  <a:pt x="29" y="14"/>
                  <a:pt x="27" y="15"/>
                </a:cubicBezTo>
                <a:cubicBezTo>
                  <a:pt x="24" y="15"/>
                  <a:pt x="24" y="15"/>
                  <a:pt x="24" y="15"/>
                </a:cubicBezTo>
                <a:cubicBezTo>
                  <a:pt x="25" y="12"/>
                  <a:pt x="27" y="8"/>
                  <a:pt x="29" y="5"/>
                </a:cubicBezTo>
                <a:close/>
                <a:moveTo>
                  <a:pt x="8" y="7"/>
                </a:moveTo>
                <a:cubicBezTo>
                  <a:pt x="8" y="6"/>
                  <a:pt x="8" y="6"/>
                  <a:pt x="9" y="5"/>
                </a:cubicBezTo>
                <a:cubicBezTo>
                  <a:pt x="9" y="5"/>
                  <a:pt x="10" y="4"/>
                  <a:pt x="10" y="4"/>
                </a:cubicBezTo>
                <a:cubicBezTo>
                  <a:pt x="10" y="4"/>
                  <a:pt x="10" y="4"/>
                  <a:pt x="10" y="4"/>
                </a:cubicBezTo>
                <a:cubicBezTo>
                  <a:pt x="11" y="4"/>
                  <a:pt x="12" y="5"/>
                  <a:pt x="13" y="6"/>
                </a:cubicBezTo>
                <a:cubicBezTo>
                  <a:pt x="15" y="7"/>
                  <a:pt x="16" y="10"/>
                  <a:pt x="17" y="13"/>
                </a:cubicBezTo>
                <a:cubicBezTo>
                  <a:pt x="17" y="13"/>
                  <a:pt x="17" y="13"/>
                  <a:pt x="17" y="13"/>
                </a:cubicBezTo>
                <a:cubicBezTo>
                  <a:pt x="17" y="13"/>
                  <a:pt x="17" y="13"/>
                  <a:pt x="17" y="13"/>
                </a:cubicBezTo>
                <a:cubicBezTo>
                  <a:pt x="14" y="13"/>
                  <a:pt x="11" y="11"/>
                  <a:pt x="9" y="10"/>
                </a:cubicBezTo>
                <a:cubicBezTo>
                  <a:pt x="9" y="9"/>
                  <a:pt x="8" y="8"/>
                  <a:pt x="8" y="7"/>
                </a:cubicBezTo>
                <a:close/>
                <a:moveTo>
                  <a:pt x="18" y="45"/>
                </a:moveTo>
                <a:cubicBezTo>
                  <a:pt x="6" y="45"/>
                  <a:pt x="6" y="45"/>
                  <a:pt x="6" y="45"/>
                </a:cubicBezTo>
                <a:cubicBezTo>
                  <a:pt x="6" y="25"/>
                  <a:pt x="6" y="25"/>
                  <a:pt x="6" y="25"/>
                </a:cubicBezTo>
                <a:cubicBezTo>
                  <a:pt x="18" y="25"/>
                  <a:pt x="18" y="25"/>
                  <a:pt x="18" y="25"/>
                </a:cubicBezTo>
                <a:lnTo>
                  <a:pt x="18" y="45"/>
                </a:lnTo>
                <a:close/>
                <a:moveTo>
                  <a:pt x="18" y="24"/>
                </a:moveTo>
                <a:cubicBezTo>
                  <a:pt x="3" y="24"/>
                  <a:pt x="3" y="24"/>
                  <a:pt x="3" y="24"/>
                </a:cubicBezTo>
                <a:cubicBezTo>
                  <a:pt x="3" y="18"/>
                  <a:pt x="3" y="18"/>
                  <a:pt x="3" y="18"/>
                </a:cubicBezTo>
                <a:cubicBezTo>
                  <a:pt x="18" y="18"/>
                  <a:pt x="18" y="18"/>
                  <a:pt x="18" y="18"/>
                </a:cubicBezTo>
                <a:lnTo>
                  <a:pt x="18" y="24"/>
                </a:lnTo>
                <a:close/>
                <a:moveTo>
                  <a:pt x="37" y="45"/>
                </a:moveTo>
                <a:cubicBezTo>
                  <a:pt x="25" y="45"/>
                  <a:pt x="25" y="45"/>
                  <a:pt x="25" y="45"/>
                </a:cubicBezTo>
                <a:cubicBezTo>
                  <a:pt x="25" y="25"/>
                  <a:pt x="25" y="25"/>
                  <a:pt x="25" y="25"/>
                </a:cubicBezTo>
                <a:cubicBezTo>
                  <a:pt x="37" y="25"/>
                  <a:pt x="37" y="25"/>
                  <a:pt x="37" y="25"/>
                </a:cubicBezTo>
                <a:lnTo>
                  <a:pt x="37" y="45"/>
                </a:lnTo>
                <a:close/>
                <a:moveTo>
                  <a:pt x="40" y="24"/>
                </a:moveTo>
                <a:cubicBezTo>
                  <a:pt x="25" y="24"/>
                  <a:pt x="25" y="24"/>
                  <a:pt x="25" y="24"/>
                </a:cubicBezTo>
                <a:cubicBezTo>
                  <a:pt x="25" y="18"/>
                  <a:pt x="25" y="18"/>
                  <a:pt x="25" y="18"/>
                </a:cubicBezTo>
                <a:cubicBezTo>
                  <a:pt x="40" y="18"/>
                  <a:pt x="40" y="18"/>
                  <a:pt x="40" y="18"/>
                </a:cubicBezTo>
                <a:lnTo>
                  <a:pt x="40"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7" name="Freeform 223"/>
          <p:cNvSpPr>
            <a:spLocks noEditPoints="1"/>
          </p:cNvSpPr>
          <p:nvPr/>
        </p:nvSpPr>
        <p:spPr bwMode="auto">
          <a:xfrm>
            <a:off x="6303995" y="4232693"/>
            <a:ext cx="170051" cy="149528"/>
          </a:xfrm>
          <a:custGeom>
            <a:avLst/>
            <a:gdLst>
              <a:gd name="T0" fmla="*/ 76 w 116"/>
              <a:gd name="T1" fmla="*/ 15 h 102"/>
              <a:gd name="T2" fmla="*/ 40 w 116"/>
              <a:gd name="T3" fmla="*/ 0 h 102"/>
              <a:gd name="T4" fmla="*/ 0 w 116"/>
              <a:gd name="T5" fmla="*/ 15 h 102"/>
              <a:gd name="T6" fmla="*/ 0 w 116"/>
              <a:gd name="T7" fmla="*/ 102 h 102"/>
              <a:gd name="T8" fmla="*/ 40 w 116"/>
              <a:gd name="T9" fmla="*/ 87 h 102"/>
              <a:gd name="T10" fmla="*/ 76 w 116"/>
              <a:gd name="T11" fmla="*/ 102 h 102"/>
              <a:gd name="T12" fmla="*/ 116 w 116"/>
              <a:gd name="T13" fmla="*/ 87 h 102"/>
              <a:gd name="T14" fmla="*/ 116 w 116"/>
              <a:gd name="T15" fmla="*/ 0 h 102"/>
              <a:gd name="T16" fmla="*/ 76 w 116"/>
              <a:gd name="T17" fmla="*/ 15 h 102"/>
              <a:gd name="T18" fmla="*/ 44 w 116"/>
              <a:gd name="T19" fmla="*/ 9 h 102"/>
              <a:gd name="T20" fmla="*/ 73 w 116"/>
              <a:gd name="T21" fmla="*/ 22 h 102"/>
              <a:gd name="T22" fmla="*/ 73 w 116"/>
              <a:gd name="T23" fmla="*/ 92 h 102"/>
              <a:gd name="T24" fmla="*/ 44 w 116"/>
              <a:gd name="T25" fmla="*/ 80 h 102"/>
              <a:gd name="T26" fmla="*/ 44 w 116"/>
              <a:gd name="T27" fmla="*/ 9 h 102"/>
              <a:gd name="T28" fmla="*/ 8 w 116"/>
              <a:gd name="T29" fmla="*/ 20 h 102"/>
              <a:gd name="T30" fmla="*/ 37 w 116"/>
              <a:gd name="T31" fmla="*/ 9 h 102"/>
              <a:gd name="T32" fmla="*/ 37 w 116"/>
              <a:gd name="T33" fmla="*/ 80 h 102"/>
              <a:gd name="T34" fmla="*/ 8 w 116"/>
              <a:gd name="T35" fmla="*/ 92 h 102"/>
              <a:gd name="T36" fmla="*/ 8 w 116"/>
              <a:gd name="T37" fmla="*/ 20 h 102"/>
              <a:gd name="T38" fmla="*/ 109 w 116"/>
              <a:gd name="T39" fmla="*/ 82 h 102"/>
              <a:gd name="T40" fmla="*/ 80 w 116"/>
              <a:gd name="T41" fmla="*/ 92 h 102"/>
              <a:gd name="T42" fmla="*/ 80 w 116"/>
              <a:gd name="T43" fmla="*/ 22 h 102"/>
              <a:gd name="T44" fmla="*/ 109 w 116"/>
              <a:gd name="T45" fmla="*/ 10 h 102"/>
              <a:gd name="T46" fmla="*/ 109 w 116"/>
              <a:gd name="T47" fmla="*/ 8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6" h="102">
                <a:moveTo>
                  <a:pt x="76" y="15"/>
                </a:moveTo>
                <a:lnTo>
                  <a:pt x="40" y="0"/>
                </a:lnTo>
                <a:lnTo>
                  <a:pt x="0" y="15"/>
                </a:lnTo>
                <a:lnTo>
                  <a:pt x="0" y="102"/>
                </a:lnTo>
                <a:lnTo>
                  <a:pt x="40" y="87"/>
                </a:lnTo>
                <a:lnTo>
                  <a:pt x="76" y="102"/>
                </a:lnTo>
                <a:lnTo>
                  <a:pt x="116" y="87"/>
                </a:lnTo>
                <a:lnTo>
                  <a:pt x="116" y="0"/>
                </a:lnTo>
                <a:lnTo>
                  <a:pt x="76" y="15"/>
                </a:lnTo>
                <a:close/>
                <a:moveTo>
                  <a:pt x="44" y="9"/>
                </a:moveTo>
                <a:lnTo>
                  <a:pt x="73" y="22"/>
                </a:lnTo>
                <a:lnTo>
                  <a:pt x="73" y="92"/>
                </a:lnTo>
                <a:lnTo>
                  <a:pt x="44" y="80"/>
                </a:lnTo>
                <a:lnTo>
                  <a:pt x="44" y="9"/>
                </a:lnTo>
                <a:close/>
                <a:moveTo>
                  <a:pt x="8" y="20"/>
                </a:moveTo>
                <a:lnTo>
                  <a:pt x="37" y="9"/>
                </a:lnTo>
                <a:lnTo>
                  <a:pt x="37" y="80"/>
                </a:lnTo>
                <a:lnTo>
                  <a:pt x="8" y="92"/>
                </a:lnTo>
                <a:lnTo>
                  <a:pt x="8" y="20"/>
                </a:lnTo>
                <a:close/>
                <a:moveTo>
                  <a:pt x="109" y="82"/>
                </a:moveTo>
                <a:lnTo>
                  <a:pt x="80" y="92"/>
                </a:lnTo>
                <a:lnTo>
                  <a:pt x="80" y="22"/>
                </a:lnTo>
                <a:lnTo>
                  <a:pt x="109" y="10"/>
                </a:lnTo>
                <a:lnTo>
                  <a:pt x="109" y="82"/>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55"/>
          <p:cNvSpPr>
            <a:spLocks noEditPoints="1"/>
          </p:cNvSpPr>
          <p:nvPr/>
        </p:nvSpPr>
        <p:spPr bwMode="auto">
          <a:xfrm>
            <a:off x="10866903" y="4808599"/>
            <a:ext cx="256542" cy="238950"/>
          </a:xfrm>
          <a:custGeom>
            <a:avLst/>
            <a:gdLst>
              <a:gd name="T0" fmla="*/ 53 w 107"/>
              <a:gd name="T1" fmla="*/ 13 h 100"/>
              <a:gd name="T2" fmla="*/ 37 w 107"/>
              <a:gd name="T3" fmla="*/ 16 h 100"/>
              <a:gd name="T4" fmla="*/ 24 w 107"/>
              <a:gd name="T5" fmla="*/ 23 h 100"/>
              <a:gd name="T6" fmla="*/ 13 w 107"/>
              <a:gd name="T7" fmla="*/ 43 h 100"/>
              <a:gd name="T8" fmla="*/ 17 w 107"/>
              <a:gd name="T9" fmla="*/ 55 h 100"/>
              <a:gd name="T10" fmla="*/ 27 w 107"/>
              <a:gd name="T11" fmla="*/ 66 h 100"/>
              <a:gd name="T12" fmla="*/ 33 w 107"/>
              <a:gd name="T13" fmla="*/ 75 h 100"/>
              <a:gd name="T14" fmla="*/ 33 w 107"/>
              <a:gd name="T15" fmla="*/ 79 h 100"/>
              <a:gd name="T16" fmla="*/ 36 w 107"/>
              <a:gd name="T17" fmla="*/ 77 h 100"/>
              <a:gd name="T18" fmla="*/ 45 w 107"/>
              <a:gd name="T19" fmla="*/ 73 h 100"/>
              <a:gd name="T20" fmla="*/ 47 w 107"/>
              <a:gd name="T21" fmla="*/ 73 h 100"/>
              <a:gd name="T22" fmla="*/ 53 w 107"/>
              <a:gd name="T23" fmla="*/ 73 h 100"/>
              <a:gd name="T24" fmla="*/ 70 w 107"/>
              <a:gd name="T25" fmla="*/ 71 h 100"/>
              <a:gd name="T26" fmla="*/ 83 w 107"/>
              <a:gd name="T27" fmla="*/ 64 h 100"/>
              <a:gd name="T28" fmla="*/ 93 w 107"/>
              <a:gd name="T29" fmla="*/ 43 h 100"/>
              <a:gd name="T30" fmla="*/ 83 w 107"/>
              <a:gd name="T31" fmla="*/ 23 h 100"/>
              <a:gd name="T32" fmla="*/ 70 w 107"/>
              <a:gd name="T33" fmla="*/ 16 h 100"/>
              <a:gd name="T34" fmla="*/ 53 w 107"/>
              <a:gd name="T35" fmla="*/ 13 h 100"/>
              <a:gd name="T36" fmla="*/ 53 w 107"/>
              <a:gd name="T37" fmla="*/ 0 h 100"/>
              <a:gd name="T38" fmla="*/ 53 w 107"/>
              <a:gd name="T39" fmla="*/ 0 h 100"/>
              <a:gd name="T40" fmla="*/ 107 w 107"/>
              <a:gd name="T41" fmla="*/ 43 h 100"/>
              <a:gd name="T42" fmla="*/ 53 w 107"/>
              <a:gd name="T43" fmla="*/ 87 h 100"/>
              <a:gd name="T44" fmla="*/ 45 w 107"/>
              <a:gd name="T45" fmla="*/ 86 h 100"/>
              <a:gd name="T46" fmla="*/ 7 w 107"/>
              <a:gd name="T47" fmla="*/ 100 h 100"/>
              <a:gd name="T48" fmla="*/ 7 w 107"/>
              <a:gd name="T49" fmla="*/ 97 h 100"/>
              <a:gd name="T50" fmla="*/ 20 w 107"/>
              <a:gd name="T51" fmla="*/ 80 h 100"/>
              <a:gd name="T52" fmla="*/ 20 w 107"/>
              <a:gd name="T53" fmla="*/ 77 h 100"/>
              <a:gd name="T54" fmla="*/ 0 w 107"/>
              <a:gd name="T55" fmla="*/ 43 h 100"/>
              <a:gd name="T56" fmla="*/ 53 w 107"/>
              <a:gd name="T5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07" h="100">
                <a:moveTo>
                  <a:pt x="53" y="13"/>
                </a:moveTo>
                <a:cubicBezTo>
                  <a:pt x="48" y="13"/>
                  <a:pt x="42" y="14"/>
                  <a:pt x="37" y="16"/>
                </a:cubicBezTo>
                <a:cubicBezTo>
                  <a:pt x="32" y="18"/>
                  <a:pt x="28" y="20"/>
                  <a:pt x="24" y="23"/>
                </a:cubicBezTo>
                <a:cubicBezTo>
                  <a:pt x="17" y="29"/>
                  <a:pt x="13" y="36"/>
                  <a:pt x="13" y="43"/>
                </a:cubicBezTo>
                <a:cubicBezTo>
                  <a:pt x="13" y="48"/>
                  <a:pt x="14" y="52"/>
                  <a:pt x="17" y="55"/>
                </a:cubicBezTo>
                <a:cubicBezTo>
                  <a:pt x="19" y="59"/>
                  <a:pt x="23" y="63"/>
                  <a:pt x="27" y="66"/>
                </a:cubicBezTo>
                <a:cubicBezTo>
                  <a:pt x="30" y="68"/>
                  <a:pt x="32" y="71"/>
                  <a:pt x="33" y="75"/>
                </a:cubicBezTo>
                <a:cubicBezTo>
                  <a:pt x="33" y="76"/>
                  <a:pt x="33" y="78"/>
                  <a:pt x="33" y="79"/>
                </a:cubicBezTo>
                <a:cubicBezTo>
                  <a:pt x="34" y="78"/>
                  <a:pt x="35" y="78"/>
                  <a:pt x="36" y="77"/>
                </a:cubicBezTo>
                <a:cubicBezTo>
                  <a:pt x="38" y="74"/>
                  <a:pt x="42" y="73"/>
                  <a:pt x="45" y="73"/>
                </a:cubicBezTo>
                <a:cubicBezTo>
                  <a:pt x="46" y="73"/>
                  <a:pt x="46" y="73"/>
                  <a:pt x="47" y="73"/>
                </a:cubicBezTo>
                <a:cubicBezTo>
                  <a:pt x="49" y="73"/>
                  <a:pt x="51" y="73"/>
                  <a:pt x="53" y="73"/>
                </a:cubicBezTo>
                <a:cubicBezTo>
                  <a:pt x="59" y="73"/>
                  <a:pt x="65" y="73"/>
                  <a:pt x="70" y="71"/>
                </a:cubicBezTo>
                <a:cubicBezTo>
                  <a:pt x="75" y="69"/>
                  <a:pt x="79" y="67"/>
                  <a:pt x="83" y="64"/>
                </a:cubicBezTo>
                <a:cubicBezTo>
                  <a:pt x="90" y="58"/>
                  <a:pt x="93" y="51"/>
                  <a:pt x="93" y="43"/>
                </a:cubicBezTo>
                <a:cubicBezTo>
                  <a:pt x="93" y="36"/>
                  <a:pt x="90" y="29"/>
                  <a:pt x="83" y="23"/>
                </a:cubicBezTo>
                <a:cubicBezTo>
                  <a:pt x="79" y="20"/>
                  <a:pt x="75" y="18"/>
                  <a:pt x="70" y="16"/>
                </a:cubicBezTo>
                <a:cubicBezTo>
                  <a:pt x="65" y="14"/>
                  <a:pt x="59" y="13"/>
                  <a:pt x="53" y="13"/>
                </a:cubicBezTo>
                <a:close/>
                <a:moveTo>
                  <a:pt x="53" y="0"/>
                </a:moveTo>
                <a:cubicBezTo>
                  <a:pt x="53" y="0"/>
                  <a:pt x="53" y="0"/>
                  <a:pt x="53" y="0"/>
                </a:cubicBezTo>
                <a:cubicBezTo>
                  <a:pt x="83" y="0"/>
                  <a:pt x="107" y="19"/>
                  <a:pt x="107" y="43"/>
                </a:cubicBezTo>
                <a:cubicBezTo>
                  <a:pt x="107" y="67"/>
                  <a:pt x="83" y="87"/>
                  <a:pt x="53" y="87"/>
                </a:cubicBezTo>
                <a:cubicBezTo>
                  <a:pt x="51" y="87"/>
                  <a:pt x="48" y="87"/>
                  <a:pt x="45" y="86"/>
                </a:cubicBezTo>
                <a:cubicBezTo>
                  <a:pt x="34" y="98"/>
                  <a:pt x="20" y="100"/>
                  <a:pt x="7" y="100"/>
                </a:cubicBezTo>
                <a:cubicBezTo>
                  <a:pt x="7" y="97"/>
                  <a:pt x="7" y="97"/>
                  <a:pt x="7" y="97"/>
                </a:cubicBezTo>
                <a:cubicBezTo>
                  <a:pt x="14" y="94"/>
                  <a:pt x="20" y="87"/>
                  <a:pt x="20" y="80"/>
                </a:cubicBezTo>
                <a:cubicBezTo>
                  <a:pt x="20" y="79"/>
                  <a:pt x="20" y="78"/>
                  <a:pt x="20" y="77"/>
                </a:cubicBezTo>
                <a:cubicBezTo>
                  <a:pt x="8" y="69"/>
                  <a:pt x="0" y="57"/>
                  <a:pt x="0" y="43"/>
                </a:cubicBezTo>
                <a:cubicBezTo>
                  <a:pt x="0" y="19"/>
                  <a:pt x="24" y="0"/>
                  <a:pt x="53"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56"/>
          <p:cNvSpPr>
            <a:spLocks noEditPoints="1"/>
          </p:cNvSpPr>
          <p:nvPr/>
        </p:nvSpPr>
        <p:spPr bwMode="auto">
          <a:xfrm>
            <a:off x="10689523" y="4939068"/>
            <a:ext cx="161254" cy="161255"/>
          </a:xfrm>
          <a:custGeom>
            <a:avLst/>
            <a:gdLst>
              <a:gd name="T0" fmla="*/ 62 w 67"/>
              <a:gd name="T1" fmla="*/ 17 h 67"/>
              <a:gd name="T2" fmla="*/ 67 w 67"/>
              <a:gd name="T3" fmla="*/ 13 h 67"/>
              <a:gd name="T4" fmla="*/ 67 w 67"/>
              <a:gd name="T5" fmla="*/ 5 h 67"/>
              <a:gd name="T6" fmla="*/ 58 w 67"/>
              <a:gd name="T7" fmla="*/ 5 h 67"/>
              <a:gd name="T8" fmla="*/ 58 w 67"/>
              <a:gd name="T9" fmla="*/ 0 h 67"/>
              <a:gd name="T10" fmla="*/ 4 w 67"/>
              <a:gd name="T11" fmla="*/ 0 h 67"/>
              <a:gd name="T12" fmla="*/ 0 w 67"/>
              <a:gd name="T13" fmla="*/ 5 h 67"/>
              <a:gd name="T14" fmla="*/ 0 w 67"/>
              <a:gd name="T15" fmla="*/ 63 h 67"/>
              <a:gd name="T16" fmla="*/ 4 w 67"/>
              <a:gd name="T17" fmla="*/ 67 h 67"/>
              <a:gd name="T18" fmla="*/ 58 w 67"/>
              <a:gd name="T19" fmla="*/ 67 h 67"/>
              <a:gd name="T20" fmla="*/ 58 w 67"/>
              <a:gd name="T21" fmla="*/ 50 h 67"/>
              <a:gd name="T22" fmla="*/ 62 w 67"/>
              <a:gd name="T23" fmla="*/ 50 h 67"/>
              <a:gd name="T24" fmla="*/ 67 w 67"/>
              <a:gd name="T25" fmla="*/ 46 h 67"/>
              <a:gd name="T26" fmla="*/ 67 w 67"/>
              <a:gd name="T27" fmla="*/ 38 h 67"/>
              <a:gd name="T28" fmla="*/ 58 w 67"/>
              <a:gd name="T29" fmla="*/ 38 h 67"/>
              <a:gd name="T30" fmla="*/ 58 w 67"/>
              <a:gd name="T31" fmla="*/ 34 h 67"/>
              <a:gd name="T32" fmla="*/ 62 w 67"/>
              <a:gd name="T33" fmla="*/ 34 h 67"/>
              <a:gd name="T34" fmla="*/ 67 w 67"/>
              <a:gd name="T35" fmla="*/ 30 h 67"/>
              <a:gd name="T36" fmla="*/ 67 w 67"/>
              <a:gd name="T37" fmla="*/ 21 h 67"/>
              <a:gd name="T38" fmla="*/ 58 w 67"/>
              <a:gd name="T39" fmla="*/ 21 h 67"/>
              <a:gd name="T40" fmla="*/ 58 w 67"/>
              <a:gd name="T41" fmla="*/ 17 h 67"/>
              <a:gd name="T42" fmla="*/ 62 w 67"/>
              <a:gd name="T43" fmla="*/ 17 h 67"/>
              <a:gd name="T44" fmla="*/ 37 w 67"/>
              <a:gd name="T45" fmla="*/ 17 h 67"/>
              <a:gd name="T46" fmla="*/ 46 w 67"/>
              <a:gd name="T47" fmla="*/ 25 h 67"/>
              <a:gd name="T48" fmla="*/ 37 w 67"/>
              <a:gd name="T49" fmla="*/ 34 h 67"/>
              <a:gd name="T50" fmla="*/ 29 w 67"/>
              <a:gd name="T51" fmla="*/ 25 h 67"/>
              <a:gd name="T52" fmla="*/ 37 w 67"/>
              <a:gd name="T53" fmla="*/ 17 h 67"/>
              <a:gd name="T54" fmla="*/ 16 w 67"/>
              <a:gd name="T55" fmla="*/ 63 h 67"/>
              <a:gd name="T56" fmla="*/ 12 w 67"/>
              <a:gd name="T57" fmla="*/ 63 h 67"/>
              <a:gd name="T58" fmla="*/ 12 w 67"/>
              <a:gd name="T59" fmla="*/ 5 h 67"/>
              <a:gd name="T60" fmla="*/ 16 w 67"/>
              <a:gd name="T61" fmla="*/ 5 h 67"/>
              <a:gd name="T62" fmla="*/ 16 w 67"/>
              <a:gd name="T63" fmla="*/ 63 h 67"/>
              <a:gd name="T64" fmla="*/ 50 w 67"/>
              <a:gd name="T65" fmla="*/ 50 h 67"/>
              <a:gd name="T66" fmla="*/ 25 w 67"/>
              <a:gd name="T67" fmla="*/ 50 h 67"/>
              <a:gd name="T68" fmla="*/ 25 w 67"/>
              <a:gd name="T69" fmla="*/ 46 h 67"/>
              <a:gd name="T70" fmla="*/ 33 w 67"/>
              <a:gd name="T71" fmla="*/ 38 h 67"/>
              <a:gd name="T72" fmla="*/ 33 w 67"/>
              <a:gd name="T73" fmla="*/ 38 h 67"/>
              <a:gd name="T74" fmla="*/ 41 w 67"/>
              <a:gd name="T75" fmla="*/ 38 h 67"/>
              <a:gd name="T76" fmla="*/ 50 w 67"/>
              <a:gd name="T77" fmla="*/ 46 h 67"/>
              <a:gd name="T78" fmla="*/ 50 w 67"/>
              <a:gd name="T79" fmla="*/ 50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7" h="67">
                <a:moveTo>
                  <a:pt x="62" y="17"/>
                </a:moveTo>
                <a:cubicBezTo>
                  <a:pt x="65" y="17"/>
                  <a:pt x="67" y="15"/>
                  <a:pt x="67" y="13"/>
                </a:cubicBezTo>
                <a:cubicBezTo>
                  <a:pt x="67" y="5"/>
                  <a:pt x="67" y="5"/>
                  <a:pt x="67" y="5"/>
                </a:cubicBezTo>
                <a:cubicBezTo>
                  <a:pt x="58" y="5"/>
                  <a:pt x="58" y="5"/>
                  <a:pt x="58" y="5"/>
                </a:cubicBezTo>
                <a:cubicBezTo>
                  <a:pt x="58" y="0"/>
                  <a:pt x="58" y="0"/>
                  <a:pt x="58" y="0"/>
                </a:cubicBezTo>
                <a:cubicBezTo>
                  <a:pt x="4" y="0"/>
                  <a:pt x="4" y="0"/>
                  <a:pt x="4" y="0"/>
                </a:cubicBezTo>
                <a:cubicBezTo>
                  <a:pt x="2" y="0"/>
                  <a:pt x="0" y="2"/>
                  <a:pt x="0" y="5"/>
                </a:cubicBezTo>
                <a:cubicBezTo>
                  <a:pt x="0" y="63"/>
                  <a:pt x="0" y="63"/>
                  <a:pt x="0" y="63"/>
                </a:cubicBezTo>
                <a:cubicBezTo>
                  <a:pt x="0" y="65"/>
                  <a:pt x="2" y="67"/>
                  <a:pt x="4" y="67"/>
                </a:cubicBezTo>
                <a:cubicBezTo>
                  <a:pt x="58" y="67"/>
                  <a:pt x="58" y="67"/>
                  <a:pt x="58" y="67"/>
                </a:cubicBezTo>
                <a:cubicBezTo>
                  <a:pt x="58" y="50"/>
                  <a:pt x="58" y="50"/>
                  <a:pt x="58" y="50"/>
                </a:cubicBezTo>
                <a:cubicBezTo>
                  <a:pt x="62" y="50"/>
                  <a:pt x="62" y="50"/>
                  <a:pt x="62" y="50"/>
                </a:cubicBezTo>
                <a:cubicBezTo>
                  <a:pt x="65" y="50"/>
                  <a:pt x="67" y="49"/>
                  <a:pt x="67" y="46"/>
                </a:cubicBezTo>
                <a:cubicBezTo>
                  <a:pt x="67" y="38"/>
                  <a:pt x="67" y="38"/>
                  <a:pt x="67" y="38"/>
                </a:cubicBezTo>
                <a:cubicBezTo>
                  <a:pt x="58" y="38"/>
                  <a:pt x="58" y="38"/>
                  <a:pt x="58" y="38"/>
                </a:cubicBezTo>
                <a:cubicBezTo>
                  <a:pt x="58" y="34"/>
                  <a:pt x="58" y="34"/>
                  <a:pt x="58" y="34"/>
                </a:cubicBezTo>
                <a:cubicBezTo>
                  <a:pt x="62" y="34"/>
                  <a:pt x="62" y="34"/>
                  <a:pt x="62" y="34"/>
                </a:cubicBezTo>
                <a:cubicBezTo>
                  <a:pt x="65" y="34"/>
                  <a:pt x="67" y="32"/>
                  <a:pt x="67" y="30"/>
                </a:cubicBezTo>
                <a:cubicBezTo>
                  <a:pt x="67" y="21"/>
                  <a:pt x="67" y="21"/>
                  <a:pt x="67" y="21"/>
                </a:cubicBezTo>
                <a:cubicBezTo>
                  <a:pt x="58" y="21"/>
                  <a:pt x="58" y="21"/>
                  <a:pt x="58" y="21"/>
                </a:cubicBezTo>
                <a:cubicBezTo>
                  <a:pt x="58" y="17"/>
                  <a:pt x="58" y="17"/>
                  <a:pt x="58" y="17"/>
                </a:cubicBezTo>
                <a:lnTo>
                  <a:pt x="62" y="17"/>
                </a:lnTo>
                <a:close/>
                <a:moveTo>
                  <a:pt x="37" y="17"/>
                </a:moveTo>
                <a:cubicBezTo>
                  <a:pt x="42" y="17"/>
                  <a:pt x="46" y="21"/>
                  <a:pt x="46" y="25"/>
                </a:cubicBezTo>
                <a:cubicBezTo>
                  <a:pt x="46" y="30"/>
                  <a:pt x="42" y="34"/>
                  <a:pt x="37" y="34"/>
                </a:cubicBezTo>
                <a:cubicBezTo>
                  <a:pt x="33" y="34"/>
                  <a:pt x="29" y="30"/>
                  <a:pt x="29" y="25"/>
                </a:cubicBezTo>
                <a:cubicBezTo>
                  <a:pt x="29" y="21"/>
                  <a:pt x="33" y="17"/>
                  <a:pt x="37" y="17"/>
                </a:cubicBezTo>
                <a:close/>
                <a:moveTo>
                  <a:pt x="16" y="63"/>
                </a:moveTo>
                <a:cubicBezTo>
                  <a:pt x="12" y="63"/>
                  <a:pt x="12" y="63"/>
                  <a:pt x="12" y="63"/>
                </a:cubicBezTo>
                <a:cubicBezTo>
                  <a:pt x="12" y="5"/>
                  <a:pt x="12" y="5"/>
                  <a:pt x="12" y="5"/>
                </a:cubicBezTo>
                <a:cubicBezTo>
                  <a:pt x="16" y="5"/>
                  <a:pt x="16" y="5"/>
                  <a:pt x="16" y="5"/>
                </a:cubicBezTo>
                <a:lnTo>
                  <a:pt x="16" y="63"/>
                </a:lnTo>
                <a:close/>
                <a:moveTo>
                  <a:pt x="50" y="50"/>
                </a:moveTo>
                <a:cubicBezTo>
                  <a:pt x="25" y="50"/>
                  <a:pt x="25" y="50"/>
                  <a:pt x="25" y="50"/>
                </a:cubicBezTo>
                <a:cubicBezTo>
                  <a:pt x="25" y="46"/>
                  <a:pt x="25" y="46"/>
                  <a:pt x="25" y="46"/>
                </a:cubicBezTo>
                <a:cubicBezTo>
                  <a:pt x="25" y="42"/>
                  <a:pt x="28" y="38"/>
                  <a:pt x="33" y="38"/>
                </a:cubicBezTo>
                <a:cubicBezTo>
                  <a:pt x="33" y="38"/>
                  <a:pt x="33" y="38"/>
                  <a:pt x="33" y="38"/>
                </a:cubicBezTo>
                <a:cubicBezTo>
                  <a:pt x="41" y="38"/>
                  <a:pt x="41" y="38"/>
                  <a:pt x="41" y="38"/>
                </a:cubicBezTo>
                <a:cubicBezTo>
                  <a:pt x="46" y="38"/>
                  <a:pt x="50" y="42"/>
                  <a:pt x="50" y="46"/>
                </a:cubicBezTo>
                <a:lnTo>
                  <a:pt x="50" y="5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57"/>
          <p:cNvSpPr>
            <a:spLocks noEditPoints="1"/>
          </p:cNvSpPr>
          <p:nvPr/>
        </p:nvSpPr>
        <p:spPr bwMode="auto">
          <a:xfrm>
            <a:off x="10965121" y="4499283"/>
            <a:ext cx="139266" cy="136333"/>
          </a:xfrm>
          <a:custGeom>
            <a:avLst/>
            <a:gdLst>
              <a:gd name="T0" fmla="*/ 58 w 58"/>
              <a:gd name="T1" fmla="*/ 29 h 57"/>
              <a:gd name="T2" fmla="*/ 29 w 58"/>
              <a:gd name="T3" fmla="*/ 57 h 57"/>
              <a:gd name="T4" fmla="*/ 0 w 58"/>
              <a:gd name="T5" fmla="*/ 29 h 57"/>
              <a:gd name="T6" fmla="*/ 29 w 58"/>
              <a:gd name="T7" fmla="*/ 0 h 57"/>
              <a:gd name="T8" fmla="*/ 58 w 58"/>
              <a:gd name="T9" fmla="*/ 29 h 57"/>
              <a:gd name="T10" fmla="*/ 6 w 58"/>
              <a:gd name="T11" fmla="*/ 29 h 57"/>
              <a:gd name="T12" fmla="*/ 29 w 58"/>
              <a:gd name="T13" fmla="*/ 52 h 57"/>
              <a:gd name="T14" fmla="*/ 52 w 58"/>
              <a:gd name="T15" fmla="*/ 29 h 57"/>
              <a:gd name="T16" fmla="*/ 29 w 58"/>
              <a:gd name="T17" fmla="*/ 6 h 57"/>
              <a:gd name="T18" fmla="*/ 6 w 58"/>
              <a:gd name="T19" fmla="*/ 29 h 57"/>
              <a:gd name="T20" fmla="*/ 32 w 58"/>
              <a:gd name="T21" fmla="*/ 12 h 57"/>
              <a:gd name="T22" fmla="*/ 46 w 58"/>
              <a:gd name="T23" fmla="*/ 26 h 57"/>
              <a:gd name="T24" fmla="*/ 46 w 58"/>
              <a:gd name="T25" fmla="*/ 31 h 57"/>
              <a:gd name="T26" fmla="*/ 41 w 58"/>
              <a:gd name="T27" fmla="*/ 31 h 57"/>
              <a:gd name="T28" fmla="*/ 33 w 58"/>
              <a:gd name="T29" fmla="*/ 23 h 57"/>
              <a:gd name="T30" fmla="*/ 33 w 58"/>
              <a:gd name="T31" fmla="*/ 43 h 57"/>
              <a:gd name="T32" fmla="*/ 29 w 58"/>
              <a:gd name="T33" fmla="*/ 47 h 57"/>
              <a:gd name="T34" fmla="*/ 25 w 58"/>
              <a:gd name="T35" fmla="*/ 43 h 57"/>
              <a:gd name="T36" fmla="*/ 25 w 58"/>
              <a:gd name="T37" fmla="*/ 23 h 57"/>
              <a:gd name="T38" fmla="*/ 17 w 58"/>
              <a:gd name="T39" fmla="*/ 31 h 57"/>
              <a:gd name="T40" fmla="*/ 12 w 58"/>
              <a:gd name="T41" fmla="*/ 31 h 57"/>
              <a:gd name="T42" fmla="*/ 11 w 58"/>
              <a:gd name="T43" fmla="*/ 29 h 57"/>
              <a:gd name="T44" fmla="*/ 12 w 58"/>
              <a:gd name="T45" fmla="*/ 26 h 57"/>
              <a:gd name="T46" fmla="*/ 27 w 58"/>
              <a:gd name="T47" fmla="*/ 12 h 57"/>
              <a:gd name="T48" fmla="*/ 32 w 58"/>
              <a:gd name="T49" fmla="*/ 12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8" h="57">
                <a:moveTo>
                  <a:pt x="58" y="29"/>
                </a:moveTo>
                <a:cubicBezTo>
                  <a:pt x="58" y="45"/>
                  <a:pt x="45" y="57"/>
                  <a:pt x="29" y="57"/>
                </a:cubicBezTo>
                <a:cubicBezTo>
                  <a:pt x="13" y="57"/>
                  <a:pt x="0" y="45"/>
                  <a:pt x="0" y="29"/>
                </a:cubicBezTo>
                <a:cubicBezTo>
                  <a:pt x="0" y="13"/>
                  <a:pt x="13" y="0"/>
                  <a:pt x="29" y="0"/>
                </a:cubicBezTo>
                <a:cubicBezTo>
                  <a:pt x="45" y="0"/>
                  <a:pt x="58" y="13"/>
                  <a:pt x="58" y="29"/>
                </a:cubicBezTo>
                <a:close/>
                <a:moveTo>
                  <a:pt x="6" y="29"/>
                </a:moveTo>
                <a:cubicBezTo>
                  <a:pt x="6" y="42"/>
                  <a:pt x="16" y="52"/>
                  <a:pt x="29" y="52"/>
                </a:cubicBezTo>
                <a:cubicBezTo>
                  <a:pt x="42" y="52"/>
                  <a:pt x="52" y="42"/>
                  <a:pt x="52" y="29"/>
                </a:cubicBezTo>
                <a:cubicBezTo>
                  <a:pt x="52" y="16"/>
                  <a:pt x="42" y="6"/>
                  <a:pt x="29" y="6"/>
                </a:cubicBezTo>
                <a:cubicBezTo>
                  <a:pt x="16" y="6"/>
                  <a:pt x="6" y="16"/>
                  <a:pt x="6" y="29"/>
                </a:cubicBezTo>
                <a:close/>
                <a:moveTo>
                  <a:pt x="32" y="12"/>
                </a:moveTo>
                <a:cubicBezTo>
                  <a:pt x="46" y="26"/>
                  <a:pt x="46" y="26"/>
                  <a:pt x="46" y="26"/>
                </a:cubicBezTo>
                <a:cubicBezTo>
                  <a:pt x="47" y="28"/>
                  <a:pt x="47" y="30"/>
                  <a:pt x="46" y="31"/>
                </a:cubicBezTo>
                <a:cubicBezTo>
                  <a:pt x="45" y="33"/>
                  <a:pt x="42" y="33"/>
                  <a:pt x="41" y="31"/>
                </a:cubicBezTo>
                <a:cubicBezTo>
                  <a:pt x="33" y="23"/>
                  <a:pt x="33" y="23"/>
                  <a:pt x="33" y="23"/>
                </a:cubicBezTo>
                <a:cubicBezTo>
                  <a:pt x="33" y="43"/>
                  <a:pt x="33" y="43"/>
                  <a:pt x="33" y="43"/>
                </a:cubicBezTo>
                <a:cubicBezTo>
                  <a:pt x="33" y="45"/>
                  <a:pt x="31" y="47"/>
                  <a:pt x="29" y="47"/>
                </a:cubicBezTo>
                <a:cubicBezTo>
                  <a:pt x="27" y="47"/>
                  <a:pt x="25" y="45"/>
                  <a:pt x="25" y="43"/>
                </a:cubicBezTo>
                <a:cubicBezTo>
                  <a:pt x="25" y="23"/>
                  <a:pt x="25" y="23"/>
                  <a:pt x="25" y="23"/>
                </a:cubicBezTo>
                <a:cubicBezTo>
                  <a:pt x="17" y="31"/>
                  <a:pt x="17" y="31"/>
                  <a:pt x="17" y="31"/>
                </a:cubicBezTo>
                <a:cubicBezTo>
                  <a:pt x="16" y="33"/>
                  <a:pt x="14" y="33"/>
                  <a:pt x="12" y="31"/>
                </a:cubicBezTo>
                <a:cubicBezTo>
                  <a:pt x="12" y="31"/>
                  <a:pt x="11" y="30"/>
                  <a:pt x="11" y="29"/>
                </a:cubicBezTo>
                <a:cubicBezTo>
                  <a:pt x="11" y="28"/>
                  <a:pt x="12" y="27"/>
                  <a:pt x="12" y="26"/>
                </a:cubicBezTo>
                <a:cubicBezTo>
                  <a:pt x="27" y="12"/>
                  <a:pt x="27" y="12"/>
                  <a:pt x="27" y="12"/>
                </a:cubicBezTo>
                <a:cubicBezTo>
                  <a:pt x="28" y="11"/>
                  <a:pt x="30" y="11"/>
                  <a:pt x="32" y="1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Freeform 58"/>
          <p:cNvSpPr>
            <a:spLocks noEditPoints="1"/>
          </p:cNvSpPr>
          <p:nvPr/>
        </p:nvSpPr>
        <p:spPr bwMode="auto">
          <a:xfrm>
            <a:off x="10941667" y="4669333"/>
            <a:ext cx="109947" cy="109946"/>
          </a:xfrm>
          <a:custGeom>
            <a:avLst/>
            <a:gdLst>
              <a:gd name="T0" fmla="*/ 3 w 46"/>
              <a:gd name="T1" fmla="*/ 0 h 46"/>
              <a:gd name="T2" fmla="*/ 20 w 46"/>
              <a:gd name="T3" fmla="*/ 0 h 46"/>
              <a:gd name="T4" fmla="*/ 20 w 46"/>
              <a:gd name="T5" fmla="*/ 3 h 46"/>
              <a:gd name="T6" fmla="*/ 3 w 46"/>
              <a:gd name="T7" fmla="*/ 3 h 46"/>
              <a:gd name="T8" fmla="*/ 3 w 46"/>
              <a:gd name="T9" fmla="*/ 0 h 46"/>
              <a:gd name="T10" fmla="*/ 26 w 46"/>
              <a:gd name="T11" fmla="*/ 0 h 46"/>
              <a:gd name="T12" fmla="*/ 43 w 46"/>
              <a:gd name="T13" fmla="*/ 0 h 46"/>
              <a:gd name="T14" fmla="*/ 43 w 46"/>
              <a:gd name="T15" fmla="*/ 3 h 46"/>
              <a:gd name="T16" fmla="*/ 26 w 46"/>
              <a:gd name="T17" fmla="*/ 3 h 46"/>
              <a:gd name="T18" fmla="*/ 26 w 46"/>
              <a:gd name="T19" fmla="*/ 0 h 46"/>
              <a:gd name="T20" fmla="*/ 43 w 46"/>
              <a:gd name="T21" fmla="*/ 14 h 46"/>
              <a:gd name="T22" fmla="*/ 41 w 46"/>
              <a:gd name="T23" fmla="*/ 14 h 46"/>
              <a:gd name="T24" fmla="*/ 41 w 46"/>
              <a:gd name="T25" fmla="*/ 3 h 46"/>
              <a:gd name="T26" fmla="*/ 29 w 46"/>
              <a:gd name="T27" fmla="*/ 3 h 46"/>
              <a:gd name="T28" fmla="*/ 29 w 46"/>
              <a:gd name="T29" fmla="*/ 14 h 46"/>
              <a:gd name="T30" fmla="*/ 17 w 46"/>
              <a:gd name="T31" fmla="*/ 14 h 46"/>
              <a:gd name="T32" fmla="*/ 17 w 46"/>
              <a:gd name="T33" fmla="*/ 3 h 46"/>
              <a:gd name="T34" fmla="*/ 6 w 46"/>
              <a:gd name="T35" fmla="*/ 3 h 46"/>
              <a:gd name="T36" fmla="*/ 6 w 46"/>
              <a:gd name="T37" fmla="*/ 14 h 46"/>
              <a:gd name="T38" fmla="*/ 3 w 46"/>
              <a:gd name="T39" fmla="*/ 14 h 46"/>
              <a:gd name="T40" fmla="*/ 0 w 46"/>
              <a:gd name="T41" fmla="*/ 18 h 46"/>
              <a:gd name="T42" fmla="*/ 0 w 46"/>
              <a:gd name="T43" fmla="*/ 43 h 46"/>
              <a:gd name="T44" fmla="*/ 3 w 46"/>
              <a:gd name="T45" fmla="*/ 46 h 46"/>
              <a:gd name="T46" fmla="*/ 17 w 46"/>
              <a:gd name="T47" fmla="*/ 46 h 46"/>
              <a:gd name="T48" fmla="*/ 20 w 46"/>
              <a:gd name="T49" fmla="*/ 43 h 46"/>
              <a:gd name="T50" fmla="*/ 20 w 46"/>
              <a:gd name="T51" fmla="*/ 26 h 46"/>
              <a:gd name="T52" fmla="*/ 26 w 46"/>
              <a:gd name="T53" fmla="*/ 26 h 46"/>
              <a:gd name="T54" fmla="*/ 26 w 46"/>
              <a:gd name="T55" fmla="*/ 43 h 46"/>
              <a:gd name="T56" fmla="*/ 29 w 46"/>
              <a:gd name="T57" fmla="*/ 46 h 46"/>
              <a:gd name="T58" fmla="*/ 43 w 46"/>
              <a:gd name="T59" fmla="*/ 46 h 46"/>
              <a:gd name="T60" fmla="*/ 46 w 46"/>
              <a:gd name="T61" fmla="*/ 43 h 46"/>
              <a:gd name="T62" fmla="*/ 46 w 46"/>
              <a:gd name="T63" fmla="*/ 18 h 46"/>
              <a:gd name="T64" fmla="*/ 43 w 46"/>
              <a:gd name="T65" fmla="*/ 14 h 46"/>
              <a:gd name="T66" fmla="*/ 16 w 46"/>
              <a:gd name="T67" fmla="*/ 43 h 46"/>
              <a:gd name="T68" fmla="*/ 5 w 46"/>
              <a:gd name="T69" fmla="*/ 43 h 46"/>
              <a:gd name="T70" fmla="*/ 3 w 46"/>
              <a:gd name="T71" fmla="*/ 42 h 46"/>
              <a:gd name="T72" fmla="*/ 5 w 46"/>
              <a:gd name="T73" fmla="*/ 40 h 46"/>
              <a:gd name="T74" fmla="*/ 16 w 46"/>
              <a:gd name="T75" fmla="*/ 40 h 46"/>
              <a:gd name="T76" fmla="*/ 17 w 46"/>
              <a:gd name="T77" fmla="*/ 42 h 46"/>
              <a:gd name="T78" fmla="*/ 16 w 46"/>
              <a:gd name="T79" fmla="*/ 43 h 46"/>
              <a:gd name="T80" fmla="*/ 25 w 46"/>
              <a:gd name="T81" fmla="*/ 23 h 46"/>
              <a:gd name="T82" fmla="*/ 22 w 46"/>
              <a:gd name="T83" fmla="*/ 23 h 46"/>
              <a:gd name="T84" fmla="*/ 20 w 46"/>
              <a:gd name="T85" fmla="*/ 22 h 46"/>
              <a:gd name="T86" fmla="*/ 22 w 46"/>
              <a:gd name="T87" fmla="*/ 20 h 46"/>
              <a:gd name="T88" fmla="*/ 25 w 46"/>
              <a:gd name="T89" fmla="*/ 20 h 46"/>
              <a:gd name="T90" fmla="*/ 26 w 46"/>
              <a:gd name="T91" fmla="*/ 22 h 46"/>
              <a:gd name="T92" fmla="*/ 25 w 46"/>
              <a:gd name="T93" fmla="*/ 23 h 46"/>
              <a:gd name="T94" fmla="*/ 42 w 46"/>
              <a:gd name="T95" fmla="*/ 43 h 46"/>
              <a:gd name="T96" fmla="*/ 31 w 46"/>
              <a:gd name="T97" fmla="*/ 43 h 46"/>
              <a:gd name="T98" fmla="*/ 29 w 46"/>
              <a:gd name="T99" fmla="*/ 42 h 46"/>
              <a:gd name="T100" fmla="*/ 31 w 46"/>
              <a:gd name="T101" fmla="*/ 40 h 46"/>
              <a:gd name="T102" fmla="*/ 42 w 46"/>
              <a:gd name="T103" fmla="*/ 40 h 46"/>
              <a:gd name="T104" fmla="*/ 43 w 46"/>
              <a:gd name="T105" fmla="*/ 42 h 46"/>
              <a:gd name="T106" fmla="*/ 42 w 46"/>
              <a:gd name="T10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6" h="46">
                <a:moveTo>
                  <a:pt x="3" y="0"/>
                </a:moveTo>
                <a:cubicBezTo>
                  <a:pt x="20" y="0"/>
                  <a:pt x="20" y="0"/>
                  <a:pt x="20" y="0"/>
                </a:cubicBezTo>
                <a:cubicBezTo>
                  <a:pt x="20" y="3"/>
                  <a:pt x="20" y="3"/>
                  <a:pt x="20" y="3"/>
                </a:cubicBezTo>
                <a:cubicBezTo>
                  <a:pt x="3" y="3"/>
                  <a:pt x="3" y="3"/>
                  <a:pt x="3" y="3"/>
                </a:cubicBezTo>
                <a:lnTo>
                  <a:pt x="3" y="0"/>
                </a:lnTo>
                <a:close/>
                <a:moveTo>
                  <a:pt x="26" y="0"/>
                </a:moveTo>
                <a:cubicBezTo>
                  <a:pt x="43" y="0"/>
                  <a:pt x="43" y="0"/>
                  <a:pt x="43" y="0"/>
                </a:cubicBezTo>
                <a:cubicBezTo>
                  <a:pt x="43" y="3"/>
                  <a:pt x="43" y="3"/>
                  <a:pt x="43" y="3"/>
                </a:cubicBezTo>
                <a:cubicBezTo>
                  <a:pt x="26" y="3"/>
                  <a:pt x="26" y="3"/>
                  <a:pt x="26" y="3"/>
                </a:cubicBezTo>
                <a:lnTo>
                  <a:pt x="26" y="0"/>
                </a:lnTo>
                <a:close/>
                <a:moveTo>
                  <a:pt x="43" y="14"/>
                </a:moveTo>
                <a:cubicBezTo>
                  <a:pt x="41" y="14"/>
                  <a:pt x="41" y="14"/>
                  <a:pt x="41" y="14"/>
                </a:cubicBezTo>
                <a:cubicBezTo>
                  <a:pt x="41" y="3"/>
                  <a:pt x="41" y="3"/>
                  <a:pt x="41" y="3"/>
                </a:cubicBezTo>
                <a:cubicBezTo>
                  <a:pt x="29" y="3"/>
                  <a:pt x="29" y="3"/>
                  <a:pt x="29" y="3"/>
                </a:cubicBezTo>
                <a:cubicBezTo>
                  <a:pt x="29" y="14"/>
                  <a:pt x="29" y="14"/>
                  <a:pt x="29" y="14"/>
                </a:cubicBezTo>
                <a:cubicBezTo>
                  <a:pt x="17" y="14"/>
                  <a:pt x="17" y="14"/>
                  <a:pt x="17" y="14"/>
                </a:cubicBezTo>
                <a:cubicBezTo>
                  <a:pt x="17" y="3"/>
                  <a:pt x="17" y="3"/>
                  <a:pt x="17" y="3"/>
                </a:cubicBezTo>
                <a:cubicBezTo>
                  <a:pt x="6" y="3"/>
                  <a:pt x="6" y="3"/>
                  <a:pt x="6" y="3"/>
                </a:cubicBezTo>
                <a:cubicBezTo>
                  <a:pt x="6" y="14"/>
                  <a:pt x="6" y="14"/>
                  <a:pt x="6" y="14"/>
                </a:cubicBezTo>
                <a:cubicBezTo>
                  <a:pt x="3" y="14"/>
                  <a:pt x="3" y="14"/>
                  <a:pt x="3" y="14"/>
                </a:cubicBezTo>
                <a:cubicBezTo>
                  <a:pt x="2" y="14"/>
                  <a:pt x="0" y="16"/>
                  <a:pt x="0" y="18"/>
                </a:cubicBezTo>
                <a:cubicBezTo>
                  <a:pt x="0" y="43"/>
                  <a:pt x="0" y="43"/>
                  <a:pt x="0" y="43"/>
                </a:cubicBezTo>
                <a:cubicBezTo>
                  <a:pt x="0" y="45"/>
                  <a:pt x="2" y="46"/>
                  <a:pt x="3" y="46"/>
                </a:cubicBezTo>
                <a:cubicBezTo>
                  <a:pt x="17" y="46"/>
                  <a:pt x="17" y="46"/>
                  <a:pt x="17" y="46"/>
                </a:cubicBezTo>
                <a:cubicBezTo>
                  <a:pt x="19" y="46"/>
                  <a:pt x="20" y="45"/>
                  <a:pt x="20" y="43"/>
                </a:cubicBezTo>
                <a:cubicBezTo>
                  <a:pt x="20" y="26"/>
                  <a:pt x="20" y="26"/>
                  <a:pt x="20" y="26"/>
                </a:cubicBezTo>
                <a:cubicBezTo>
                  <a:pt x="26" y="26"/>
                  <a:pt x="26" y="26"/>
                  <a:pt x="26" y="26"/>
                </a:cubicBezTo>
                <a:cubicBezTo>
                  <a:pt x="26" y="43"/>
                  <a:pt x="26" y="43"/>
                  <a:pt x="26" y="43"/>
                </a:cubicBezTo>
                <a:cubicBezTo>
                  <a:pt x="26" y="45"/>
                  <a:pt x="28" y="46"/>
                  <a:pt x="29" y="46"/>
                </a:cubicBezTo>
                <a:cubicBezTo>
                  <a:pt x="43" y="46"/>
                  <a:pt x="43" y="46"/>
                  <a:pt x="43" y="46"/>
                </a:cubicBezTo>
                <a:cubicBezTo>
                  <a:pt x="45" y="46"/>
                  <a:pt x="46" y="45"/>
                  <a:pt x="46" y="43"/>
                </a:cubicBezTo>
                <a:cubicBezTo>
                  <a:pt x="46" y="18"/>
                  <a:pt x="46" y="18"/>
                  <a:pt x="46" y="18"/>
                </a:cubicBezTo>
                <a:cubicBezTo>
                  <a:pt x="46" y="16"/>
                  <a:pt x="45" y="14"/>
                  <a:pt x="43" y="14"/>
                </a:cubicBezTo>
                <a:close/>
                <a:moveTo>
                  <a:pt x="16" y="43"/>
                </a:moveTo>
                <a:cubicBezTo>
                  <a:pt x="5" y="43"/>
                  <a:pt x="5" y="43"/>
                  <a:pt x="5" y="43"/>
                </a:cubicBezTo>
                <a:cubicBezTo>
                  <a:pt x="4" y="43"/>
                  <a:pt x="3" y="43"/>
                  <a:pt x="3" y="42"/>
                </a:cubicBezTo>
                <a:cubicBezTo>
                  <a:pt x="3" y="41"/>
                  <a:pt x="4" y="40"/>
                  <a:pt x="5" y="40"/>
                </a:cubicBezTo>
                <a:cubicBezTo>
                  <a:pt x="16" y="40"/>
                  <a:pt x="16" y="40"/>
                  <a:pt x="16" y="40"/>
                </a:cubicBezTo>
                <a:cubicBezTo>
                  <a:pt x="17" y="40"/>
                  <a:pt x="17" y="41"/>
                  <a:pt x="17" y="42"/>
                </a:cubicBezTo>
                <a:cubicBezTo>
                  <a:pt x="17" y="43"/>
                  <a:pt x="17" y="43"/>
                  <a:pt x="16" y="43"/>
                </a:cubicBezTo>
                <a:close/>
                <a:moveTo>
                  <a:pt x="25" y="23"/>
                </a:moveTo>
                <a:cubicBezTo>
                  <a:pt x="22" y="23"/>
                  <a:pt x="22" y="23"/>
                  <a:pt x="22" y="23"/>
                </a:cubicBezTo>
                <a:cubicBezTo>
                  <a:pt x="21" y="23"/>
                  <a:pt x="20" y="22"/>
                  <a:pt x="20" y="22"/>
                </a:cubicBezTo>
                <a:cubicBezTo>
                  <a:pt x="20" y="21"/>
                  <a:pt x="21" y="20"/>
                  <a:pt x="22" y="20"/>
                </a:cubicBezTo>
                <a:cubicBezTo>
                  <a:pt x="25" y="20"/>
                  <a:pt x="25" y="20"/>
                  <a:pt x="25" y="20"/>
                </a:cubicBezTo>
                <a:cubicBezTo>
                  <a:pt x="25" y="20"/>
                  <a:pt x="26" y="21"/>
                  <a:pt x="26" y="22"/>
                </a:cubicBezTo>
                <a:cubicBezTo>
                  <a:pt x="26" y="22"/>
                  <a:pt x="25" y="23"/>
                  <a:pt x="25" y="23"/>
                </a:cubicBezTo>
                <a:close/>
                <a:moveTo>
                  <a:pt x="42" y="43"/>
                </a:moveTo>
                <a:cubicBezTo>
                  <a:pt x="31" y="43"/>
                  <a:pt x="31" y="43"/>
                  <a:pt x="31" y="43"/>
                </a:cubicBezTo>
                <a:cubicBezTo>
                  <a:pt x="30" y="43"/>
                  <a:pt x="29" y="43"/>
                  <a:pt x="29" y="42"/>
                </a:cubicBezTo>
                <a:cubicBezTo>
                  <a:pt x="29" y="41"/>
                  <a:pt x="30" y="40"/>
                  <a:pt x="31" y="40"/>
                </a:cubicBezTo>
                <a:cubicBezTo>
                  <a:pt x="42" y="40"/>
                  <a:pt x="42" y="40"/>
                  <a:pt x="42" y="40"/>
                </a:cubicBezTo>
                <a:cubicBezTo>
                  <a:pt x="43" y="40"/>
                  <a:pt x="43" y="41"/>
                  <a:pt x="43" y="42"/>
                </a:cubicBezTo>
                <a:cubicBezTo>
                  <a:pt x="43" y="43"/>
                  <a:pt x="43" y="43"/>
                  <a:pt x="42" y="4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Freeform 59"/>
          <p:cNvSpPr/>
          <p:nvPr/>
        </p:nvSpPr>
        <p:spPr bwMode="auto">
          <a:xfrm>
            <a:off x="10742297" y="4691322"/>
            <a:ext cx="177380" cy="178846"/>
          </a:xfrm>
          <a:custGeom>
            <a:avLst/>
            <a:gdLst>
              <a:gd name="T0" fmla="*/ 61 w 121"/>
              <a:gd name="T1" fmla="*/ 122 h 122"/>
              <a:gd name="T2" fmla="*/ 121 w 121"/>
              <a:gd name="T3" fmla="*/ 62 h 122"/>
              <a:gd name="T4" fmla="*/ 84 w 121"/>
              <a:gd name="T5" fmla="*/ 62 h 122"/>
              <a:gd name="T6" fmla="*/ 84 w 121"/>
              <a:gd name="T7" fmla="*/ 0 h 122"/>
              <a:gd name="T8" fmla="*/ 38 w 121"/>
              <a:gd name="T9" fmla="*/ 0 h 122"/>
              <a:gd name="T10" fmla="*/ 38 w 121"/>
              <a:gd name="T11" fmla="*/ 62 h 122"/>
              <a:gd name="T12" fmla="*/ 0 w 121"/>
              <a:gd name="T13" fmla="*/ 62 h 122"/>
              <a:gd name="T14" fmla="*/ 61 w 121"/>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1" h="122">
                <a:moveTo>
                  <a:pt x="61" y="122"/>
                </a:moveTo>
                <a:lnTo>
                  <a:pt x="121" y="62"/>
                </a:lnTo>
                <a:lnTo>
                  <a:pt x="84" y="62"/>
                </a:lnTo>
                <a:lnTo>
                  <a:pt x="84" y="0"/>
                </a:lnTo>
                <a:lnTo>
                  <a:pt x="38" y="0"/>
                </a:lnTo>
                <a:lnTo>
                  <a:pt x="38" y="62"/>
                </a:lnTo>
                <a:lnTo>
                  <a:pt x="0" y="62"/>
                </a:lnTo>
                <a:lnTo>
                  <a:pt x="61" y="122"/>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Freeform 60"/>
          <p:cNvSpPr>
            <a:spLocks noEditPoints="1"/>
          </p:cNvSpPr>
          <p:nvPr/>
        </p:nvSpPr>
        <p:spPr bwMode="auto">
          <a:xfrm>
            <a:off x="10948995" y="4295515"/>
            <a:ext cx="148062" cy="148061"/>
          </a:xfrm>
          <a:custGeom>
            <a:avLst/>
            <a:gdLst>
              <a:gd name="T0" fmla="*/ 31 w 62"/>
              <a:gd name="T1" fmla="*/ 62 h 62"/>
              <a:gd name="T2" fmla="*/ 0 w 62"/>
              <a:gd name="T3" fmla="*/ 31 h 62"/>
              <a:gd name="T4" fmla="*/ 31 w 62"/>
              <a:gd name="T5" fmla="*/ 0 h 62"/>
              <a:gd name="T6" fmla="*/ 62 w 62"/>
              <a:gd name="T7" fmla="*/ 31 h 62"/>
              <a:gd name="T8" fmla="*/ 31 w 62"/>
              <a:gd name="T9" fmla="*/ 62 h 62"/>
              <a:gd name="T10" fmla="*/ 57 w 62"/>
              <a:gd name="T11" fmla="*/ 35 h 62"/>
              <a:gd name="T12" fmla="*/ 41 w 62"/>
              <a:gd name="T13" fmla="*/ 34 h 62"/>
              <a:gd name="T14" fmla="*/ 46 w 62"/>
              <a:gd name="T15" fmla="*/ 53 h 62"/>
              <a:gd name="T16" fmla="*/ 57 w 62"/>
              <a:gd name="T17" fmla="*/ 35 h 62"/>
              <a:gd name="T18" fmla="*/ 41 w 62"/>
              <a:gd name="T19" fmla="*/ 55 h 62"/>
              <a:gd name="T20" fmla="*/ 36 w 62"/>
              <a:gd name="T21" fmla="*/ 35 h 62"/>
              <a:gd name="T22" fmla="*/ 35 w 62"/>
              <a:gd name="T23" fmla="*/ 35 h 62"/>
              <a:gd name="T24" fmla="*/ 15 w 62"/>
              <a:gd name="T25" fmla="*/ 52 h 62"/>
              <a:gd name="T26" fmla="*/ 31 w 62"/>
              <a:gd name="T27" fmla="*/ 57 h 62"/>
              <a:gd name="T28" fmla="*/ 41 w 62"/>
              <a:gd name="T29" fmla="*/ 55 h 62"/>
              <a:gd name="T30" fmla="*/ 11 w 62"/>
              <a:gd name="T31" fmla="*/ 48 h 62"/>
              <a:gd name="T32" fmla="*/ 33 w 62"/>
              <a:gd name="T33" fmla="*/ 31 h 62"/>
              <a:gd name="T34" fmla="*/ 34 w 62"/>
              <a:gd name="T35" fmla="*/ 31 h 62"/>
              <a:gd name="T36" fmla="*/ 32 w 62"/>
              <a:gd name="T37" fmla="*/ 26 h 62"/>
              <a:gd name="T38" fmla="*/ 4 w 62"/>
              <a:gd name="T39" fmla="*/ 30 h 62"/>
              <a:gd name="T40" fmla="*/ 4 w 62"/>
              <a:gd name="T41" fmla="*/ 31 h 62"/>
              <a:gd name="T42" fmla="*/ 11 w 62"/>
              <a:gd name="T43" fmla="*/ 48 h 62"/>
              <a:gd name="T44" fmla="*/ 5 w 62"/>
              <a:gd name="T45" fmla="*/ 25 h 62"/>
              <a:gd name="T46" fmla="*/ 29 w 62"/>
              <a:gd name="T47" fmla="*/ 22 h 62"/>
              <a:gd name="T48" fmla="*/ 20 w 62"/>
              <a:gd name="T49" fmla="*/ 7 h 62"/>
              <a:gd name="T50" fmla="*/ 5 w 62"/>
              <a:gd name="T51" fmla="*/ 25 h 62"/>
              <a:gd name="T52" fmla="*/ 25 w 62"/>
              <a:gd name="T53" fmla="*/ 5 h 62"/>
              <a:gd name="T54" fmla="*/ 35 w 62"/>
              <a:gd name="T55" fmla="*/ 20 h 62"/>
              <a:gd name="T56" fmla="*/ 49 w 62"/>
              <a:gd name="T57" fmla="*/ 11 h 62"/>
              <a:gd name="T58" fmla="*/ 31 w 62"/>
              <a:gd name="T59" fmla="*/ 4 h 62"/>
              <a:gd name="T60" fmla="*/ 25 w 62"/>
              <a:gd name="T61" fmla="*/ 5 h 62"/>
              <a:gd name="T62" fmla="*/ 51 w 62"/>
              <a:gd name="T63" fmla="*/ 14 h 62"/>
              <a:gd name="T64" fmla="*/ 37 w 62"/>
              <a:gd name="T65" fmla="*/ 24 h 62"/>
              <a:gd name="T66" fmla="*/ 38 w 62"/>
              <a:gd name="T67" fmla="*/ 28 h 62"/>
              <a:gd name="T68" fmla="*/ 39 w 62"/>
              <a:gd name="T69" fmla="*/ 30 h 62"/>
              <a:gd name="T70" fmla="*/ 57 w 62"/>
              <a:gd name="T71" fmla="*/ 30 h 62"/>
              <a:gd name="T72" fmla="*/ 51 w 62"/>
              <a:gd name="T73" fmla="*/ 1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2" h="62">
                <a:moveTo>
                  <a:pt x="31" y="62"/>
                </a:moveTo>
                <a:cubicBezTo>
                  <a:pt x="14" y="62"/>
                  <a:pt x="0" y="48"/>
                  <a:pt x="0" y="31"/>
                </a:cubicBezTo>
                <a:cubicBezTo>
                  <a:pt x="0" y="14"/>
                  <a:pt x="14" y="0"/>
                  <a:pt x="31" y="0"/>
                </a:cubicBezTo>
                <a:cubicBezTo>
                  <a:pt x="48" y="0"/>
                  <a:pt x="62" y="14"/>
                  <a:pt x="62" y="31"/>
                </a:cubicBezTo>
                <a:cubicBezTo>
                  <a:pt x="62" y="48"/>
                  <a:pt x="48" y="62"/>
                  <a:pt x="31" y="62"/>
                </a:cubicBezTo>
                <a:close/>
                <a:moveTo>
                  <a:pt x="57" y="35"/>
                </a:moveTo>
                <a:cubicBezTo>
                  <a:pt x="56" y="35"/>
                  <a:pt x="49" y="32"/>
                  <a:pt x="41" y="34"/>
                </a:cubicBezTo>
                <a:cubicBezTo>
                  <a:pt x="44" y="43"/>
                  <a:pt x="45" y="51"/>
                  <a:pt x="46" y="53"/>
                </a:cubicBezTo>
                <a:cubicBezTo>
                  <a:pt x="52" y="49"/>
                  <a:pt x="56" y="42"/>
                  <a:pt x="57" y="35"/>
                </a:cubicBezTo>
                <a:close/>
                <a:moveTo>
                  <a:pt x="41" y="55"/>
                </a:moveTo>
                <a:cubicBezTo>
                  <a:pt x="41" y="53"/>
                  <a:pt x="39" y="45"/>
                  <a:pt x="36" y="35"/>
                </a:cubicBezTo>
                <a:cubicBezTo>
                  <a:pt x="36" y="35"/>
                  <a:pt x="36" y="35"/>
                  <a:pt x="35" y="35"/>
                </a:cubicBezTo>
                <a:cubicBezTo>
                  <a:pt x="20" y="40"/>
                  <a:pt x="15" y="51"/>
                  <a:pt x="15" y="52"/>
                </a:cubicBezTo>
                <a:cubicBezTo>
                  <a:pt x="19" y="55"/>
                  <a:pt x="25" y="57"/>
                  <a:pt x="31" y="57"/>
                </a:cubicBezTo>
                <a:cubicBezTo>
                  <a:pt x="35" y="57"/>
                  <a:pt x="38" y="57"/>
                  <a:pt x="41" y="55"/>
                </a:cubicBezTo>
                <a:close/>
                <a:moveTo>
                  <a:pt x="11" y="48"/>
                </a:moveTo>
                <a:cubicBezTo>
                  <a:pt x="12" y="47"/>
                  <a:pt x="19" y="35"/>
                  <a:pt x="33" y="31"/>
                </a:cubicBezTo>
                <a:cubicBezTo>
                  <a:pt x="33" y="31"/>
                  <a:pt x="33" y="31"/>
                  <a:pt x="34" y="31"/>
                </a:cubicBezTo>
                <a:cubicBezTo>
                  <a:pt x="33" y="29"/>
                  <a:pt x="32" y="28"/>
                  <a:pt x="32" y="26"/>
                </a:cubicBezTo>
                <a:cubicBezTo>
                  <a:pt x="18" y="30"/>
                  <a:pt x="6" y="30"/>
                  <a:pt x="4" y="30"/>
                </a:cubicBezTo>
                <a:cubicBezTo>
                  <a:pt x="4" y="30"/>
                  <a:pt x="4" y="30"/>
                  <a:pt x="4" y="31"/>
                </a:cubicBezTo>
                <a:cubicBezTo>
                  <a:pt x="4" y="38"/>
                  <a:pt x="7" y="44"/>
                  <a:pt x="11" y="48"/>
                </a:cubicBezTo>
                <a:close/>
                <a:moveTo>
                  <a:pt x="5" y="25"/>
                </a:moveTo>
                <a:cubicBezTo>
                  <a:pt x="6" y="25"/>
                  <a:pt x="17" y="25"/>
                  <a:pt x="29" y="22"/>
                </a:cubicBezTo>
                <a:cubicBezTo>
                  <a:pt x="25" y="14"/>
                  <a:pt x="20" y="8"/>
                  <a:pt x="20" y="7"/>
                </a:cubicBezTo>
                <a:cubicBezTo>
                  <a:pt x="12" y="10"/>
                  <a:pt x="7" y="17"/>
                  <a:pt x="5" y="25"/>
                </a:cubicBezTo>
                <a:close/>
                <a:moveTo>
                  <a:pt x="25" y="5"/>
                </a:moveTo>
                <a:cubicBezTo>
                  <a:pt x="25" y="6"/>
                  <a:pt x="30" y="12"/>
                  <a:pt x="35" y="20"/>
                </a:cubicBezTo>
                <a:cubicBezTo>
                  <a:pt x="44" y="17"/>
                  <a:pt x="48" y="12"/>
                  <a:pt x="49" y="11"/>
                </a:cubicBezTo>
                <a:cubicBezTo>
                  <a:pt x="44" y="7"/>
                  <a:pt x="38" y="4"/>
                  <a:pt x="31" y="4"/>
                </a:cubicBezTo>
                <a:cubicBezTo>
                  <a:pt x="29" y="4"/>
                  <a:pt x="27" y="4"/>
                  <a:pt x="25" y="5"/>
                </a:cubicBezTo>
                <a:close/>
                <a:moveTo>
                  <a:pt x="51" y="14"/>
                </a:moveTo>
                <a:cubicBezTo>
                  <a:pt x="51" y="15"/>
                  <a:pt x="46" y="20"/>
                  <a:pt x="37" y="24"/>
                </a:cubicBezTo>
                <a:cubicBezTo>
                  <a:pt x="37" y="26"/>
                  <a:pt x="38" y="27"/>
                  <a:pt x="38" y="28"/>
                </a:cubicBezTo>
                <a:cubicBezTo>
                  <a:pt x="39" y="29"/>
                  <a:pt x="39" y="29"/>
                  <a:pt x="39" y="30"/>
                </a:cubicBezTo>
                <a:cubicBezTo>
                  <a:pt x="48" y="29"/>
                  <a:pt x="57" y="30"/>
                  <a:pt x="57" y="30"/>
                </a:cubicBezTo>
                <a:cubicBezTo>
                  <a:pt x="57" y="24"/>
                  <a:pt x="55" y="18"/>
                  <a:pt x="51" y="1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Freeform 61"/>
          <p:cNvSpPr>
            <a:spLocks noEditPoints="1"/>
          </p:cNvSpPr>
          <p:nvPr/>
        </p:nvSpPr>
        <p:spPr bwMode="auto">
          <a:xfrm>
            <a:off x="10800935" y="4518339"/>
            <a:ext cx="140732" cy="124606"/>
          </a:xfrm>
          <a:custGeom>
            <a:avLst/>
            <a:gdLst>
              <a:gd name="T0" fmla="*/ 48 w 59"/>
              <a:gd name="T1" fmla="*/ 0 h 52"/>
              <a:gd name="T2" fmla="*/ 11 w 59"/>
              <a:gd name="T3" fmla="*/ 0 h 52"/>
              <a:gd name="T4" fmla="*/ 0 w 59"/>
              <a:gd name="T5" fmla="*/ 12 h 52"/>
              <a:gd name="T6" fmla="*/ 0 w 59"/>
              <a:gd name="T7" fmla="*/ 50 h 52"/>
              <a:gd name="T8" fmla="*/ 2 w 59"/>
              <a:gd name="T9" fmla="*/ 52 h 52"/>
              <a:gd name="T10" fmla="*/ 57 w 59"/>
              <a:gd name="T11" fmla="*/ 52 h 52"/>
              <a:gd name="T12" fmla="*/ 59 w 59"/>
              <a:gd name="T13" fmla="*/ 50 h 52"/>
              <a:gd name="T14" fmla="*/ 59 w 59"/>
              <a:gd name="T15" fmla="*/ 12 h 52"/>
              <a:gd name="T16" fmla="*/ 48 w 59"/>
              <a:gd name="T17" fmla="*/ 0 h 52"/>
              <a:gd name="T18" fmla="*/ 37 w 59"/>
              <a:gd name="T19" fmla="*/ 34 h 52"/>
              <a:gd name="T20" fmla="*/ 37 w 59"/>
              <a:gd name="T21" fmla="*/ 45 h 52"/>
              <a:gd name="T22" fmla="*/ 22 w 59"/>
              <a:gd name="T23" fmla="*/ 45 h 52"/>
              <a:gd name="T24" fmla="*/ 22 w 59"/>
              <a:gd name="T25" fmla="*/ 34 h 52"/>
              <a:gd name="T26" fmla="*/ 11 w 59"/>
              <a:gd name="T27" fmla="*/ 34 h 52"/>
              <a:gd name="T28" fmla="*/ 29 w 59"/>
              <a:gd name="T29" fmla="*/ 19 h 52"/>
              <a:gd name="T30" fmla="*/ 48 w 59"/>
              <a:gd name="T31" fmla="*/ 34 h 52"/>
              <a:gd name="T32" fmla="*/ 37 w 59"/>
              <a:gd name="T33" fmla="*/ 34 h 52"/>
              <a:gd name="T34" fmla="*/ 9 w 59"/>
              <a:gd name="T35" fmla="*/ 8 h 52"/>
              <a:gd name="T36" fmla="*/ 12 w 59"/>
              <a:gd name="T37" fmla="*/ 4 h 52"/>
              <a:gd name="T38" fmla="*/ 46 w 59"/>
              <a:gd name="T39" fmla="*/ 4 h 52"/>
              <a:gd name="T40" fmla="*/ 50 w 59"/>
              <a:gd name="T41" fmla="*/ 8 h 52"/>
              <a:gd name="T42" fmla="*/ 9 w 59"/>
              <a:gd name="T4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9" h="52">
                <a:moveTo>
                  <a:pt x="48" y="0"/>
                </a:moveTo>
                <a:cubicBezTo>
                  <a:pt x="11" y="0"/>
                  <a:pt x="11" y="0"/>
                  <a:pt x="11" y="0"/>
                </a:cubicBezTo>
                <a:cubicBezTo>
                  <a:pt x="0" y="12"/>
                  <a:pt x="0" y="12"/>
                  <a:pt x="0" y="12"/>
                </a:cubicBezTo>
                <a:cubicBezTo>
                  <a:pt x="0" y="50"/>
                  <a:pt x="0" y="50"/>
                  <a:pt x="0" y="50"/>
                </a:cubicBezTo>
                <a:cubicBezTo>
                  <a:pt x="0" y="52"/>
                  <a:pt x="1" y="52"/>
                  <a:pt x="2" y="52"/>
                </a:cubicBezTo>
                <a:cubicBezTo>
                  <a:pt x="57" y="52"/>
                  <a:pt x="57" y="52"/>
                  <a:pt x="57" y="52"/>
                </a:cubicBezTo>
                <a:cubicBezTo>
                  <a:pt x="58" y="52"/>
                  <a:pt x="59" y="52"/>
                  <a:pt x="59" y="50"/>
                </a:cubicBezTo>
                <a:cubicBezTo>
                  <a:pt x="59" y="12"/>
                  <a:pt x="59" y="12"/>
                  <a:pt x="59" y="12"/>
                </a:cubicBezTo>
                <a:lnTo>
                  <a:pt x="48" y="0"/>
                </a:lnTo>
                <a:close/>
                <a:moveTo>
                  <a:pt x="37" y="34"/>
                </a:moveTo>
                <a:cubicBezTo>
                  <a:pt x="37" y="45"/>
                  <a:pt x="37" y="45"/>
                  <a:pt x="37" y="45"/>
                </a:cubicBezTo>
                <a:cubicBezTo>
                  <a:pt x="22" y="45"/>
                  <a:pt x="22" y="45"/>
                  <a:pt x="22" y="45"/>
                </a:cubicBezTo>
                <a:cubicBezTo>
                  <a:pt x="22" y="34"/>
                  <a:pt x="22" y="34"/>
                  <a:pt x="22" y="34"/>
                </a:cubicBezTo>
                <a:cubicBezTo>
                  <a:pt x="11" y="34"/>
                  <a:pt x="11" y="34"/>
                  <a:pt x="11" y="34"/>
                </a:cubicBezTo>
                <a:cubicBezTo>
                  <a:pt x="29" y="19"/>
                  <a:pt x="29" y="19"/>
                  <a:pt x="29" y="19"/>
                </a:cubicBezTo>
                <a:cubicBezTo>
                  <a:pt x="48" y="34"/>
                  <a:pt x="48" y="34"/>
                  <a:pt x="48" y="34"/>
                </a:cubicBezTo>
                <a:lnTo>
                  <a:pt x="37" y="34"/>
                </a:lnTo>
                <a:close/>
                <a:moveTo>
                  <a:pt x="9" y="8"/>
                </a:moveTo>
                <a:cubicBezTo>
                  <a:pt x="12" y="4"/>
                  <a:pt x="12" y="4"/>
                  <a:pt x="12" y="4"/>
                </a:cubicBezTo>
                <a:cubicBezTo>
                  <a:pt x="46" y="4"/>
                  <a:pt x="46" y="4"/>
                  <a:pt x="46" y="4"/>
                </a:cubicBezTo>
                <a:cubicBezTo>
                  <a:pt x="50" y="8"/>
                  <a:pt x="50" y="8"/>
                  <a:pt x="50" y="8"/>
                </a:cubicBezTo>
                <a:lnTo>
                  <a:pt x="9" y="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Freeform 62"/>
          <p:cNvSpPr>
            <a:spLocks noEditPoints="1"/>
          </p:cNvSpPr>
          <p:nvPr/>
        </p:nvSpPr>
        <p:spPr bwMode="auto">
          <a:xfrm>
            <a:off x="10496017" y="4760222"/>
            <a:ext cx="227224" cy="199370"/>
          </a:xfrm>
          <a:custGeom>
            <a:avLst/>
            <a:gdLst>
              <a:gd name="T0" fmla="*/ 95 w 95"/>
              <a:gd name="T1" fmla="*/ 34 h 83"/>
              <a:gd name="T2" fmla="*/ 83 w 95"/>
              <a:gd name="T3" fmla="*/ 0 h 83"/>
              <a:gd name="T4" fmla="*/ 83 w 95"/>
              <a:gd name="T5" fmla="*/ 0 h 83"/>
              <a:gd name="T6" fmla="*/ 75 w 95"/>
              <a:gd name="T7" fmla="*/ 0 h 83"/>
              <a:gd name="T8" fmla="*/ 31 w 95"/>
              <a:gd name="T9" fmla="*/ 19 h 83"/>
              <a:gd name="T10" fmla="*/ 30 w 95"/>
              <a:gd name="T11" fmla="*/ 34 h 83"/>
              <a:gd name="T12" fmla="*/ 31 w 95"/>
              <a:gd name="T13" fmla="*/ 49 h 83"/>
              <a:gd name="T14" fmla="*/ 75 w 95"/>
              <a:gd name="T15" fmla="*/ 67 h 83"/>
              <a:gd name="T16" fmla="*/ 83 w 95"/>
              <a:gd name="T17" fmla="*/ 67 h 83"/>
              <a:gd name="T18" fmla="*/ 83 w 95"/>
              <a:gd name="T19" fmla="*/ 67 h 83"/>
              <a:gd name="T20" fmla="*/ 95 w 95"/>
              <a:gd name="T21" fmla="*/ 34 h 83"/>
              <a:gd name="T22" fmla="*/ 80 w 95"/>
              <a:gd name="T23" fmla="*/ 62 h 83"/>
              <a:gd name="T24" fmla="*/ 78 w 95"/>
              <a:gd name="T25" fmla="*/ 61 h 83"/>
              <a:gd name="T26" fmla="*/ 75 w 95"/>
              <a:gd name="T27" fmla="*/ 55 h 83"/>
              <a:gd name="T28" fmla="*/ 71 w 95"/>
              <a:gd name="T29" fmla="*/ 34 h 83"/>
              <a:gd name="T30" fmla="*/ 75 w 95"/>
              <a:gd name="T31" fmla="*/ 12 h 83"/>
              <a:gd name="T32" fmla="*/ 78 w 95"/>
              <a:gd name="T33" fmla="*/ 7 h 83"/>
              <a:gd name="T34" fmla="*/ 80 w 95"/>
              <a:gd name="T35" fmla="*/ 5 h 83"/>
              <a:gd name="T36" fmla="*/ 82 w 95"/>
              <a:gd name="T37" fmla="*/ 7 h 83"/>
              <a:gd name="T38" fmla="*/ 86 w 95"/>
              <a:gd name="T39" fmla="*/ 12 h 83"/>
              <a:gd name="T40" fmla="*/ 89 w 95"/>
              <a:gd name="T41" fmla="*/ 34 h 83"/>
              <a:gd name="T42" fmla="*/ 86 w 95"/>
              <a:gd name="T43" fmla="*/ 55 h 83"/>
              <a:gd name="T44" fmla="*/ 82 w 95"/>
              <a:gd name="T45" fmla="*/ 61 h 83"/>
              <a:gd name="T46" fmla="*/ 80 w 95"/>
              <a:gd name="T47" fmla="*/ 62 h 83"/>
              <a:gd name="T48" fmla="*/ 23 w 95"/>
              <a:gd name="T49" fmla="*/ 34 h 83"/>
              <a:gd name="T50" fmla="*/ 24 w 95"/>
              <a:gd name="T51" fmla="*/ 20 h 83"/>
              <a:gd name="T52" fmla="*/ 12 w 95"/>
              <a:gd name="T53" fmla="*/ 21 h 83"/>
              <a:gd name="T54" fmla="*/ 5 w 95"/>
              <a:gd name="T55" fmla="*/ 21 h 83"/>
              <a:gd name="T56" fmla="*/ 0 w 95"/>
              <a:gd name="T57" fmla="*/ 30 h 83"/>
              <a:gd name="T58" fmla="*/ 0 w 95"/>
              <a:gd name="T59" fmla="*/ 38 h 83"/>
              <a:gd name="T60" fmla="*/ 5 w 95"/>
              <a:gd name="T61" fmla="*/ 47 h 83"/>
              <a:gd name="T62" fmla="*/ 12 w 95"/>
              <a:gd name="T63" fmla="*/ 47 h 83"/>
              <a:gd name="T64" fmla="*/ 24 w 95"/>
              <a:gd name="T65" fmla="*/ 47 h 83"/>
              <a:gd name="T66" fmla="*/ 23 w 95"/>
              <a:gd name="T67" fmla="*/ 34 h 83"/>
              <a:gd name="T68" fmla="*/ 34 w 95"/>
              <a:gd name="T69" fmla="*/ 53 h 83"/>
              <a:gd name="T70" fmla="*/ 22 w 95"/>
              <a:gd name="T71" fmla="*/ 51 h 83"/>
              <a:gd name="T72" fmla="*/ 30 w 95"/>
              <a:gd name="T73" fmla="*/ 81 h 83"/>
              <a:gd name="T74" fmla="*/ 33 w 95"/>
              <a:gd name="T75" fmla="*/ 83 h 83"/>
              <a:gd name="T76" fmla="*/ 44 w 95"/>
              <a:gd name="T77" fmla="*/ 78 h 83"/>
              <a:gd name="T78" fmla="*/ 46 w 95"/>
              <a:gd name="T79" fmla="*/ 75 h 83"/>
              <a:gd name="T80" fmla="*/ 34 w 95"/>
              <a:gd name="T81" fmla="*/ 53 h 83"/>
              <a:gd name="T82" fmla="*/ 80 w 95"/>
              <a:gd name="T83" fmla="*/ 45 h 83"/>
              <a:gd name="T84" fmla="*/ 79 w 95"/>
              <a:gd name="T85" fmla="*/ 44 h 83"/>
              <a:gd name="T86" fmla="*/ 78 w 95"/>
              <a:gd name="T87" fmla="*/ 42 h 83"/>
              <a:gd name="T88" fmla="*/ 77 w 95"/>
              <a:gd name="T89" fmla="*/ 34 h 83"/>
              <a:gd name="T90" fmla="*/ 78 w 95"/>
              <a:gd name="T91" fmla="*/ 25 h 83"/>
              <a:gd name="T92" fmla="*/ 79 w 95"/>
              <a:gd name="T93" fmla="*/ 23 h 83"/>
              <a:gd name="T94" fmla="*/ 80 w 95"/>
              <a:gd name="T95" fmla="*/ 23 h 83"/>
              <a:gd name="T96" fmla="*/ 81 w 95"/>
              <a:gd name="T97" fmla="*/ 23 h 83"/>
              <a:gd name="T98" fmla="*/ 82 w 95"/>
              <a:gd name="T99" fmla="*/ 25 h 83"/>
              <a:gd name="T100" fmla="*/ 84 w 95"/>
              <a:gd name="T101" fmla="*/ 34 h 83"/>
              <a:gd name="T102" fmla="*/ 82 w 95"/>
              <a:gd name="T103" fmla="*/ 42 h 83"/>
              <a:gd name="T104" fmla="*/ 81 w 95"/>
              <a:gd name="T105" fmla="*/ 44 h 83"/>
              <a:gd name="T106" fmla="*/ 80 w 95"/>
              <a:gd name="T107" fmla="*/ 45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5" h="83">
                <a:moveTo>
                  <a:pt x="95" y="34"/>
                </a:moveTo>
                <a:cubicBezTo>
                  <a:pt x="95" y="15"/>
                  <a:pt x="89" y="0"/>
                  <a:pt x="83" y="0"/>
                </a:cubicBezTo>
                <a:cubicBezTo>
                  <a:pt x="83" y="0"/>
                  <a:pt x="83" y="0"/>
                  <a:pt x="83" y="0"/>
                </a:cubicBezTo>
                <a:cubicBezTo>
                  <a:pt x="75" y="0"/>
                  <a:pt x="75" y="0"/>
                  <a:pt x="75" y="0"/>
                </a:cubicBezTo>
                <a:cubicBezTo>
                  <a:pt x="75" y="0"/>
                  <a:pt x="57" y="13"/>
                  <a:pt x="31" y="19"/>
                </a:cubicBezTo>
                <a:cubicBezTo>
                  <a:pt x="30" y="23"/>
                  <a:pt x="30" y="28"/>
                  <a:pt x="30" y="34"/>
                </a:cubicBezTo>
                <a:cubicBezTo>
                  <a:pt x="30" y="39"/>
                  <a:pt x="30" y="44"/>
                  <a:pt x="31" y="49"/>
                </a:cubicBezTo>
                <a:cubicBezTo>
                  <a:pt x="57" y="54"/>
                  <a:pt x="75" y="67"/>
                  <a:pt x="75" y="67"/>
                </a:cubicBezTo>
                <a:cubicBezTo>
                  <a:pt x="83" y="67"/>
                  <a:pt x="83" y="67"/>
                  <a:pt x="83" y="67"/>
                </a:cubicBezTo>
                <a:cubicBezTo>
                  <a:pt x="83" y="67"/>
                  <a:pt x="83" y="67"/>
                  <a:pt x="83" y="67"/>
                </a:cubicBezTo>
                <a:cubicBezTo>
                  <a:pt x="89" y="67"/>
                  <a:pt x="95" y="52"/>
                  <a:pt x="95" y="34"/>
                </a:cubicBezTo>
                <a:close/>
                <a:moveTo>
                  <a:pt x="80" y="62"/>
                </a:moveTo>
                <a:cubicBezTo>
                  <a:pt x="79" y="62"/>
                  <a:pt x="78" y="61"/>
                  <a:pt x="78" y="61"/>
                </a:cubicBezTo>
                <a:cubicBezTo>
                  <a:pt x="77" y="60"/>
                  <a:pt x="76" y="58"/>
                  <a:pt x="75" y="55"/>
                </a:cubicBezTo>
                <a:cubicBezTo>
                  <a:pt x="72" y="49"/>
                  <a:pt x="71" y="42"/>
                  <a:pt x="71" y="34"/>
                </a:cubicBezTo>
                <a:cubicBezTo>
                  <a:pt x="71" y="26"/>
                  <a:pt x="72" y="18"/>
                  <a:pt x="75" y="12"/>
                </a:cubicBezTo>
                <a:cubicBezTo>
                  <a:pt x="76" y="10"/>
                  <a:pt x="77" y="8"/>
                  <a:pt x="78" y="7"/>
                </a:cubicBezTo>
                <a:cubicBezTo>
                  <a:pt x="78" y="6"/>
                  <a:pt x="79" y="5"/>
                  <a:pt x="80" y="5"/>
                </a:cubicBezTo>
                <a:cubicBezTo>
                  <a:pt x="81" y="5"/>
                  <a:pt x="82" y="6"/>
                  <a:pt x="82" y="7"/>
                </a:cubicBezTo>
                <a:cubicBezTo>
                  <a:pt x="84" y="8"/>
                  <a:pt x="85" y="10"/>
                  <a:pt x="86" y="12"/>
                </a:cubicBezTo>
                <a:cubicBezTo>
                  <a:pt x="88" y="18"/>
                  <a:pt x="89" y="26"/>
                  <a:pt x="89" y="34"/>
                </a:cubicBezTo>
                <a:cubicBezTo>
                  <a:pt x="89" y="42"/>
                  <a:pt x="88" y="49"/>
                  <a:pt x="86" y="55"/>
                </a:cubicBezTo>
                <a:cubicBezTo>
                  <a:pt x="85" y="58"/>
                  <a:pt x="84" y="60"/>
                  <a:pt x="82" y="61"/>
                </a:cubicBezTo>
                <a:cubicBezTo>
                  <a:pt x="82" y="61"/>
                  <a:pt x="81" y="62"/>
                  <a:pt x="80" y="62"/>
                </a:cubicBezTo>
                <a:close/>
                <a:moveTo>
                  <a:pt x="23" y="34"/>
                </a:moveTo>
                <a:cubicBezTo>
                  <a:pt x="23" y="29"/>
                  <a:pt x="24" y="24"/>
                  <a:pt x="24" y="20"/>
                </a:cubicBezTo>
                <a:cubicBezTo>
                  <a:pt x="20" y="21"/>
                  <a:pt x="16" y="21"/>
                  <a:pt x="12" y="21"/>
                </a:cubicBezTo>
                <a:cubicBezTo>
                  <a:pt x="5" y="21"/>
                  <a:pt x="5" y="21"/>
                  <a:pt x="5" y="21"/>
                </a:cubicBezTo>
                <a:cubicBezTo>
                  <a:pt x="0" y="30"/>
                  <a:pt x="0" y="30"/>
                  <a:pt x="0" y="30"/>
                </a:cubicBezTo>
                <a:cubicBezTo>
                  <a:pt x="0" y="38"/>
                  <a:pt x="0" y="38"/>
                  <a:pt x="0" y="38"/>
                </a:cubicBezTo>
                <a:cubicBezTo>
                  <a:pt x="5" y="47"/>
                  <a:pt x="5" y="47"/>
                  <a:pt x="5" y="47"/>
                </a:cubicBezTo>
                <a:cubicBezTo>
                  <a:pt x="5" y="47"/>
                  <a:pt x="5" y="47"/>
                  <a:pt x="12" y="47"/>
                </a:cubicBezTo>
                <a:cubicBezTo>
                  <a:pt x="16" y="47"/>
                  <a:pt x="20" y="47"/>
                  <a:pt x="24" y="47"/>
                </a:cubicBezTo>
                <a:cubicBezTo>
                  <a:pt x="24" y="43"/>
                  <a:pt x="23" y="39"/>
                  <a:pt x="23" y="34"/>
                </a:cubicBezTo>
                <a:close/>
                <a:moveTo>
                  <a:pt x="34" y="53"/>
                </a:moveTo>
                <a:cubicBezTo>
                  <a:pt x="22" y="51"/>
                  <a:pt x="22" y="51"/>
                  <a:pt x="22" y="51"/>
                </a:cubicBezTo>
                <a:cubicBezTo>
                  <a:pt x="30" y="81"/>
                  <a:pt x="30" y="81"/>
                  <a:pt x="30" y="81"/>
                </a:cubicBezTo>
                <a:cubicBezTo>
                  <a:pt x="30" y="82"/>
                  <a:pt x="32" y="83"/>
                  <a:pt x="33" y="83"/>
                </a:cubicBezTo>
                <a:cubicBezTo>
                  <a:pt x="44" y="78"/>
                  <a:pt x="44" y="78"/>
                  <a:pt x="44" y="78"/>
                </a:cubicBezTo>
                <a:cubicBezTo>
                  <a:pt x="46" y="78"/>
                  <a:pt x="46" y="76"/>
                  <a:pt x="46" y="75"/>
                </a:cubicBezTo>
                <a:lnTo>
                  <a:pt x="34" y="53"/>
                </a:lnTo>
                <a:close/>
                <a:moveTo>
                  <a:pt x="80" y="45"/>
                </a:moveTo>
                <a:cubicBezTo>
                  <a:pt x="80" y="45"/>
                  <a:pt x="79" y="44"/>
                  <a:pt x="79" y="44"/>
                </a:cubicBezTo>
                <a:cubicBezTo>
                  <a:pt x="79" y="44"/>
                  <a:pt x="78" y="43"/>
                  <a:pt x="78" y="42"/>
                </a:cubicBezTo>
                <a:cubicBezTo>
                  <a:pt x="77" y="40"/>
                  <a:pt x="77" y="37"/>
                  <a:pt x="77" y="34"/>
                </a:cubicBezTo>
                <a:cubicBezTo>
                  <a:pt x="77" y="31"/>
                  <a:pt x="77" y="28"/>
                  <a:pt x="78" y="25"/>
                </a:cubicBezTo>
                <a:cubicBezTo>
                  <a:pt x="78" y="25"/>
                  <a:pt x="79" y="24"/>
                  <a:pt x="79" y="23"/>
                </a:cubicBezTo>
                <a:cubicBezTo>
                  <a:pt x="79" y="23"/>
                  <a:pt x="80" y="23"/>
                  <a:pt x="80" y="23"/>
                </a:cubicBezTo>
                <a:cubicBezTo>
                  <a:pt x="80" y="23"/>
                  <a:pt x="81" y="23"/>
                  <a:pt x="81" y="23"/>
                </a:cubicBezTo>
                <a:cubicBezTo>
                  <a:pt x="81" y="24"/>
                  <a:pt x="82" y="25"/>
                  <a:pt x="82" y="25"/>
                </a:cubicBezTo>
                <a:cubicBezTo>
                  <a:pt x="83" y="28"/>
                  <a:pt x="84" y="31"/>
                  <a:pt x="84" y="34"/>
                </a:cubicBezTo>
                <a:cubicBezTo>
                  <a:pt x="84" y="37"/>
                  <a:pt x="83" y="40"/>
                  <a:pt x="82" y="42"/>
                </a:cubicBezTo>
                <a:cubicBezTo>
                  <a:pt x="82" y="43"/>
                  <a:pt x="81" y="44"/>
                  <a:pt x="81" y="44"/>
                </a:cubicBezTo>
                <a:cubicBezTo>
                  <a:pt x="81" y="44"/>
                  <a:pt x="80" y="45"/>
                  <a:pt x="80"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Freeform 18"/>
          <p:cNvSpPr>
            <a:spLocks noEditPoints="1"/>
          </p:cNvSpPr>
          <p:nvPr/>
        </p:nvSpPr>
        <p:spPr bwMode="auto">
          <a:xfrm>
            <a:off x="10888892" y="4450905"/>
            <a:ext cx="120208" cy="48376"/>
          </a:xfrm>
          <a:custGeom>
            <a:avLst/>
            <a:gdLst>
              <a:gd name="T0" fmla="*/ 50 w 50"/>
              <a:gd name="T1" fmla="*/ 10 h 20"/>
              <a:gd name="T2" fmla="*/ 50 w 50"/>
              <a:gd name="T3" fmla="*/ 10 h 20"/>
              <a:gd name="T4" fmla="*/ 40 w 50"/>
              <a:gd name="T5" fmla="*/ 0 h 20"/>
              <a:gd name="T6" fmla="*/ 28 w 50"/>
              <a:gd name="T7" fmla="*/ 0 h 20"/>
              <a:gd name="T8" fmla="*/ 18 w 50"/>
              <a:gd name="T9" fmla="*/ 10 h 20"/>
              <a:gd name="T10" fmla="*/ 18 w 50"/>
              <a:gd name="T11" fmla="*/ 10 h 20"/>
              <a:gd name="T12" fmla="*/ 18 w 50"/>
              <a:gd name="T13" fmla="*/ 11 h 20"/>
              <a:gd name="T14" fmla="*/ 23 w 50"/>
              <a:gd name="T15" fmla="*/ 11 h 20"/>
              <a:gd name="T16" fmla="*/ 23 w 50"/>
              <a:gd name="T17" fmla="*/ 10 h 20"/>
              <a:gd name="T18" fmla="*/ 23 w 50"/>
              <a:gd name="T19" fmla="*/ 10 h 20"/>
              <a:gd name="T20" fmla="*/ 28 w 50"/>
              <a:gd name="T21" fmla="*/ 5 h 20"/>
              <a:gd name="T22" fmla="*/ 40 w 50"/>
              <a:gd name="T23" fmla="*/ 5 h 20"/>
              <a:gd name="T24" fmla="*/ 45 w 50"/>
              <a:gd name="T25" fmla="*/ 10 h 20"/>
              <a:gd name="T26" fmla="*/ 45 w 50"/>
              <a:gd name="T27" fmla="*/ 10 h 20"/>
              <a:gd name="T28" fmla="*/ 40 w 50"/>
              <a:gd name="T29" fmla="*/ 15 h 20"/>
              <a:gd name="T30" fmla="*/ 35 w 50"/>
              <a:gd name="T31" fmla="*/ 15 h 20"/>
              <a:gd name="T32" fmla="*/ 32 w 50"/>
              <a:gd name="T33" fmla="*/ 20 h 20"/>
              <a:gd name="T34" fmla="*/ 40 w 50"/>
              <a:gd name="T35" fmla="*/ 20 h 20"/>
              <a:gd name="T36" fmla="*/ 50 w 50"/>
              <a:gd name="T37" fmla="*/ 10 h 20"/>
              <a:gd name="T38" fmla="*/ 32 w 50"/>
              <a:gd name="T39" fmla="*/ 10 h 20"/>
              <a:gd name="T40" fmla="*/ 32 w 50"/>
              <a:gd name="T41" fmla="*/ 9 h 20"/>
              <a:gd name="T42" fmla="*/ 27 w 50"/>
              <a:gd name="T43" fmla="*/ 9 h 20"/>
              <a:gd name="T44" fmla="*/ 28 w 50"/>
              <a:gd name="T45" fmla="*/ 10 h 20"/>
              <a:gd name="T46" fmla="*/ 28 w 50"/>
              <a:gd name="T47" fmla="*/ 10 h 20"/>
              <a:gd name="T48" fmla="*/ 22 w 50"/>
              <a:gd name="T49" fmla="*/ 15 h 20"/>
              <a:gd name="T50" fmla="*/ 10 w 50"/>
              <a:gd name="T51" fmla="*/ 15 h 20"/>
              <a:gd name="T52" fmla="*/ 5 w 50"/>
              <a:gd name="T53" fmla="*/ 10 h 20"/>
              <a:gd name="T54" fmla="*/ 5 w 50"/>
              <a:gd name="T55" fmla="*/ 10 h 20"/>
              <a:gd name="T56" fmla="*/ 10 w 50"/>
              <a:gd name="T57" fmla="*/ 5 h 20"/>
              <a:gd name="T58" fmla="*/ 16 w 50"/>
              <a:gd name="T59" fmla="*/ 5 h 20"/>
              <a:gd name="T60" fmla="*/ 19 w 50"/>
              <a:gd name="T61" fmla="*/ 0 h 20"/>
              <a:gd name="T62" fmla="*/ 10 w 50"/>
              <a:gd name="T63" fmla="*/ 0 h 20"/>
              <a:gd name="T64" fmla="*/ 0 w 50"/>
              <a:gd name="T65" fmla="*/ 10 h 20"/>
              <a:gd name="T66" fmla="*/ 0 w 50"/>
              <a:gd name="T67" fmla="*/ 10 h 20"/>
              <a:gd name="T68" fmla="*/ 10 w 50"/>
              <a:gd name="T69" fmla="*/ 20 h 20"/>
              <a:gd name="T70" fmla="*/ 22 w 50"/>
              <a:gd name="T71" fmla="*/ 20 h 20"/>
              <a:gd name="T72" fmla="*/ 32 w 50"/>
              <a:gd name="T73"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0" h="20">
                <a:moveTo>
                  <a:pt x="50" y="10"/>
                </a:moveTo>
                <a:cubicBezTo>
                  <a:pt x="50" y="10"/>
                  <a:pt x="50" y="10"/>
                  <a:pt x="50" y="10"/>
                </a:cubicBezTo>
                <a:cubicBezTo>
                  <a:pt x="50" y="5"/>
                  <a:pt x="46" y="0"/>
                  <a:pt x="40" y="0"/>
                </a:cubicBezTo>
                <a:cubicBezTo>
                  <a:pt x="28" y="0"/>
                  <a:pt x="28" y="0"/>
                  <a:pt x="28" y="0"/>
                </a:cubicBezTo>
                <a:cubicBezTo>
                  <a:pt x="23" y="0"/>
                  <a:pt x="18" y="5"/>
                  <a:pt x="18" y="10"/>
                </a:cubicBezTo>
                <a:cubicBezTo>
                  <a:pt x="18" y="10"/>
                  <a:pt x="18" y="10"/>
                  <a:pt x="18" y="10"/>
                </a:cubicBezTo>
                <a:cubicBezTo>
                  <a:pt x="18" y="10"/>
                  <a:pt x="18" y="11"/>
                  <a:pt x="18" y="11"/>
                </a:cubicBezTo>
                <a:cubicBezTo>
                  <a:pt x="23" y="11"/>
                  <a:pt x="23" y="11"/>
                  <a:pt x="23" y="11"/>
                </a:cubicBezTo>
                <a:cubicBezTo>
                  <a:pt x="23" y="11"/>
                  <a:pt x="23" y="10"/>
                  <a:pt x="23" y="10"/>
                </a:cubicBezTo>
                <a:cubicBezTo>
                  <a:pt x="23" y="10"/>
                  <a:pt x="23" y="10"/>
                  <a:pt x="23" y="10"/>
                </a:cubicBezTo>
                <a:cubicBezTo>
                  <a:pt x="23" y="7"/>
                  <a:pt x="25" y="5"/>
                  <a:pt x="28" y="5"/>
                </a:cubicBezTo>
                <a:cubicBezTo>
                  <a:pt x="40" y="5"/>
                  <a:pt x="40" y="5"/>
                  <a:pt x="40" y="5"/>
                </a:cubicBezTo>
                <a:cubicBezTo>
                  <a:pt x="43" y="5"/>
                  <a:pt x="45" y="7"/>
                  <a:pt x="45" y="10"/>
                </a:cubicBezTo>
                <a:cubicBezTo>
                  <a:pt x="45" y="10"/>
                  <a:pt x="45" y="10"/>
                  <a:pt x="45" y="10"/>
                </a:cubicBezTo>
                <a:cubicBezTo>
                  <a:pt x="45" y="13"/>
                  <a:pt x="43" y="15"/>
                  <a:pt x="40" y="15"/>
                </a:cubicBezTo>
                <a:cubicBezTo>
                  <a:pt x="35" y="15"/>
                  <a:pt x="35" y="15"/>
                  <a:pt x="35" y="15"/>
                </a:cubicBezTo>
                <a:cubicBezTo>
                  <a:pt x="34" y="17"/>
                  <a:pt x="33" y="18"/>
                  <a:pt x="32" y="20"/>
                </a:cubicBezTo>
                <a:cubicBezTo>
                  <a:pt x="40" y="20"/>
                  <a:pt x="40" y="20"/>
                  <a:pt x="40" y="20"/>
                </a:cubicBezTo>
                <a:cubicBezTo>
                  <a:pt x="46" y="20"/>
                  <a:pt x="50" y="15"/>
                  <a:pt x="50" y="10"/>
                </a:cubicBezTo>
                <a:close/>
                <a:moveTo>
                  <a:pt x="32" y="10"/>
                </a:moveTo>
                <a:cubicBezTo>
                  <a:pt x="32" y="9"/>
                  <a:pt x="32" y="9"/>
                  <a:pt x="32" y="9"/>
                </a:cubicBezTo>
                <a:cubicBezTo>
                  <a:pt x="27" y="9"/>
                  <a:pt x="27" y="9"/>
                  <a:pt x="27" y="9"/>
                </a:cubicBezTo>
                <a:cubicBezTo>
                  <a:pt x="28" y="9"/>
                  <a:pt x="28" y="9"/>
                  <a:pt x="28" y="10"/>
                </a:cubicBezTo>
                <a:cubicBezTo>
                  <a:pt x="28" y="10"/>
                  <a:pt x="28" y="10"/>
                  <a:pt x="28" y="10"/>
                </a:cubicBezTo>
                <a:cubicBezTo>
                  <a:pt x="28" y="13"/>
                  <a:pt x="25" y="15"/>
                  <a:pt x="22" y="15"/>
                </a:cubicBezTo>
                <a:cubicBezTo>
                  <a:pt x="10" y="15"/>
                  <a:pt x="10" y="15"/>
                  <a:pt x="10" y="15"/>
                </a:cubicBezTo>
                <a:cubicBezTo>
                  <a:pt x="7" y="15"/>
                  <a:pt x="5" y="13"/>
                  <a:pt x="5" y="10"/>
                </a:cubicBezTo>
                <a:cubicBezTo>
                  <a:pt x="5" y="10"/>
                  <a:pt x="5" y="10"/>
                  <a:pt x="5" y="10"/>
                </a:cubicBezTo>
                <a:cubicBezTo>
                  <a:pt x="5" y="7"/>
                  <a:pt x="7" y="5"/>
                  <a:pt x="10" y="5"/>
                </a:cubicBezTo>
                <a:cubicBezTo>
                  <a:pt x="16" y="5"/>
                  <a:pt x="16" y="5"/>
                  <a:pt x="16" y="5"/>
                </a:cubicBezTo>
                <a:cubicBezTo>
                  <a:pt x="16" y="3"/>
                  <a:pt x="17" y="1"/>
                  <a:pt x="19" y="0"/>
                </a:cubicBezTo>
                <a:cubicBezTo>
                  <a:pt x="10" y="0"/>
                  <a:pt x="10" y="0"/>
                  <a:pt x="10" y="0"/>
                </a:cubicBezTo>
                <a:cubicBezTo>
                  <a:pt x="5" y="0"/>
                  <a:pt x="0" y="5"/>
                  <a:pt x="0" y="10"/>
                </a:cubicBezTo>
                <a:cubicBezTo>
                  <a:pt x="0" y="10"/>
                  <a:pt x="0" y="10"/>
                  <a:pt x="0" y="10"/>
                </a:cubicBezTo>
                <a:cubicBezTo>
                  <a:pt x="0" y="15"/>
                  <a:pt x="5" y="20"/>
                  <a:pt x="10" y="20"/>
                </a:cubicBezTo>
                <a:cubicBezTo>
                  <a:pt x="22" y="20"/>
                  <a:pt x="22" y="20"/>
                  <a:pt x="22" y="20"/>
                </a:cubicBezTo>
                <a:cubicBezTo>
                  <a:pt x="28" y="20"/>
                  <a:pt x="32" y="15"/>
                  <a:pt x="32" y="1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Freeform 19"/>
          <p:cNvSpPr>
            <a:spLocks noEditPoints="1"/>
          </p:cNvSpPr>
          <p:nvPr/>
        </p:nvSpPr>
        <p:spPr bwMode="auto">
          <a:xfrm>
            <a:off x="11001770" y="3936357"/>
            <a:ext cx="129004" cy="126072"/>
          </a:xfrm>
          <a:custGeom>
            <a:avLst/>
            <a:gdLst>
              <a:gd name="T0" fmla="*/ 27 w 54"/>
              <a:gd name="T1" fmla="*/ 0 h 53"/>
              <a:gd name="T2" fmla="*/ 0 w 54"/>
              <a:gd name="T3" fmla="*/ 27 h 53"/>
              <a:gd name="T4" fmla="*/ 27 w 54"/>
              <a:gd name="T5" fmla="*/ 53 h 53"/>
              <a:gd name="T6" fmla="*/ 54 w 54"/>
              <a:gd name="T7" fmla="*/ 27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7 h 53"/>
              <a:gd name="T20" fmla="*/ 41 w 54"/>
              <a:gd name="T21" fmla="*/ 12 h 53"/>
              <a:gd name="T22" fmla="*/ 47 w 54"/>
              <a:gd name="T23" fmla="*/ 24 h 53"/>
              <a:gd name="T24" fmla="*/ 37 w 54"/>
              <a:gd name="T25" fmla="*/ 38 h 53"/>
              <a:gd name="T26" fmla="*/ 38 w 54"/>
              <a:gd name="T27" fmla="*/ 43 h 53"/>
              <a:gd name="T28" fmla="*/ 27 w 54"/>
              <a:gd name="T29" fmla="*/ 47 h 53"/>
              <a:gd name="T30" fmla="*/ 16 w 54"/>
              <a:gd name="T31" fmla="*/ 43 h 53"/>
              <a:gd name="T32" fmla="*/ 29 w 54"/>
              <a:gd name="T33" fmla="*/ 33 h 53"/>
              <a:gd name="T34" fmla="*/ 30 w 54"/>
              <a:gd name="T35" fmla="*/ 35 h 53"/>
              <a:gd name="T36" fmla="*/ 30 w 54"/>
              <a:gd name="T37" fmla="*/ 38 h 53"/>
              <a:gd name="T38" fmla="*/ 29 w 54"/>
              <a:gd name="T39" fmla="*/ 40 h 53"/>
              <a:gd name="T40" fmla="*/ 25 w 54"/>
              <a:gd name="T41" fmla="*/ 40 h 53"/>
              <a:gd name="T42" fmla="*/ 24 w 54"/>
              <a:gd name="T43" fmla="*/ 38 h 53"/>
              <a:gd name="T44" fmla="*/ 24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7"/>
                </a:cubicBezTo>
                <a:cubicBezTo>
                  <a:pt x="0" y="41"/>
                  <a:pt x="12" y="53"/>
                  <a:pt x="27" y="53"/>
                </a:cubicBezTo>
                <a:cubicBezTo>
                  <a:pt x="42" y="53"/>
                  <a:pt x="54" y="41"/>
                  <a:pt x="54" y="27"/>
                </a:cubicBezTo>
                <a:cubicBezTo>
                  <a:pt x="54" y="12"/>
                  <a:pt x="42" y="0"/>
                  <a:pt x="27" y="0"/>
                </a:cubicBezTo>
                <a:close/>
                <a:moveTo>
                  <a:pt x="16" y="43"/>
                </a:moveTo>
                <a:cubicBezTo>
                  <a:pt x="17" y="42"/>
                  <a:pt x="17" y="40"/>
                  <a:pt x="17" y="38"/>
                </a:cubicBezTo>
                <a:cubicBezTo>
                  <a:pt x="17" y="32"/>
                  <a:pt x="13" y="26"/>
                  <a:pt x="7" y="24"/>
                </a:cubicBezTo>
                <a:cubicBezTo>
                  <a:pt x="8" y="20"/>
                  <a:pt x="10" y="16"/>
                  <a:pt x="13" y="12"/>
                </a:cubicBezTo>
                <a:cubicBezTo>
                  <a:pt x="17" y="9"/>
                  <a:pt x="22" y="7"/>
                  <a:pt x="27" y="7"/>
                </a:cubicBezTo>
                <a:cubicBezTo>
                  <a:pt x="32" y="7"/>
                  <a:pt x="37" y="9"/>
                  <a:pt x="41" y="12"/>
                </a:cubicBezTo>
                <a:cubicBezTo>
                  <a:pt x="44" y="16"/>
                  <a:pt x="46" y="20"/>
                  <a:pt x="47" y="24"/>
                </a:cubicBezTo>
                <a:cubicBezTo>
                  <a:pt x="41" y="26"/>
                  <a:pt x="37" y="32"/>
                  <a:pt x="37" y="38"/>
                </a:cubicBezTo>
                <a:cubicBezTo>
                  <a:pt x="37" y="40"/>
                  <a:pt x="37" y="42"/>
                  <a:pt x="38" y="43"/>
                </a:cubicBezTo>
                <a:cubicBezTo>
                  <a:pt x="35" y="45"/>
                  <a:pt x="31" y="47"/>
                  <a:pt x="27" y="47"/>
                </a:cubicBezTo>
                <a:cubicBezTo>
                  <a:pt x="23" y="47"/>
                  <a:pt x="19" y="45"/>
                  <a:pt x="16" y="43"/>
                </a:cubicBezTo>
                <a:close/>
                <a:moveTo>
                  <a:pt x="29" y="33"/>
                </a:moveTo>
                <a:cubicBezTo>
                  <a:pt x="30" y="33"/>
                  <a:pt x="30" y="34"/>
                  <a:pt x="30" y="35"/>
                </a:cubicBezTo>
                <a:cubicBezTo>
                  <a:pt x="30" y="38"/>
                  <a:pt x="30" y="38"/>
                  <a:pt x="30" y="38"/>
                </a:cubicBezTo>
                <a:cubicBezTo>
                  <a:pt x="30" y="39"/>
                  <a:pt x="30" y="40"/>
                  <a:pt x="29" y="40"/>
                </a:cubicBezTo>
                <a:cubicBezTo>
                  <a:pt x="25" y="40"/>
                  <a:pt x="25" y="40"/>
                  <a:pt x="25" y="40"/>
                </a:cubicBezTo>
                <a:cubicBezTo>
                  <a:pt x="25" y="40"/>
                  <a:pt x="24" y="39"/>
                  <a:pt x="24" y="38"/>
                </a:cubicBezTo>
                <a:cubicBezTo>
                  <a:pt x="24" y="35"/>
                  <a:pt x="24" y="35"/>
                  <a:pt x="24" y="35"/>
                </a:cubicBezTo>
                <a:cubicBezTo>
                  <a:pt x="24" y="34"/>
                  <a:pt x="24" y="33"/>
                  <a:pt x="25" y="33"/>
                </a:cubicBezTo>
                <a:cubicBezTo>
                  <a:pt x="26" y="10"/>
                  <a:pt x="26" y="10"/>
                  <a:pt x="26" y="10"/>
                </a:cubicBezTo>
                <a:cubicBezTo>
                  <a:pt x="28" y="10"/>
                  <a:pt x="28" y="10"/>
                  <a:pt x="28" y="10"/>
                </a:cubicBezTo>
                <a:lnTo>
                  <a:pt x="29" y="3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Freeform 20"/>
          <p:cNvSpPr>
            <a:spLocks noEditPoints="1"/>
          </p:cNvSpPr>
          <p:nvPr/>
        </p:nvSpPr>
        <p:spPr bwMode="auto">
          <a:xfrm>
            <a:off x="10984179" y="4077088"/>
            <a:ext cx="112878" cy="90889"/>
          </a:xfrm>
          <a:custGeom>
            <a:avLst/>
            <a:gdLst>
              <a:gd name="T0" fmla="*/ 30 w 77"/>
              <a:gd name="T1" fmla="*/ 62 h 62"/>
              <a:gd name="T2" fmla="*/ 0 w 77"/>
              <a:gd name="T3" fmla="*/ 31 h 62"/>
              <a:gd name="T4" fmla="*/ 15 w 77"/>
              <a:gd name="T5" fmla="*/ 17 h 62"/>
              <a:gd name="T6" fmla="*/ 30 w 77"/>
              <a:gd name="T7" fmla="*/ 33 h 62"/>
              <a:gd name="T8" fmla="*/ 62 w 77"/>
              <a:gd name="T9" fmla="*/ 0 h 62"/>
              <a:gd name="T10" fmla="*/ 77 w 77"/>
              <a:gd name="T11" fmla="*/ 15 h 62"/>
              <a:gd name="T12" fmla="*/ 30 w 77"/>
              <a:gd name="T13" fmla="*/ 62 h 62"/>
              <a:gd name="T14" fmla="*/ 9 w 77"/>
              <a:gd name="T15" fmla="*/ 31 h 62"/>
              <a:gd name="T16" fmla="*/ 30 w 77"/>
              <a:gd name="T17" fmla="*/ 54 h 62"/>
              <a:gd name="T18" fmla="*/ 69 w 77"/>
              <a:gd name="T19" fmla="*/ 15 h 62"/>
              <a:gd name="T20" fmla="*/ 62 w 77"/>
              <a:gd name="T21" fmla="*/ 8 h 62"/>
              <a:gd name="T22" fmla="*/ 30 w 77"/>
              <a:gd name="T23" fmla="*/ 41 h 62"/>
              <a:gd name="T24" fmla="*/ 15 w 77"/>
              <a:gd name="T25" fmla="*/ 25 h 62"/>
              <a:gd name="T26" fmla="*/ 9 w 77"/>
              <a:gd name="T27"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62">
                <a:moveTo>
                  <a:pt x="30" y="62"/>
                </a:moveTo>
                <a:lnTo>
                  <a:pt x="0" y="31"/>
                </a:lnTo>
                <a:lnTo>
                  <a:pt x="15" y="17"/>
                </a:lnTo>
                <a:lnTo>
                  <a:pt x="30" y="33"/>
                </a:lnTo>
                <a:lnTo>
                  <a:pt x="62" y="0"/>
                </a:lnTo>
                <a:lnTo>
                  <a:pt x="77" y="15"/>
                </a:lnTo>
                <a:lnTo>
                  <a:pt x="30" y="62"/>
                </a:lnTo>
                <a:close/>
                <a:moveTo>
                  <a:pt x="9" y="31"/>
                </a:moveTo>
                <a:lnTo>
                  <a:pt x="30" y="54"/>
                </a:lnTo>
                <a:lnTo>
                  <a:pt x="69" y="15"/>
                </a:lnTo>
                <a:lnTo>
                  <a:pt x="62" y="8"/>
                </a:lnTo>
                <a:lnTo>
                  <a:pt x="30" y="41"/>
                </a:lnTo>
                <a:lnTo>
                  <a:pt x="15" y="25"/>
                </a:lnTo>
                <a:lnTo>
                  <a:pt x="9" y="3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Freeform 21"/>
          <p:cNvSpPr>
            <a:spLocks noEditPoints="1"/>
          </p:cNvSpPr>
          <p:nvPr/>
        </p:nvSpPr>
        <p:spPr bwMode="auto">
          <a:xfrm>
            <a:off x="10793605" y="4254468"/>
            <a:ext cx="133402" cy="177380"/>
          </a:xfrm>
          <a:custGeom>
            <a:avLst/>
            <a:gdLst>
              <a:gd name="T0" fmla="*/ 53 w 56"/>
              <a:gd name="T1" fmla="*/ 9 h 74"/>
              <a:gd name="T2" fmla="*/ 49 w 56"/>
              <a:gd name="T3" fmla="*/ 9 h 74"/>
              <a:gd name="T4" fmla="*/ 49 w 56"/>
              <a:gd name="T5" fmla="*/ 14 h 74"/>
              <a:gd name="T6" fmla="*/ 51 w 56"/>
              <a:gd name="T7" fmla="*/ 14 h 74"/>
              <a:gd name="T8" fmla="*/ 51 w 56"/>
              <a:gd name="T9" fmla="*/ 51 h 74"/>
              <a:gd name="T10" fmla="*/ 32 w 56"/>
              <a:gd name="T11" fmla="*/ 51 h 74"/>
              <a:gd name="T12" fmla="*/ 32 w 56"/>
              <a:gd name="T13" fmla="*/ 70 h 74"/>
              <a:gd name="T14" fmla="*/ 5 w 56"/>
              <a:gd name="T15" fmla="*/ 70 h 74"/>
              <a:gd name="T16" fmla="*/ 5 w 56"/>
              <a:gd name="T17" fmla="*/ 14 h 74"/>
              <a:gd name="T18" fmla="*/ 7 w 56"/>
              <a:gd name="T19" fmla="*/ 14 h 74"/>
              <a:gd name="T20" fmla="*/ 7 w 56"/>
              <a:gd name="T21" fmla="*/ 9 h 74"/>
              <a:gd name="T22" fmla="*/ 2 w 56"/>
              <a:gd name="T23" fmla="*/ 9 h 74"/>
              <a:gd name="T24" fmla="*/ 0 w 56"/>
              <a:gd name="T25" fmla="*/ 12 h 74"/>
              <a:gd name="T26" fmla="*/ 0 w 56"/>
              <a:gd name="T27" fmla="*/ 72 h 74"/>
              <a:gd name="T28" fmla="*/ 2 w 56"/>
              <a:gd name="T29" fmla="*/ 74 h 74"/>
              <a:gd name="T30" fmla="*/ 39 w 56"/>
              <a:gd name="T31" fmla="*/ 74 h 74"/>
              <a:gd name="T32" fmla="*/ 56 w 56"/>
              <a:gd name="T33" fmla="*/ 58 h 74"/>
              <a:gd name="T34" fmla="*/ 56 w 56"/>
              <a:gd name="T35" fmla="*/ 12 h 74"/>
              <a:gd name="T36" fmla="*/ 53 w 56"/>
              <a:gd name="T37" fmla="*/ 9 h 74"/>
              <a:gd name="T38" fmla="*/ 37 w 56"/>
              <a:gd name="T39" fmla="*/ 70 h 74"/>
              <a:gd name="T40" fmla="*/ 37 w 56"/>
              <a:gd name="T41" fmla="*/ 56 h 74"/>
              <a:gd name="T42" fmla="*/ 51 w 56"/>
              <a:gd name="T43" fmla="*/ 56 h 74"/>
              <a:gd name="T44" fmla="*/ 37 w 56"/>
              <a:gd name="T45" fmla="*/ 70 h 74"/>
              <a:gd name="T46" fmla="*/ 46 w 56"/>
              <a:gd name="T47" fmla="*/ 9 h 74"/>
              <a:gd name="T48" fmla="*/ 37 w 56"/>
              <a:gd name="T49" fmla="*/ 9 h 74"/>
              <a:gd name="T50" fmla="*/ 37 w 56"/>
              <a:gd name="T51" fmla="*/ 5 h 74"/>
              <a:gd name="T52" fmla="*/ 32 w 56"/>
              <a:gd name="T53" fmla="*/ 0 h 74"/>
              <a:gd name="T54" fmla="*/ 23 w 56"/>
              <a:gd name="T55" fmla="*/ 0 h 74"/>
              <a:gd name="T56" fmla="*/ 19 w 56"/>
              <a:gd name="T57" fmla="*/ 5 h 74"/>
              <a:gd name="T58" fmla="*/ 19 w 56"/>
              <a:gd name="T59" fmla="*/ 9 h 74"/>
              <a:gd name="T60" fmla="*/ 9 w 56"/>
              <a:gd name="T61" fmla="*/ 9 h 74"/>
              <a:gd name="T62" fmla="*/ 9 w 56"/>
              <a:gd name="T63" fmla="*/ 19 h 74"/>
              <a:gd name="T64" fmla="*/ 46 w 56"/>
              <a:gd name="T65" fmla="*/ 19 h 74"/>
              <a:gd name="T66" fmla="*/ 46 w 56"/>
              <a:gd name="T67" fmla="*/ 9 h 74"/>
              <a:gd name="T68" fmla="*/ 32 w 56"/>
              <a:gd name="T69" fmla="*/ 9 h 74"/>
              <a:gd name="T70" fmla="*/ 23 w 56"/>
              <a:gd name="T71" fmla="*/ 9 h 74"/>
              <a:gd name="T72" fmla="*/ 23 w 56"/>
              <a:gd name="T73" fmla="*/ 5 h 74"/>
              <a:gd name="T74" fmla="*/ 23 w 56"/>
              <a:gd name="T75" fmla="*/ 5 h 74"/>
              <a:gd name="T76" fmla="*/ 32 w 56"/>
              <a:gd name="T77" fmla="*/ 5 h 74"/>
              <a:gd name="T78" fmla="*/ 32 w 56"/>
              <a:gd name="T79" fmla="*/ 5 h 74"/>
              <a:gd name="T80" fmla="*/ 32 w 56"/>
              <a:gd name="T81" fmla="*/ 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6" h="74">
                <a:moveTo>
                  <a:pt x="53" y="9"/>
                </a:moveTo>
                <a:cubicBezTo>
                  <a:pt x="49" y="9"/>
                  <a:pt x="49" y="9"/>
                  <a:pt x="49" y="9"/>
                </a:cubicBezTo>
                <a:cubicBezTo>
                  <a:pt x="49" y="14"/>
                  <a:pt x="49" y="14"/>
                  <a:pt x="49" y="14"/>
                </a:cubicBezTo>
                <a:cubicBezTo>
                  <a:pt x="51" y="14"/>
                  <a:pt x="51" y="14"/>
                  <a:pt x="51" y="14"/>
                </a:cubicBezTo>
                <a:cubicBezTo>
                  <a:pt x="51" y="51"/>
                  <a:pt x="51" y="51"/>
                  <a:pt x="51" y="51"/>
                </a:cubicBezTo>
                <a:cubicBezTo>
                  <a:pt x="32" y="51"/>
                  <a:pt x="32" y="51"/>
                  <a:pt x="32" y="51"/>
                </a:cubicBezTo>
                <a:cubicBezTo>
                  <a:pt x="32" y="70"/>
                  <a:pt x="32" y="70"/>
                  <a:pt x="32" y="70"/>
                </a:cubicBezTo>
                <a:cubicBezTo>
                  <a:pt x="5" y="70"/>
                  <a:pt x="5" y="70"/>
                  <a:pt x="5" y="70"/>
                </a:cubicBezTo>
                <a:cubicBezTo>
                  <a:pt x="5" y="14"/>
                  <a:pt x="5" y="14"/>
                  <a:pt x="5" y="14"/>
                </a:cubicBezTo>
                <a:cubicBezTo>
                  <a:pt x="7" y="14"/>
                  <a:pt x="7" y="14"/>
                  <a:pt x="7" y="14"/>
                </a:cubicBezTo>
                <a:cubicBezTo>
                  <a:pt x="7" y="9"/>
                  <a:pt x="7" y="9"/>
                  <a:pt x="7" y="9"/>
                </a:cubicBezTo>
                <a:cubicBezTo>
                  <a:pt x="2" y="9"/>
                  <a:pt x="2" y="9"/>
                  <a:pt x="2" y="9"/>
                </a:cubicBezTo>
                <a:cubicBezTo>
                  <a:pt x="1" y="9"/>
                  <a:pt x="0" y="10"/>
                  <a:pt x="0" y="12"/>
                </a:cubicBezTo>
                <a:cubicBezTo>
                  <a:pt x="0" y="72"/>
                  <a:pt x="0" y="72"/>
                  <a:pt x="0" y="72"/>
                </a:cubicBezTo>
                <a:cubicBezTo>
                  <a:pt x="0" y="73"/>
                  <a:pt x="1" y="74"/>
                  <a:pt x="2" y="74"/>
                </a:cubicBezTo>
                <a:cubicBezTo>
                  <a:pt x="39" y="74"/>
                  <a:pt x="39" y="74"/>
                  <a:pt x="39" y="74"/>
                </a:cubicBezTo>
                <a:cubicBezTo>
                  <a:pt x="56" y="58"/>
                  <a:pt x="56" y="58"/>
                  <a:pt x="56" y="58"/>
                </a:cubicBezTo>
                <a:cubicBezTo>
                  <a:pt x="56" y="12"/>
                  <a:pt x="56" y="12"/>
                  <a:pt x="56" y="12"/>
                </a:cubicBezTo>
                <a:cubicBezTo>
                  <a:pt x="56" y="10"/>
                  <a:pt x="55" y="9"/>
                  <a:pt x="53" y="9"/>
                </a:cubicBezTo>
                <a:close/>
                <a:moveTo>
                  <a:pt x="37" y="70"/>
                </a:moveTo>
                <a:cubicBezTo>
                  <a:pt x="37" y="56"/>
                  <a:pt x="37" y="56"/>
                  <a:pt x="37" y="56"/>
                </a:cubicBezTo>
                <a:cubicBezTo>
                  <a:pt x="51" y="56"/>
                  <a:pt x="51" y="56"/>
                  <a:pt x="51" y="56"/>
                </a:cubicBezTo>
                <a:lnTo>
                  <a:pt x="37" y="70"/>
                </a:lnTo>
                <a:close/>
                <a:moveTo>
                  <a:pt x="46" y="9"/>
                </a:moveTo>
                <a:cubicBezTo>
                  <a:pt x="37" y="9"/>
                  <a:pt x="37" y="9"/>
                  <a:pt x="37" y="9"/>
                </a:cubicBezTo>
                <a:cubicBezTo>
                  <a:pt x="37" y="5"/>
                  <a:pt x="37" y="5"/>
                  <a:pt x="37" y="5"/>
                </a:cubicBezTo>
                <a:cubicBezTo>
                  <a:pt x="37" y="2"/>
                  <a:pt x="35" y="0"/>
                  <a:pt x="32" y="0"/>
                </a:cubicBezTo>
                <a:cubicBezTo>
                  <a:pt x="23" y="0"/>
                  <a:pt x="23" y="0"/>
                  <a:pt x="23" y="0"/>
                </a:cubicBezTo>
                <a:cubicBezTo>
                  <a:pt x="21" y="0"/>
                  <a:pt x="19" y="2"/>
                  <a:pt x="19" y="5"/>
                </a:cubicBezTo>
                <a:cubicBezTo>
                  <a:pt x="19" y="9"/>
                  <a:pt x="19" y="9"/>
                  <a:pt x="19" y="9"/>
                </a:cubicBezTo>
                <a:cubicBezTo>
                  <a:pt x="9" y="9"/>
                  <a:pt x="9" y="9"/>
                  <a:pt x="9" y="9"/>
                </a:cubicBezTo>
                <a:cubicBezTo>
                  <a:pt x="9" y="19"/>
                  <a:pt x="9" y="19"/>
                  <a:pt x="9" y="19"/>
                </a:cubicBezTo>
                <a:cubicBezTo>
                  <a:pt x="46" y="19"/>
                  <a:pt x="46" y="19"/>
                  <a:pt x="46" y="19"/>
                </a:cubicBezTo>
                <a:lnTo>
                  <a:pt x="46" y="9"/>
                </a:lnTo>
                <a:close/>
                <a:moveTo>
                  <a:pt x="32" y="9"/>
                </a:moveTo>
                <a:cubicBezTo>
                  <a:pt x="23" y="9"/>
                  <a:pt x="23" y="9"/>
                  <a:pt x="23" y="9"/>
                </a:cubicBezTo>
                <a:cubicBezTo>
                  <a:pt x="23" y="5"/>
                  <a:pt x="23" y="5"/>
                  <a:pt x="23" y="5"/>
                </a:cubicBezTo>
                <a:cubicBezTo>
                  <a:pt x="23" y="5"/>
                  <a:pt x="23" y="5"/>
                  <a:pt x="23" y="5"/>
                </a:cubicBezTo>
                <a:cubicBezTo>
                  <a:pt x="32" y="5"/>
                  <a:pt x="32" y="5"/>
                  <a:pt x="32" y="5"/>
                </a:cubicBezTo>
                <a:cubicBezTo>
                  <a:pt x="32" y="5"/>
                  <a:pt x="32" y="5"/>
                  <a:pt x="32" y="5"/>
                </a:cubicBezTo>
                <a:lnTo>
                  <a:pt x="32" y="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0" name="Freeform 22"/>
          <p:cNvSpPr/>
          <p:nvPr/>
        </p:nvSpPr>
        <p:spPr bwMode="auto">
          <a:xfrm>
            <a:off x="10303978" y="4465566"/>
            <a:ext cx="455911" cy="256542"/>
          </a:xfrm>
          <a:custGeom>
            <a:avLst/>
            <a:gdLst>
              <a:gd name="T0" fmla="*/ 190 w 190"/>
              <a:gd name="T1" fmla="*/ 74 h 107"/>
              <a:gd name="T2" fmla="*/ 166 w 190"/>
              <a:gd name="T3" fmla="*/ 43 h 107"/>
              <a:gd name="T4" fmla="*/ 122 w 190"/>
              <a:gd name="T5" fmla="*/ 0 h 107"/>
              <a:gd name="T6" fmla="*/ 87 w 190"/>
              <a:gd name="T7" fmla="*/ 17 h 107"/>
              <a:gd name="T8" fmla="*/ 67 w 190"/>
              <a:gd name="T9" fmla="*/ 7 h 107"/>
              <a:gd name="T10" fmla="*/ 42 w 190"/>
              <a:gd name="T11" fmla="*/ 32 h 107"/>
              <a:gd name="T12" fmla="*/ 43 w 190"/>
              <a:gd name="T13" fmla="*/ 35 h 107"/>
              <a:gd name="T14" fmla="*/ 36 w 190"/>
              <a:gd name="T15" fmla="*/ 35 h 107"/>
              <a:gd name="T16" fmla="*/ 0 w 190"/>
              <a:gd name="T17" fmla="*/ 71 h 107"/>
              <a:gd name="T18" fmla="*/ 36 w 190"/>
              <a:gd name="T19" fmla="*/ 107 h 107"/>
              <a:gd name="T20" fmla="*/ 158 w 190"/>
              <a:gd name="T21" fmla="*/ 107 h 107"/>
              <a:gd name="T22" fmla="*/ 158 w 190"/>
              <a:gd name="T23" fmla="*/ 107 h 107"/>
              <a:gd name="T24" fmla="*/ 190 w 190"/>
              <a:gd name="T25"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0" h="107">
                <a:moveTo>
                  <a:pt x="190" y="74"/>
                </a:moveTo>
                <a:cubicBezTo>
                  <a:pt x="190" y="59"/>
                  <a:pt x="180" y="46"/>
                  <a:pt x="166" y="43"/>
                </a:cubicBezTo>
                <a:cubicBezTo>
                  <a:pt x="165" y="19"/>
                  <a:pt x="146" y="0"/>
                  <a:pt x="122" y="0"/>
                </a:cubicBezTo>
                <a:cubicBezTo>
                  <a:pt x="107" y="0"/>
                  <a:pt x="95" y="6"/>
                  <a:pt x="87" y="17"/>
                </a:cubicBezTo>
                <a:cubicBezTo>
                  <a:pt x="82" y="11"/>
                  <a:pt x="75" y="7"/>
                  <a:pt x="67" y="7"/>
                </a:cubicBezTo>
                <a:cubicBezTo>
                  <a:pt x="54" y="7"/>
                  <a:pt x="42" y="18"/>
                  <a:pt x="42" y="32"/>
                </a:cubicBezTo>
                <a:cubicBezTo>
                  <a:pt x="42" y="33"/>
                  <a:pt x="43" y="34"/>
                  <a:pt x="43" y="35"/>
                </a:cubicBezTo>
                <a:cubicBezTo>
                  <a:pt x="41" y="35"/>
                  <a:pt x="38" y="35"/>
                  <a:pt x="36" y="35"/>
                </a:cubicBezTo>
                <a:cubicBezTo>
                  <a:pt x="16" y="35"/>
                  <a:pt x="0" y="51"/>
                  <a:pt x="0" y="71"/>
                </a:cubicBezTo>
                <a:cubicBezTo>
                  <a:pt x="0" y="91"/>
                  <a:pt x="16" y="107"/>
                  <a:pt x="36" y="107"/>
                </a:cubicBezTo>
                <a:cubicBezTo>
                  <a:pt x="158" y="107"/>
                  <a:pt x="158" y="107"/>
                  <a:pt x="158" y="107"/>
                </a:cubicBezTo>
                <a:cubicBezTo>
                  <a:pt x="158" y="107"/>
                  <a:pt x="158" y="107"/>
                  <a:pt x="158" y="107"/>
                </a:cubicBezTo>
                <a:cubicBezTo>
                  <a:pt x="176" y="107"/>
                  <a:pt x="190" y="92"/>
                  <a:pt x="190" y="7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Freeform 23"/>
          <p:cNvSpPr/>
          <p:nvPr/>
        </p:nvSpPr>
        <p:spPr bwMode="auto">
          <a:xfrm>
            <a:off x="10787741" y="3794159"/>
            <a:ext cx="218427" cy="237484"/>
          </a:xfrm>
          <a:custGeom>
            <a:avLst/>
            <a:gdLst>
              <a:gd name="T0" fmla="*/ 61 w 91"/>
              <a:gd name="T1" fmla="*/ 27 h 99"/>
              <a:gd name="T2" fmla="*/ 51 w 91"/>
              <a:gd name="T3" fmla="*/ 38 h 99"/>
              <a:gd name="T4" fmla="*/ 46 w 91"/>
              <a:gd name="T5" fmla="*/ 46 h 99"/>
              <a:gd name="T6" fmla="*/ 48 w 91"/>
              <a:gd name="T7" fmla="*/ 29 h 99"/>
              <a:gd name="T8" fmla="*/ 48 w 91"/>
              <a:gd name="T9" fmla="*/ 14 h 99"/>
              <a:gd name="T10" fmla="*/ 23 w 91"/>
              <a:gd name="T11" fmla="*/ 4 h 99"/>
              <a:gd name="T12" fmla="*/ 13 w 91"/>
              <a:gd name="T13" fmla="*/ 29 h 99"/>
              <a:gd name="T14" fmla="*/ 24 w 91"/>
              <a:gd name="T15" fmla="*/ 40 h 99"/>
              <a:gd name="T16" fmla="*/ 38 w 91"/>
              <a:gd name="T17" fmla="*/ 50 h 99"/>
              <a:gd name="T18" fmla="*/ 29 w 91"/>
              <a:gd name="T19" fmla="*/ 48 h 99"/>
              <a:gd name="T20" fmla="*/ 14 w 91"/>
              <a:gd name="T21" fmla="*/ 48 h 99"/>
              <a:gd name="T22" fmla="*/ 4 w 91"/>
              <a:gd name="T23" fmla="*/ 74 h 99"/>
              <a:gd name="T24" fmla="*/ 30 w 91"/>
              <a:gd name="T25" fmla="*/ 84 h 99"/>
              <a:gd name="T26" fmla="*/ 40 w 91"/>
              <a:gd name="T27" fmla="*/ 73 h 99"/>
              <a:gd name="T28" fmla="*/ 45 w 91"/>
              <a:gd name="T29" fmla="*/ 65 h 99"/>
              <a:gd name="T30" fmla="*/ 43 w 91"/>
              <a:gd name="T31" fmla="*/ 96 h 99"/>
              <a:gd name="T32" fmla="*/ 45 w 91"/>
              <a:gd name="T33" fmla="*/ 99 h 99"/>
              <a:gd name="T34" fmla="*/ 61 w 91"/>
              <a:gd name="T35" fmla="*/ 92 h 99"/>
              <a:gd name="T36" fmla="*/ 78 w 91"/>
              <a:gd name="T37" fmla="*/ 84 h 99"/>
              <a:gd name="T38" fmla="*/ 76 w 91"/>
              <a:gd name="T39" fmla="*/ 81 h 99"/>
              <a:gd name="T40" fmla="*/ 53 w 91"/>
              <a:gd name="T41" fmla="*/ 61 h 99"/>
              <a:gd name="T42" fmla="*/ 61 w 91"/>
              <a:gd name="T43" fmla="*/ 63 h 99"/>
              <a:gd name="T44" fmla="*/ 77 w 91"/>
              <a:gd name="T45" fmla="*/ 63 h 99"/>
              <a:gd name="T46" fmla="*/ 87 w 91"/>
              <a:gd name="T47" fmla="*/ 37 h 99"/>
              <a:gd name="T48" fmla="*/ 61 w 91"/>
              <a:gd name="T49" fmla="*/ 2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 h="99">
                <a:moveTo>
                  <a:pt x="61" y="27"/>
                </a:moveTo>
                <a:cubicBezTo>
                  <a:pt x="56" y="29"/>
                  <a:pt x="52" y="33"/>
                  <a:pt x="51" y="38"/>
                </a:cubicBezTo>
                <a:cubicBezTo>
                  <a:pt x="50" y="40"/>
                  <a:pt x="48" y="43"/>
                  <a:pt x="46" y="46"/>
                </a:cubicBezTo>
                <a:cubicBezTo>
                  <a:pt x="46" y="41"/>
                  <a:pt x="47" y="33"/>
                  <a:pt x="48" y="29"/>
                </a:cubicBezTo>
                <a:cubicBezTo>
                  <a:pt x="50" y="25"/>
                  <a:pt x="50" y="19"/>
                  <a:pt x="48" y="14"/>
                </a:cubicBezTo>
                <a:cubicBezTo>
                  <a:pt x="44" y="4"/>
                  <a:pt x="32" y="0"/>
                  <a:pt x="23" y="4"/>
                </a:cubicBezTo>
                <a:cubicBezTo>
                  <a:pt x="13" y="8"/>
                  <a:pt x="9" y="20"/>
                  <a:pt x="13" y="29"/>
                </a:cubicBezTo>
                <a:cubicBezTo>
                  <a:pt x="15" y="35"/>
                  <a:pt x="19" y="38"/>
                  <a:pt x="24" y="40"/>
                </a:cubicBezTo>
                <a:cubicBezTo>
                  <a:pt x="28" y="41"/>
                  <a:pt x="34" y="46"/>
                  <a:pt x="38" y="50"/>
                </a:cubicBezTo>
                <a:cubicBezTo>
                  <a:pt x="34" y="49"/>
                  <a:pt x="31" y="49"/>
                  <a:pt x="29" y="48"/>
                </a:cubicBezTo>
                <a:cubicBezTo>
                  <a:pt x="24" y="46"/>
                  <a:pt x="19" y="46"/>
                  <a:pt x="14" y="48"/>
                </a:cubicBezTo>
                <a:cubicBezTo>
                  <a:pt x="4" y="52"/>
                  <a:pt x="0" y="64"/>
                  <a:pt x="4" y="74"/>
                </a:cubicBezTo>
                <a:cubicBezTo>
                  <a:pt x="8" y="84"/>
                  <a:pt x="20" y="88"/>
                  <a:pt x="30" y="84"/>
                </a:cubicBezTo>
                <a:cubicBezTo>
                  <a:pt x="35" y="82"/>
                  <a:pt x="38" y="77"/>
                  <a:pt x="40" y="73"/>
                </a:cubicBezTo>
                <a:cubicBezTo>
                  <a:pt x="41" y="70"/>
                  <a:pt x="42" y="67"/>
                  <a:pt x="45" y="65"/>
                </a:cubicBezTo>
                <a:cubicBezTo>
                  <a:pt x="50" y="77"/>
                  <a:pt x="48" y="89"/>
                  <a:pt x="43" y="96"/>
                </a:cubicBezTo>
                <a:cubicBezTo>
                  <a:pt x="45" y="99"/>
                  <a:pt x="45" y="99"/>
                  <a:pt x="45" y="99"/>
                </a:cubicBezTo>
                <a:cubicBezTo>
                  <a:pt x="61" y="92"/>
                  <a:pt x="61" y="92"/>
                  <a:pt x="61" y="92"/>
                </a:cubicBezTo>
                <a:cubicBezTo>
                  <a:pt x="78" y="84"/>
                  <a:pt x="78" y="84"/>
                  <a:pt x="78" y="84"/>
                </a:cubicBezTo>
                <a:cubicBezTo>
                  <a:pt x="76" y="81"/>
                  <a:pt x="76" y="81"/>
                  <a:pt x="76" y="81"/>
                </a:cubicBezTo>
                <a:cubicBezTo>
                  <a:pt x="68" y="80"/>
                  <a:pt x="58" y="74"/>
                  <a:pt x="53" y="61"/>
                </a:cubicBezTo>
                <a:cubicBezTo>
                  <a:pt x="56" y="61"/>
                  <a:pt x="59" y="62"/>
                  <a:pt x="61" y="63"/>
                </a:cubicBezTo>
                <a:cubicBezTo>
                  <a:pt x="66" y="65"/>
                  <a:pt x="72" y="65"/>
                  <a:pt x="77" y="63"/>
                </a:cubicBezTo>
                <a:cubicBezTo>
                  <a:pt x="87" y="59"/>
                  <a:pt x="91" y="47"/>
                  <a:pt x="87" y="37"/>
                </a:cubicBezTo>
                <a:cubicBezTo>
                  <a:pt x="82" y="27"/>
                  <a:pt x="71" y="23"/>
                  <a:pt x="61" y="2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2" name="Freeform 24"/>
          <p:cNvSpPr>
            <a:spLocks noEditPoints="1"/>
          </p:cNvSpPr>
          <p:nvPr/>
        </p:nvSpPr>
        <p:spPr bwMode="auto">
          <a:xfrm>
            <a:off x="10658737" y="4364415"/>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8"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5"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7" y="34"/>
                  <a:pt x="13" y="29"/>
                  <a:pt x="13" y="24"/>
                </a:cubicBezTo>
                <a:cubicBezTo>
                  <a:pt x="13" y="19"/>
                  <a:pt x="17" y="14"/>
                  <a:pt x="23" y="14"/>
                </a:cubicBezTo>
                <a:cubicBezTo>
                  <a:pt x="28" y="14"/>
                  <a:pt x="33" y="19"/>
                  <a:pt x="33" y="24"/>
                </a:cubicBezTo>
                <a:cubicBezTo>
                  <a:pt x="33" y="29"/>
                  <a:pt x="28" y="34"/>
                  <a:pt x="23" y="3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3" name="Freeform 25"/>
          <p:cNvSpPr/>
          <p:nvPr/>
        </p:nvSpPr>
        <p:spPr bwMode="auto">
          <a:xfrm>
            <a:off x="10752558" y="4060962"/>
            <a:ext cx="167118" cy="170051"/>
          </a:xfrm>
          <a:custGeom>
            <a:avLst/>
            <a:gdLst>
              <a:gd name="T0" fmla="*/ 53 w 70"/>
              <a:gd name="T1" fmla="*/ 45 h 71"/>
              <a:gd name="T2" fmla="*/ 41 w 70"/>
              <a:gd name="T3" fmla="*/ 32 h 71"/>
              <a:gd name="T4" fmla="*/ 70 w 70"/>
              <a:gd name="T5" fmla="*/ 10 h 71"/>
              <a:gd name="T6" fmla="*/ 62 w 70"/>
              <a:gd name="T7" fmla="*/ 1 h 71"/>
              <a:gd name="T8" fmla="*/ 25 w 70"/>
              <a:gd name="T9" fmla="*/ 16 h 71"/>
              <a:gd name="T10" fmla="*/ 13 w 70"/>
              <a:gd name="T11" fmla="*/ 5 h 71"/>
              <a:gd name="T12" fmla="*/ 2 w 70"/>
              <a:gd name="T13" fmla="*/ 3 h 71"/>
              <a:gd name="T14" fmla="*/ 4 w 70"/>
              <a:gd name="T15" fmla="*/ 13 h 71"/>
              <a:gd name="T16" fmla="*/ 16 w 70"/>
              <a:gd name="T17" fmla="*/ 25 h 71"/>
              <a:gd name="T18" fmla="*/ 1 w 70"/>
              <a:gd name="T19" fmla="*/ 62 h 71"/>
              <a:gd name="T20" fmla="*/ 10 w 70"/>
              <a:gd name="T21" fmla="*/ 71 h 71"/>
              <a:gd name="T22" fmla="*/ 32 w 70"/>
              <a:gd name="T23" fmla="*/ 41 h 71"/>
              <a:gd name="T24" fmla="*/ 44 w 70"/>
              <a:gd name="T25" fmla="*/ 53 h 71"/>
              <a:gd name="T26" fmla="*/ 44 w 70"/>
              <a:gd name="T27" fmla="*/ 71 h 71"/>
              <a:gd name="T28" fmla="*/ 53 w 70"/>
              <a:gd name="T29" fmla="*/ 71 h 71"/>
              <a:gd name="T30" fmla="*/ 57 w 70"/>
              <a:gd name="T31" fmla="*/ 58 h 71"/>
              <a:gd name="T32" fmla="*/ 70 w 70"/>
              <a:gd name="T33" fmla="*/ 53 h 71"/>
              <a:gd name="T34" fmla="*/ 70 w 70"/>
              <a:gd name="T35" fmla="*/ 45 h 71"/>
              <a:gd name="T36" fmla="*/ 53 w 70"/>
              <a:gd name="T37" fmla="*/ 4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0" h="71">
                <a:moveTo>
                  <a:pt x="53" y="45"/>
                </a:moveTo>
                <a:cubicBezTo>
                  <a:pt x="41" y="32"/>
                  <a:pt x="41" y="32"/>
                  <a:pt x="41" y="32"/>
                </a:cubicBezTo>
                <a:cubicBezTo>
                  <a:pt x="70" y="10"/>
                  <a:pt x="70" y="10"/>
                  <a:pt x="70" y="10"/>
                </a:cubicBezTo>
                <a:cubicBezTo>
                  <a:pt x="62" y="1"/>
                  <a:pt x="62" y="1"/>
                  <a:pt x="62" y="1"/>
                </a:cubicBezTo>
                <a:cubicBezTo>
                  <a:pt x="25" y="16"/>
                  <a:pt x="25" y="16"/>
                  <a:pt x="25" y="16"/>
                </a:cubicBezTo>
                <a:cubicBezTo>
                  <a:pt x="13" y="5"/>
                  <a:pt x="13" y="5"/>
                  <a:pt x="13" y="5"/>
                </a:cubicBezTo>
                <a:cubicBezTo>
                  <a:pt x="10" y="1"/>
                  <a:pt x="5" y="0"/>
                  <a:pt x="2" y="3"/>
                </a:cubicBezTo>
                <a:cubicBezTo>
                  <a:pt x="0" y="5"/>
                  <a:pt x="1" y="10"/>
                  <a:pt x="4" y="13"/>
                </a:cubicBezTo>
                <a:cubicBezTo>
                  <a:pt x="16" y="25"/>
                  <a:pt x="16" y="25"/>
                  <a:pt x="16" y="25"/>
                </a:cubicBezTo>
                <a:cubicBezTo>
                  <a:pt x="1" y="62"/>
                  <a:pt x="1" y="62"/>
                  <a:pt x="1" y="62"/>
                </a:cubicBezTo>
                <a:cubicBezTo>
                  <a:pt x="10" y="71"/>
                  <a:pt x="10" y="71"/>
                  <a:pt x="10" y="71"/>
                </a:cubicBezTo>
                <a:cubicBezTo>
                  <a:pt x="32" y="41"/>
                  <a:pt x="32" y="41"/>
                  <a:pt x="32" y="41"/>
                </a:cubicBezTo>
                <a:cubicBezTo>
                  <a:pt x="44" y="53"/>
                  <a:pt x="44" y="53"/>
                  <a:pt x="44" y="53"/>
                </a:cubicBezTo>
                <a:cubicBezTo>
                  <a:pt x="44" y="71"/>
                  <a:pt x="44" y="71"/>
                  <a:pt x="44" y="71"/>
                </a:cubicBezTo>
                <a:cubicBezTo>
                  <a:pt x="53" y="71"/>
                  <a:pt x="53" y="71"/>
                  <a:pt x="53" y="71"/>
                </a:cubicBezTo>
                <a:cubicBezTo>
                  <a:pt x="57" y="58"/>
                  <a:pt x="57" y="58"/>
                  <a:pt x="57" y="58"/>
                </a:cubicBezTo>
                <a:cubicBezTo>
                  <a:pt x="70" y="53"/>
                  <a:pt x="70" y="53"/>
                  <a:pt x="70" y="53"/>
                </a:cubicBezTo>
                <a:cubicBezTo>
                  <a:pt x="70" y="45"/>
                  <a:pt x="70" y="45"/>
                  <a:pt x="70" y="45"/>
                </a:cubicBezTo>
                <a:cubicBezTo>
                  <a:pt x="53" y="45"/>
                  <a:pt x="53" y="45"/>
                  <a:pt x="53"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4" name="Freeform 26"/>
          <p:cNvSpPr>
            <a:spLocks noEditPoints="1"/>
          </p:cNvSpPr>
          <p:nvPr/>
        </p:nvSpPr>
        <p:spPr bwMode="auto">
          <a:xfrm>
            <a:off x="10957792" y="4170909"/>
            <a:ext cx="58638" cy="107014"/>
          </a:xfrm>
          <a:custGeom>
            <a:avLst/>
            <a:gdLst>
              <a:gd name="T0" fmla="*/ 16 w 24"/>
              <a:gd name="T1" fmla="*/ 44 h 45"/>
              <a:gd name="T2" fmla="*/ 16 w 24"/>
              <a:gd name="T3" fmla="*/ 44 h 45"/>
              <a:gd name="T4" fmla="*/ 23 w 24"/>
              <a:gd name="T5" fmla="*/ 34 h 45"/>
              <a:gd name="T6" fmla="*/ 21 w 24"/>
              <a:gd name="T7" fmla="*/ 23 h 45"/>
              <a:gd name="T8" fmla="*/ 11 w 24"/>
              <a:gd name="T9" fmla="*/ 16 h 45"/>
              <a:gd name="T10" fmla="*/ 11 w 24"/>
              <a:gd name="T11" fmla="*/ 16 h 45"/>
              <a:gd name="T12" fmla="*/ 10 w 24"/>
              <a:gd name="T13" fmla="*/ 17 h 45"/>
              <a:gd name="T14" fmla="*/ 11 w 24"/>
              <a:gd name="T15" fmla="*/ 20 h 45"/>
              <a:gd name="T16" fmla="*/ 12 w 24"/>
              <a:gd name="T17" fmla="*/ 20 h 45"/>
              <a:gd name="T18" fmla="*/ 12 w 24"/>
              <a:gd name="T19" fmla="*/ 20 h 45"/>
              <a:gd name="T20" fmla="*/ 17 w 24"/>
              <a:gd name="T21" fmla="*/ 24 h 45"/>
              <a:gd name="T22" fmla="*/ 19 w 24"/>
              <a:gd name="T23" fmla="*/ 35 h 45"/>
              <a:gd name="T24" fmla="*/ 16 w 24"/>
              <a:gd name="T25" fmla="*/ 40 h 45"/>
              <a:gd name="T26" fmla="*/ 16 w 24"/>
              <a:gd name="T27" fmla="*/ 40 h 45"/>
              <a:gd name="T28" fmla="*/ 10 w 24"/>
              <a:gd name="T29" fmla="*/ 36 h 45"/>
              <a:gd name="T30" fmla="*/ 9 w 24"/>
              <a:gd name="T31" fmla="*/ 31 h 45"/>
              <a:gd name="T32" fmla="*/ 5 w 24"/>
              <a:gd name="T33" fmla="*/ 30 h 45"/>
              <a:gd name="T34" fmla="*/ 6 w 24"/>
              <a:gd name="T35" fmla="*/ 37 h 45"/>
              <a:gd name="T36" fmla="*/ 16 w 24"/>
              <a:gd name="T37" fmla="*/ 44 h 45"/>
              <a:gd name="T38" fmla="*/ 13 w 24"/>
              <a:gd name="T39" fmla="*/ 28 h 45"/>
              <a:gd name="T40" fmla="*/ 15 w 24"/>
              <a:gd name="T41" fmla="*/ 28 h 45"/>
              <a:gd name="T42" fmla="*/ 14 w 24"/>
              <a:gd name="T43" fmla="*/ 24 h 45"/>
              <a:gd name="T44" fmla="*/ 13 w 24"/>
              <a:gd name="T45" fmla="*/ 24 h 45"/>
              <a:gd name="T46" fmla="*/ 12 w 24"/>
              <a:gd name="T47" fmla="*/ 24 h 45"/>
              <a:gd name="T48" fmla="*/ 7 w 24"/>
              <a:gd name="T49" fmla="*/ 21 h 45"/>
              <a:gd name="T50" fmla="*/ 5 w 24"/>
              <a:gd name="T51" fmla="*/ 10 h 45"/>
              <a:gd name="T52" fmla="*/ 9 w 24"/>
              <a:gd name="T53" fmla="*/ 4 h 45"/>
              <a:gd name="T54" fmla="*/ 9 w 24"/>
              <a:gd name="T55" fmla="*/ 4 h 45"/>
              <a:gd name="T56" fmla="*/ 14 w 24"/>
              <a:gd name="T57" fmla="*/ 8 h 45"/>
              <a:gd name="T58" fmla="*/ 15 w 24"/>
              <a:gd name="T59" fmla="*/ 13 h 45"/>
              <a:gd name="T60" fmla="*/ 20 w 24"/>
              <a:gd name="T61" fmla="*/ 15 h 45"/>
              <a:gd name="T62" fmla="*/ 18 w 24"/>
              <a:gd name="T63" fmla="*/ 7 h 45"/>
              <a:gd name="T64" fmla="*/ 8 w 24"/>
              <a:gd name="T65" fmla="*/ 0 h 45"/>
              <a:gd name="T66" fmla="*/ 8 w 24"/>
              <a:gd name="T67" fmla="*/ 1 h 45"/>
              <a:gd name="T68" fmla="*/ 1 w 24"/>
              <a:gd name="T69" fmla="*/ 11 h 45"/>
              <a:gd name="T70" fmla="*/ 3 w 24"/>
              <a:gd name="T71" fmla="*/ 21 h 45"/>
              <a:gd name="T72" fmla="*/ 13 w 24"/>
              <a:gd name="T73" fmla="*/ 2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 h="45">
                <a:moveTo>
                  <a:pt x="16" y="44"/>
                </a:moveTo>
                <a:cubicBezTo>
                  <a:pt x="16" y="44"/>
                  <a:pt x="16" y="44"/>
                  <a:pt x="16" y="44"/>
                </a:cubicBezTo>
                <a:cubicBezTo>
                  <a:pt x="21" y="43"/>
                  <a:pt x="24" y="38"/>
                  <a:pt x="23" y="34"/>
                </a:cubicBezTo>
                <a:cubicBezTo>
                  <a:pt x="21" y="23"/>
                  <a:pt x="21" y="23"/>
                  <a:pt x="21" y="23"/>
                </a:cubicBezTo>
                <a:cubicBezTo>
                  <a:pt x="20" y="18"/>
                  <a:pt x="16" y="15"/>
                  <a:pt x="11" y="16"/>
                </a:cubicBezTo>
                <a:cubicBezTo>
                  <a:pt x="11" y="16"/>
                  <a:pt x="11" y="16"/>
                  <a:pt x="11" y="16"/>
                </a:cubicBezTo>
                <a:cubicBezTo>
                  <a:pt x="11" y="16"/>
                  <a:pt x="10" y="16"/>
                  <a:pt x="10" y="17"/>
                </a:cubicBezTo>
                <a:cubicBezTo>
                  <a:pt x="11" y="20"/>
                  <a:pt x="11" y="20"/>
                  <a:pt x="11" y="20"/>
                </a:cubicBezTo>
                <a:cubicBezTo>
                  <a:pt x="11" y="20"/>
                  <a:pt x="11" y="20"/>
                  <a:pt x="12" y="20"/>
                </a:cubicBezTo>
                <a:cubicBezTo>
                  <a:pt x="12" y="20"/>
                  <a:pt x="12" y="20"/>
                  <a:pt x="12" y="20"/>
                </a:cubicBezTo>
                <a:cubicBezTo>
                  <a:pt x="14" y="20"/>
                  <a:pt x="17" y="21"/>
                  <a:pt x="17" y="24"/>
                </a:cubicBezTo>
                <a:cubicBezTo>
                  <a:pt x="19" y="35"/>
                  <a:pt x="19" y="35"/>
                  <a:pt x="19" y="35"/>
                </a:cubicBezTo>
                <a:cubicBezTo>
                  <a:pt x="20" y="37"/>
                  <a:pt x="18" y="39"/>
                  <a:pt x="16" y="40"/>
                </a:cubicBezTo>
                <a:cubicBezTo>
                  <a:pt x="16" y="40"/>
                  <a:pt x="16" y="40"/>
                  <a:pt x="16" y="40"/>
                </a:cubicBezTo>
                <a:cubicBezTo>
                  <a:pt x="13" y="41"/>
                  <a:pt x="11" y="39"/>
                  <a:pt x="10" y="36"/>
                </a:cubicBezTo>
                <a:cubicBezTo>
                  <a:pt x="9" y="31"/>
                  <a:pt x="9" y="31"/>
                  <a:pt x="9" y="31"/>
                </a:cubicBezTo>
                <a:cubicBezTo>
                  <a:pt x="8" y="31"/>
                  <a:pt x="6" y="30"/>
                  <a:pt x="5" y="30"/>
                </a:cubicBezTo>
                <a:cubicBezTo>
                  <a:pt x="6" y="37"/>
                  <a:pt x="6" y="37"/>
                  <a:pt x="6" y="37"/>
                </a:cubicBezTo>
                <a:cubicBezTo>
                  <a:pt x="7" y="42"/>
                  <a:pt x="12" y="45"/>
                  <a:pt x="16" y="44"/>
                </a:cubicBezTo>
                <a:close/>
                <a:moveTo>
                  <a:pt x="13" y="28"/>
                </a:moveTo>
                <a:cubicBezTo>
                  <a:pt x="14" y="28"/>
                  <a:pt x="14" y="28"/>
                  <a:pt x="15" y="28"/>
                </a:cubicBezTo>
                <a:cubicBezTo>
                  <a:pt x="14" y="24"/>
                  <a:pt x="14" y="24"/>
                  <a:pt x="14" y="24"/>
                </a:cubicBezTo>
                <a:cubicBezTo>
                  <a:pt x="13" y="24"/>
                  <a:pt x="13" y="24"/>
                  <a:pt x="13" y="24"/>
                </a:cubicBezTo>
                <a:cubicBezTo>
                  <a:pt x="12" y="24"/>
                  <a:pt x="12" y="24"/>
                  <a:pt x="12" y="24"/>
                </a:cubicBezTo>
                <a:cubicBezTo>
                  <a:pt x="10" y="25"/>
                  <a:pt x="8" y="23"/>
                  <a:pt x="7" y="21"/>
                </a:cubicBezTo>
                <a:cubicBezTo>
                  <a:pt x="5" y="10"/>
                  <a:pt x="5" y="10"/>
                  <a:pt x="5" y="10"/>
                </a:cubicBezTo>
                <a:cubicBezTo>
                  <a:pt x="4" y="7"/>
                  <a:pt x="6" y="5"/>
                  <a:pt x="9" y="4"/>
                </a:cubicBezTo>
                <a:cubicBezTo>
                  <a:pt x="9" y="4"/>
                  <a:pt x="9" y="4"/>
                  <a:pt x="9" y="4"/>
                </a:cubicBezTo>
                <a:cubicBezTo>
                  <a:pt x="11" y="4"/>
                  <a:pt x="14" y="6"/>
                  <a:pt x="14" y="8"/>
                </a:cubicBezTo>
                <a:cubicBezTo>
                  <a:pt x="15" y="13"/>
                  <a:pt x="15" y="13"/>
                  <a:pt x="15" y="13"/>
                </a:cubicBezTo>
                <a:cubicBezTo>
                  <a:pt x="17" y="13"/>
                  <a:pt x="18" y="14"/>
                  <a:pt x="20" y="15"/>
                </a:cubicBezTo>
                <a:cubicBezTo>
                  <a:pt x="18" y="7"/>
                  <a:pt x="18" y="7"/>
                  <a:pt x="18" y="7"/>
                </a:cubicBezTo>
                <a:cubicBezTo>
                  <a:pt x="17" y="3"/>
                  <a:pt x="13" y="0"/>
                  <a:pt x="8" y="0"/>
                </a:cubicBezTo>
                <a:cubicBezTo>
                  <a:pt x="8" y="1"/>
                  <a:pt x="8" y="1"/>
                  <a:pt x="8" y="1"/>
                </a:cubicBezTo>
                <a:cubicBezTo>
                  <a:pt x="3" y="1"/>
                  <a:pt x="0" y="6"/>
                  <a:pt x="1" y="11"/>
                </a:cubicBezTo>
                <a:cubicBezTo>
                  <a:pt x="3" y="21"/>
                  <a:pt x="3" y="21"/>
                  <a:pt x="3" y="21"/>
                </a:cubicBezTo>
                <a:cubicBezTo>
                  <a:pt x="4" y="26"/>
                  <a:pt x="9" y="29"/>
                  <a:pt x="13" y="28"/>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5" name="Freeform 27"/>
          <p:cNvSpPr/>
          <p:nvPr/>
        </p:nvSpPr>
        <p:spPr bwMode="auto">
          <a:xfrm>
            <a:off x="10503346" y="4141591"/>
            <a:ext cx="219892" cy="221358"/>
          </a:xfrm>
          <a:custGeom>
            <a:avLst/>
            <a:gdLst>
              <a:gd name="T0" fmla="*/ 29 w 92"/>
              <a:gd name="T1" fmla="*/ 18 h 92"/>
              <a:gd name="T2" fmla="*/ 92 w 92"/>
              <a:gd name="T3" fmla="*/ 0 h 92"/>
              <a:gd name="T4" fmla="*/ 92 w 92"/>
              <a:gd name="T5" fmla="*/ 6 h 92"/>
              <a:gd name="T6" fmla="*/ 92 w 92"/>
              <a:gd name="T7" fmla="*/ 18 h 92"/>
              <a:gd name="T8" fmla="*/ 92 w 92"/>
              <a:gd name="T9" fmla="*/ 67 h 92"/>
              <a:gd name="T10" fmla="*/ 72 w 92"/>
              <a:gd name="T11" fmla="*/ 81 h 92"/>
              <a:gd name="T12" fmla="*/ 52 w 92"/>
              <a:gd name="T13" fmla="*/ 67 h 92"/>
              <a:gd name="T14" fmla="*/ 72 w 92"/>
              <a:gd name="T15" fmla="*/ 52 h 92"/>
              <a:gd name="T16" fmla="*/ 80 w 92"/>
              <a:gd name="T17" fmla="*/ 54 h 92"/>
              <a:gd name="T18" fmla="*/ 80 w 92"/>
              <a:gd name="T19" fmla="*/ 24 h 92"/>
              <a:gd name="T20" fmla="*/ 40 w 92"/>
              <a:gd name="T21" fmla="*/ 35 h 92"/>
              <a:gd name="T22" fmla="*/ 40 w 92"/>
              <a:gd name="T23" fmla="*/ 78 h 92"/>
              <a:gd name="T24" fmla="*/ 20 w 92"/>
              <a:gd name="T25" fmla="*/ 92 h 92"/>
              <a:gd name="T26" fmla="*/ 0 w 92"/>
              <a:gd name="T27" fmla="*/ 78 h 92"/>
              <a:gd name="T28" fmla="*/ 20 w 92"/>
              <a:gd name="T29" fmla="*/ 64 h 92"/>
              <a:gd name="T30" fmla="*/ 29 w 92"/>
              <a:gd name="T31" fmla="*/ 65 h 92"/>
              <a:gd name="T32" fmla="*/ 29 w 92"/>
              <a:gd name="T33" fmla="*/ 35 h 92"/>
              <a:gd name="T34" fmla="*/ 29 w 92"/>
              <a:gd name="T35" fmla="*/ 18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8"/>
                </a:moveTo>
                <a:cubicBezTo>
                  <a:pt x="92" y="0"/>
                  <a:pt x="92" y="0"/>
                  <a:pt x="92" y="0"/>
                </a:cubicBezTo>
                <a:cubicBezTo>
                  <a:pt x="92" y="6"/>
                  <a:pt x="92" y="6"/>
                  <a:pt x="92" y="6"/>
                </a:cubicBezTo>
                <a:cubicBezTo>
                  <a:pt x="92" y="18"/>
                  <a:pt x="92" y="18"/>
                  <a:pt x="92" y="18"/>
                </a:cubicBezTo>
                <a:cubicBezTo>
                  <a:pt x="92" y="67"/>
                  <a:pt x="92" y="67"/>
                  <a:pt x="92" y="67"/>
                </a:cubicBezTo>
                <a:cubicBezTo>
                  <a:pt x="92" y="74"/>
                  <a:pt x="83" y="81"/>
                  <a:pt x="72" y="81"/>
                </a:cubicBezTo>
                <a:cubicBezTo>
                  <a:pt x="61" y="81"/>
                  <a:pt x="52" y="74"/>
                  <a:pt x="52" y="67"/>
                </a:cubicBezTo>
                <a:cubicBezTo>
                  <a:pt x="52" y="59"/>
                  <a:pt x="61" y="52"/>
                  <a:pt x="72" y="52"/>
                </a:cubicBezTo>
                <a:cubicBezTo>
                  <a:pt x="75" y="52"/>
                  <a:pt x="78" y="53"/>
                  <a:pt x="80" y="54"/>
                </a:cubicBezTo>
                <a:cubicBezTo>
                  <a:pt x="80" y="24"/>
                  <a:pt x="80" y="24"/>
                  <a:pt x="80" y="24"/>
                </a:cubicBezTo>
                <a:cubicBezTo>
                  <a:pt x="40" y="35"/>
                  <a:pt x="40" y="35"/>
                  <a:pt x="40" y="35"/>
                </a:cubicBezTo>
                <a:cubicBezTo>
                  <a:pt x="40" y="78"/>
                  <a:pt x="40" y="78"/>
                  <a:pt x="40" y="78"/>
                </a:cubicBezTo>
                <a:cubicBezTo>
                  <a:pt x="40" y="86"/>
                  <a:pt x="31" y="92"/>
                  <a:pt x="20" y="92"/>
                </a:cubicBezTo>
                <a:cubicBezTo>
                  <a:pt x="9" y="92"/>
                  <a:pt x="0" y="86"/>
                  <a:pt x="0" y="78"/>
                </a:cubicBezTo>
                <a:cubicBezTo>
                  <a:pt x="0" y="70"/>
                  <a:pt x="9" y="64"/>
                  <a:pt x="20" y="64"/>
                </a:cubicBezTo>
                <a:cubicBezTo>
                  <a:pt x="23" y="64"/>
                  <a:pt x="26" y="64"/>
                  <a:pt x="29" y="65"/>
                </a:cubicBezTo>
                <a:cubicBezTo>
                  <a:pt x="29" y="35"/>
                  <a:pt x="29" y="35"/>
                  <a:pt x="29" y="35"/>
                </a:cubicBezTo>
                <a:lnTo>
                  <a:pt x="29" y="1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6" name="Freeform 28"/>
          <p:cNvSpPr>
            <a:spLocks noEditPoints="1"/>
          </p:cNvSpPr>
          <p:nvPr/>
        </p:nvSpPr>
        <p:spPr bwMode="auto">
          <a:xfrm>
            <a:off x="10680727" y="3657825"/>
            <a:ext cx="155392" cy="218426"/>
          </a:xfrm>
          <a:custGeom>
            <a:avLst/>
            <a:gdLst>
              <a:gd name="T0" fmla="*/ 38 w 65"/>
              <a:gd name="T1" fmla="*/ 46 h 91"/>
              <a:gd name="T2" fmla="*/ 46 w 65"/>
              <a:gd name="T3" fmla="*/ 26 h 91"/>
              <a:gd name="T4" fmla="*/ 52 w 65"/>
              <a:gd name="T5" fmla="*/ 33 h 91"/>
              <a:gd name="T6" fmla="*/ 47 w 65"/>
              <a:gd name="T7" fmla="*/ 46 h 91"/>
              <a:gd name="T8" fmla="*/ 52 w 65"/>
              <a:gd name="T9" fmla="*/ 59 h 91"/>
              <a:gd name="T10" fmla="*/ 45 w 65"/>
              <a:gd name="T11" fmla="*/ 65 h 91"/>
              <a:gd name="T12" fmla="*/ 38 w 65"/>
              <a:gd name="T13" fmla="*/ 46 h 91"/>
              <a:gd name="T14" fmla="*/ 32 w 65"/>
              <a:gd name="T15" fmla="*/ 78 h 91"/>
              <a:gd name="T16" fmla="*/ 19 w 65"/>
              <a:gd name="T17" fmla="*/ 46 h 91"/>
              <a:gd name="T18" fmla="*/ 33 w 65"/>
              <a:gd name="T19" fmla="*/ 13 h 91"/>
              <a:gd name="T20" fmla="*/ 39 w 65"/>
              <a:gd name="T21" fmla="*/ 20 h 91"/>
              <a:gd name="T22" fmla="*/ 39 w 65"/>
              <a:gd name="T23" fmla="*/ 20 h 91"/>
              <a:gd name="T24" fmla="*/ 28 w 65"/>
              <a:gd name="T25" fmla="*/ 46 h 91"/>
              <a:gd name="T26" fmla="*/ 39 w 65"/>
              <a:gd name="T27" fmla="*/ 72 h 91"/>
              <a:gd name="T28" fmla="*/ 32 w 65"/>
              <a:gd name="T29" fmla="*/ 78 h 91"/>
              <a:gd name="T30" fmla="*/ 6 w 65"/>
              <a:gd name="T31" fmla="*/ 20 h 91"/>
              <a:gd name="T32" fmla="*/ 20 w 65"/>
              <a:gd name="T33" fmla="*/ 0 h 91"/>
              <a:gd name="T34" fmla="*/ 20 w 65"/>
              <a:gd name="T35" fmla="*/ 0 h 91"/>
              <a:gd name="T36" fmla="*/ 27 w 65"/>
              <a:gd name="T37" fmla="*/ 6 h 91"/>
              <a:gd name="T38" fmla="*/ 10 w 65"/>
              <a:gd name="T39" fmla="*/ 45 h 91"/>
              <a:gd name="T40" fmla="*/ 26 w 65"/>
              <a:gd name="T41" fmla="*/ 85 h 91"/>
              <a:gd name="T42" fmla="*/ 19 w 65"/>
              <a:gd name="T43" fmla="*/ 91 h 91"/>
              <a:gd name="T44" fmla="*/ 5 w 65"/>
              <a:gd name="T45" fmla="*/ 70 h 91"/>
              <a:gd name="T46" fmla="*/ 1 w 65"/>
              <a:gd name="T47" fmla="*/ 45 h 91"/>
              <a:gd name="T48" fmla="*/ 6 w 65"/>
              <a:gd name="T49" fmla="*/ 20 h 91"/>
              <a:gd name="T50" fmla="*/ 61 w 65"/>
              <a:gd name="T51" fmla="*/ 51 h 91"/>
              <a:gd name="T52" fmla="*/ 65 w 65"/>
              <a:gd name="T53" fmla="*/ 46 h 91"/>
              <a:gd name="T54" fmla="*/ 61 w 65"/>
              <a:gd name="T55" fmla="*/ 41 h 91"/>
              <a:gd name="T56" fmla="*/ 56 w 65"/>
              <a:gd name="T57" fmla="*/ 46 h 91"/>
              <a:gd name="T58" fmla="*/ 61 w 65"/>
              <a:gd name="T59" fmla="*/ 5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91">
                <a:moveTo>
                  <a:pt x="38" y="46"/>
                </a:moveTo>
                <a:cubicBezTo>
                  <a:pt x="38" y="38"/>
                  <a:pt x="41" y="31"/>
                  <a:pt x="46" y="26"/>
                </a:cubicBezTo>
                <a:cubicBezTo>
                  <a:pt x="52" y="33"/>
                  <a:pt x="52" y="33"/>
                  <a:pt x="52" y="33"/>
                </a:cubicBezTo>
                <a:cubicBezTo>
                  <a:pt x="49" y="36"/>
                  <a:pt x="47" y="41"/>
                  <a:pt x="47" y="46"/>
                </a:cubicBezTo>
                <a:cubicBezTo>
                  <a:pt x="47" y="51"/>
                  <a:pt x="49" y="56"/>
                  <a:pt x="52" y="59"/>
                </a:cubicBezTo>
                <a:cubicBezTo>
                  <a:pt x="45" y="65"/>
                  <a:pt x="45" y="65"/>
                  <a:pt x="45" y="65"/>
                </a:cubicBezTo>
                <a:cubicBezTo>
                  <a:pt x="40" y="60"/>
                  <a:pt x="37" y="53"/>
                  <a:pt x="38" y="46"/>
                </a:cubicBezTo>
                <a:close/>
                <a:moveTo>
                  <a:pt x="32" y="78"/>
                </a:moveTo>
                <a:cubicBezTo>
                  <a:pt x="24" y="69"/>
                  <a:pt x="19" y="58"/>
                  <a:pt x="19" y="46"/>
                </a:cubicBezTo>
                <a:cubicBezTo>
                  <a:pt x="19" y="33"/>
                  <a:pt x="24" y="22"/>
                  <a:pt x="33" y="13"/>
                </a:cubicBezTo>
                <a:cubicBezTo>
                  <a:pt x="39" y="20"/>
                  <a:pt x="39" y="20"/>
                  <a:pt x="39" y="20"/>
                </a:cubicBezTo>
                <a:cubicBezTo>
                  <a:pt x="39" y="20"/>
                  <a:pt x="39" y="20"/>
                  <a:pt x="39" y="20"/>
                </a:cubicBezTo>
                <a:cubicBezTo>
                  <a:pt x="32" y="27"/>
                  <a:pt x="28" y="36"/>
                  <a:pt x="28" y="46"/>
                </a:cubicBezTo>
                <a:cubicBezTo>
                  <a:pt x="28" y="55"/>
                  <a:pt x="32" y="65"/>
                  <a:pt x="39" y="72"/>
                </a:cubicBezTo>
                <a:lnTo>
                  <a:pt x="32" y="78"/>
                </a:lnTo>
                <a:close/>
                <a:moveTo>
                  <a:pt x="6" y="20"/>
                </a:moveTo>
                <a:cubicBezTo>
                  <a:pt x="9" y="13"/>
                  <a:pt x="14" y="6"/>
                  <a:pt x="20" y="0"/>
                </a:cubicBezTo>
                <a:cubicBezTo>
                  <a:pt x="20" y="0"/>
                  <a:pt x="20" y="0"/>
                  <a:pt x="20" y="0"/>
                </a:cubicBezTo>
                <a:cubicBezTo>
                  <a:pt x="27" y="6"/>
                  <a:pt x="27" y="6"/>
                  <a:pt x="27" y="6"/>
                </a:cubicBezTo>
                <a:cubicBezTo>
                  <a:pt x="16" y="17"/>
                  <a:pt x="10" y="31"/>
                  <a:pt x="10" y="45"/>
                </a:cubicBezTo>
                <a:cubicBezTo>
                  <a:pt x="10" y="60"/>
                  <a:pt x="15" y="74"/>
                  <a:pt x="26" y="85"/>
                </a:cubicBezTo>
                <a:cubicBezTo>
                  <a:pt x="19" y="91"/>
                  <a:pt x="19" y="91"/>
                  <a:pt x="19" y="91"/>
                </a:cubicBezTo>
                <a:cubicBezTo>
                  <a:pt x="13" y="85"/>
                  <a:pt x="9" y="78"/>
                  <a:pt x="5" y="70"/>
                </a:cubicBezTo>
                <a:cubicBezTo>
                  <a:pt x="2" y="62"/>
                  <a:pt x="0" y="54"/>
                  <a:pt x="1" y="45"/>
                </a:cubicBezTo>
                <a:cubicBezTo>
                  <a:pt x="1" y="37"/>
                  <a:pt x="3" y="28"/>
                  <a:pt x="6" y="20"/>
                </a:cubicBezTo>
                <a:close/>
                <a:moveTo>
                  <a:pt x="61" y="51"/>
                </a:moveTo>
                <a:cubicBezTo>
                  <a:pt x="63" y="51"/>
                  <a:pt x="65" y="49"/>
                  <a:pt x="65" y="46"/>
                </a:cubicBezTo>
                <a:cubicBezTo>
                  <a:pt x="65" y="44"/>
                  <a:pt x="63" y="41"/>
                  <a:pt x="61" y="41"/>
                </a:cubicBezTo>
                <a:cubicBezTo>
                  <a:pt x="58" y="41"/>
                  <a:pt x="56" y="43"/>
                  <a:pt x="56" y="46"/>
                </a:cubicBezTo>
                <a:cubicBezTo>
                  <a:pt x="56" y="49"/>
                  <a:pt x="58" y="51"/>
                  <a:pt x="61" y="5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7" name="Freeform 29"/>
          <p:cNvSpPr>
            <a:spLocks noEditPoints="1"/>
          </p:cNvSpPr>
          <p:nvPr/>
        </p:nvSpPr>
        <p:spPr bwMode="auto">
          <a:xfrm>
            <a:off x="10623554" y="3892379"/>
            <a:ext cx="150993" cy="150993"/>
          </a:xfrm>
          <a:custGeom>
            <a:avLst/>
            <a:gdLst>
              <a:gd name="T0" fmla="*/ 63 w 103"/>
              <a:gd name="T1" fmla="*/ 27 h 103"/>
              <a:gd name="T2" fmla="*/ 65 w 103"/>
              <a:gd name="T3" fmla="*/ 2 h 103"/>
              <a:gd name="T4" fmla="*/ 19 w 103"/>
              <a:gd name="T5" fmla="*/ 0 h 103"/>
              <a:gd name="T6" fmla="*/ 1 w 103"/>
              <a:gd name="T7" fmla="*/ 20 h 103"/>
              <a:gd name="T8" fmla="*/ 0 w 103"/>
              <a:gd name="T9" fmla="*/ 77 h 103"/>
              <a:gd name="T10" fmla="*/ 39 w 103"/>
              <a:gd name="T11" fmla="*/ 77 h 103"/>
              <a:gd name="T12" fmla="*/ 37 w 103"/>
              <a:gd name="T13" fmla="*/ 102 h 103"/>
              <a:gd name="T14" fmla="*/ 101 w 103"/>
              <a:gd name="T15" fmla="*/ 103 h 103"/>
              <a:gd name="T16" fmla="*/ 103 w 103"/>
              <a:gd name="T17" fmla="*/ 27 h 103"/>
              <a:gd name="T18" fmla="*/ 63 w 103"/>
              <a:gd name="T19" fmla="*/ 27 h 103"/>
              <a:gd name="T20" fmla="*/ 19 w 103"/>
              <a:gd name="T21" fmla="*/ 10 h 103"/>
              <a:gd name="T22" fmla="*/ 19 w 103"/>
              <a:gd name="T23" fmla="*/ 20 h 103"/>
              <a:gd name="T24" fmla="*/ 9 w 103"/>
              <a:gd name="T25" fmla="*/ 20 h 103"/>
              <a:gd name="T26" fmla="*/ 19 w 103"/>
              <a:gd name="T27" fmla="*/ 10 h 103"/>
              <a:gd name="T28" fmla="*/ 6 w 103"/>
              <a:gd name="T29" fmla="*/ 71 h 103"/>
              <a:gd name="T30" fmla="*/ 6 w 103"/>
              <a:gd name="T31" fmla="*/ 27 h 103"/>
              <a:gd name="T32" fmla="*/ 26 w 103"/>
              <a:gd name="T33" fmla="*/ 27 h 103"/>
              <a:gd name="T34" fmla="*/ 26 w 103"/>
              <a:gd name="T35" fmla="*/ 7 h 103"/>
              <a:gd name="T36" fmla="*/ 58 w 103"/>
              <a:gd name="T37" fmla="*/ 7 h 103"/>
              <a:gd name="T38" fmla="*/ 58 w 103"/>
              <a:gd name="T39" fmla="*/ 27 h 103"/>
              <a:gd name="T40" fmla="*/ 39 w 103"/>
              <a:gd name="T41" fmla="*/ 46 h 103"/>
              <a:gd name="T42" fmla="*/ 39 w 103"/>
              <a:gd name="T43" fmla="*/ 71 h 103"/>
              <a:gd name="T44" fmla="*/ 6 w 103"/>
              <a:gd name="T45" fmla="*/ 71 h 103"/>
              <a:gd name="T46" fmla="*/ 57 w 103"/>
              <a:gd name="T47" fmla="*/ 36 h 103"/>
              <a:gd name="T48" fmla="*/ 57 w 103"/>
              <a:gd name="T49" fmla="*/ 46 h 103"/>
              <a:gd name="T50" fmla="*/ 47 w 103"/>
              <a:gd name="T51" fmla="*/ 46 h 103"/>
              <a:gd name="T52" fmla="*/ 57 w 103"/>
              <a:gd name="T53" fmla="*/ 36 h 103"/>
              <a:gd name="T54" fmla="*/ 94 w 103"/>
              <a:gd name="T55" fmla="*/ 97 h 103"/>
              <a:gd name="T56" fmla="*/ 44 w 103"/>
              <a:gd name="T57" fmla="*/ 97 h 103"/>
              <a:gd name="T58" fmla="*/ 45 w 103"/>
              <a:gd name="T59" fmla="*/ 51 h 103"/>
              <a:gd name="T60" fmla="*/ 63 w 103"/>
              <a:gd name="T61" fmla="*/ 53 h 103"/>
              <a:gd name="T62" fmla="*/ 63 w 103"/>
              <a:gd name="T63" fmla="*/ 33 h 103"/>
              <a:gd name="T64" fmla="*/ 96 w 103"/>
              <a:gd name="T65" fmla="*/ 33 h 103"/>
              <a:gd name="T66" fmla="*/ 94 w 103"/>
              <a:gd name="T67" fmla="*/ 9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3" h="103">
                <a:moveTo>
                  <a:pt x="63" y="27"/>
                </a:moveTo>
                <a:lnTo>
                  <a:pt x="65" y="2"/>
                </a:lnTo>
                <a:lnTo>
                  <a:pt x="19" y="0"/>
                </a:lnTo>
                <a:lnTo>
                  <a:pt x="1" y="20"/>
                </a:lnTo>
                <a:lnTo>
                  <a:pt x="0" y="77"/>
                </a:lnTo>
                <a:lnTo>
                  <a:pt x="39" y="77"/>
                </a:lnTo>
                <a:lnTo>
                  <a:pt x="37" y="102"/>
                </a:lnTo>
                <a:lnTo>
                  <a:pt x="101" y="103"/>
                </a:lnTo>
                <a:lnTo>
                  <a:pt x="103" y="27"/>
                </a:lnTo>
                <a:lnTo>
                  <a:pt x="63" y="27"/>
                </a:lnTo>
                <a:close/>
                <a:moveTo>
                  <a:pt x="19" y="10"/>
                </a:moveTo>
                <a:lnTo>
                  <a:pt x="19" y="20"/>
                </a:lnTo>
                <a:lnTo>
                  <a:pt x="9" y="20"/>
                </a:lnTo>
                <a:lnTo>
                  <a:pt x="19" y="10"/>
                </a:lnTo>
                <a:close/>
                <a:moveTo>
                  <a:pt x="6" y="71"/>
                </a:moveTo>
                <a:lnTo>
                  <a:pt x="6" y="27"/>
                </a:lnTo>
                <a:lnTo>
                  <a:pt x="26" y="27"/>
                </a:lnTo>
                <a:lnTo>
                  <a:pt x="26" y="7"/>
                </a:lnTo>
                <a:lnTo>
                  <a:pt x="58" y="7"/>
                </a:lnTo>
                <a:lnTo>
                  <a:pt x="58" y="27"/>
                </a:lnTo>
                <a:lnTo>
                  <a:pt x="39" y="46"/>
                </a:lnTo>
                <a:lnTo>
                  <a:pt x="39" y="71"/>
                </a:lnTo>
                <a:lnTo>
                  <a:pt x="6" y="71"/>
                </a:lnTo>
                <a:close/>
                <a:moveTo>
                  <a:pt x="57" y="36"/>
                </a:moveTo>
                <a:lnTo>
                  <a:pt x="57" y="46"/>
                </a:lnTo>
                <a:lnTo>
                  <a:pt x="47" y="46"/>
                </a:lnTo>
                <a:lnTo>
                  <a:pt x="57" y="36"/>
                </a:lnTo>
                <a:close/>
                <a:moveTo>
                  <a:pt x="94" y="97"/>
                </a:moveTo>
                <a:lnTo>
                  <a:pt x="44" y="97"/>
                </a:lnTo>
                <a:lnTo>
                  <a:pt x="45" y="51"/>
                </a:lnTo>
                <a:lnTo>
                  <a:pt x="63" y="53"/>
                </a:lnTo>
                <a:lnTo>
                  <a:pt x="63" y="33"/>
                </a:lnTo>
                <a:lnTo>
                  <a:pt x="96" y="33"/>
                </a:lnTo>
                <a:lnTo>
                  <a:pt x="94" y="9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Freeform 30"/>
          <p:cNvSpPr>
            <a:spLocks noEditPoints="1"/>
          </p:cNvSpPr>
          <p:nvPr/>
        </p:nvSpPr>
        <p:spPr bwMode="auto">
          <a:xfrm>
            <a:off x="10428583" y="4975717"/>
            <a:ext cx="244815" cy="208166"/>
          </a:xfrm>
          <a:custGeom>
            <a:avLst/>
            <a:gdLst>
              <a:gd name="T0" fmla="*/ 76 w 102"/>
              <a:gd name="T1" fmla="*/ 1 h 87"/>
              <a:gd name="T2" fmla="*/ 7 w 102"/>
              <a:gd name="T3" fmla="*/ 22 h 87"/>
              <a:gd name="T4" fmla="*/ 1 w 102"/>
              <a:gd name="T5" fmla="*/ 32 h 87"/>
              <a:gd name="T6" fmla="*/ 15 w 102"/>
              <a:gd name="T7" fmla="*/ 80 h 87"/>
              <a:gd name="T8" fmla="*/ 26 w 102"/>
              <a:gd name="T9" fmla="*/ 86 h 87"/>
              <a:gd name="T10" fmla="*/ 95 w 102"/>
              <a:gd name="T11" fmla="*/ 65 h 87"/>
              <a:gd name="T12" fmla="*/ 101 w 102"/>
              <a:gd name="T13" fmla="*/ 55 h 87"/>
              <a:gd name="T14" fmla="*/ 87 w 102"/>
              <a:gd name="T15" fmla="*/ 7 h 87"/>
              <a:gd name="T16" fmla="*/ 76 w 102"/>
              <a:gd name="T17" fmla="*/ 1 h 87"/>
              <a:gd name="T18" fmla="*/ 8 w 102"/>
              <a:gd name="T19" fmla="*/ 27 h 87"/>
              <a:gd name="T20" fmla="*/ 78 w 102"/>
              <a:gd name="T21" fmla="*/ 7 h 87"/>
              <a:gd name="T22" fmla="*/ 81 w 102"/>
              <a:gd name="T23" fmla="*/ 8 h 87"/>
              <a:gd name="T24" fmla="*/ 84 w 102"/>
              <a:gd name="T25" fmla="*/ 17 h 87"/>
              <a:gd name="T26" fmla="*/ 9 w 102"/>
              <a:gd name="T27" fmla="*/ 38 h 87"/>
              <a:gd name="T28" fmla="*/ 7 w 102"/>
              <a:gd name="T29" fmla="*/ 30 h 87"/>
              <a:gd name="T30" fmla="*/ 8 w 102"/>
              <a:gd name="T31" fmla="*/ 27 h 87"/>
              <a:gd name="T32" fmla="*/ 94 w 102"/>
              <a:gd name="T33" fmla="*/ 60 h 87"/>
              <a:gd name="T34" fmla="*/ 24 w 102"/>
              <a:gd name="T35" fmla="*/ 80 h 87"/>
              <a:gd name="T36" fmla="*/ 21 w 102"/>
              <a:gd name="T37" fmla="*/ 78 h 87"/>
              <a:gd name="T38" fmla="*/ 14 w 102"/>
              <a:gd name="T39" fmla="*/ 54 h 87"/>
              <a:gd name="T40" fmla="*/ 88 w 102"/>
              <a:gd name="T41" fmla="*/ 33 h 87"/>
              <a:gd name="T42" fmla="*/ 95 w 102"/>
              <a:gd name="T43" fmla="*/ 57 h 87"/>
              <a:gd name="T44" fmla="*/ 94 w 102"/>
              <a:gd name="T45" fmla="*/ 60 h 87"/>
              <a:gd name="T46" fmla="*/ 22 w 102"/>
              <a:gd name="T47" fmla="*/ 64 h 87"/>
              <a:gd name="T48" fmla="*/ 27 w 102"/>
              <a:gd name="T49" fmla="*/ 62 h 87"/>
              <a:gd name="T50" fmla="*/ 31 w 102"/>
              <a:gd name="T51" fmla="*/ 73 h 87"/>
              <a:gd name="T52" fmla="*/ 25 w 102"/>
              <a:gd name="T53" fmla="*/ 74 h 87"/>
              <a:gd name="T54" fmla="*/ 22 w 102"/>
              <a:gd name="T55" fmla="*/ 64 h 87"/>
              <a:gd name="T56" fmla="*/ 33 w 102"/>
              <a:gd name="T57" fmla="*/ 60 h 87"/>
              <a:gd name="T58" fmla="*/ 38 w 102"/>
              <a:gd name="T59" fmla="*/ 59 h 87"/>
              <a:gd name="T60" fmla="*/ 41 w 102"/>
              <a:gd name="T61" fmla="*/ 70 h 87"/>
              <a:gd name="T62" fmla="*/ 36 w 102"/>
              <a:gd name="T63" fmla="*/ 71 h 87"/>
              <a:gd name="T64" fmla="*/ 33 w 102"/>
              <a:gd name="T65" fmla="*/ 60 h 87"/>
              <a:gd name="T66" fmla="*/ 43 w 102"/>
              <a:gd name="T67" fmla="*/ 57 h 87"/>
              <a:gd name="T68" fmla="*/ 49 w 102"/>
              <a:gd name="T69" fmla="*/ 56 h 87"/>
              <a:gd name="T70" fmla="*/ 52 w 102"/>
              <a:gd name="T71" fmla="*/ 66 h 87"/>
              <a:gd name="T72" fmla="*/ 47 w 102"/>
              <a:gd name="T73" fmla="*/ 68 h 87"/>
              <a:gd name="T74" fmla="*/ 43 w 102"/>
              <a:gd name="T7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2" h="87">
                <a:moveTo>
                  <a:pt x="76" y="1"/>
                </a:moveTo>
                <a:cubicBezTo>
                  <a:pt x="7" y="22"/>
                  <a:pt x="7" y="22"/>
                  <a:pt x="7" y="22"/>
                </a:cubicBezTo>
                <a:cubicBezTo>
                  <a:pt x="2" y="23"/>
                  <a:pt x="0" y="28"/>
                  <a:pt x="1" y="32"/>
                </a:cubicBezTo>
                <a:cubicBezTo>
                  <a:pt x="15" y="80"/>
                  <a:pt x="15" y="80"/>
                  <a:pt x="15" y="80"/>
                </a:cubicBezTo>
                <a:cubicBezTo>
                  <a:pt x="17" y="84"/>
                  <a:pt x="21" y="87"/>
                  <a:pt x="26" y="86"/>
                </a:cubicBezTo>
                <a:cubicBezTo>
                  <a:pt x="95" y="65"/>
                  <a:pt x="95" y="65"/>
                  <a:pt x="95" y="65"/>
                </a:cubicBezTo>
                <a:cubicBezTo>
                  <a:pt x="100" y="64"/>
                  <a:pt x="102" y="59"/>
                  <a:pt x="101" y="55"/>
                </a:cubicBezTo>
                <a:cubicBezTo>
                  <a:pt x="87" y="7"/>
                  <a:pt x="87" y="7"/>
                  <a:pt x="87" y="7"/>
                </a:cubicBezTo>
                <a:cubicBezTo>
                  <a:pt x="85" y="3"/>
                  <a:pt x="81" y="0"/>
                  <a:pt x="76" y="1"/>
                </a:cubicBezTo>
                <a:close/>
                <a:moveTo>
                  <a:pt x="8" y="27"/>
                </a:moveTo>
                <a:cubicBezTo>
                  <a:pt x="78" y="7"/>
                  <a:pt x="78" y="7"/>
                  <a:pt x="78" y="7"/>
                </a:cubicBezTo>
                <a:cubicBezTo>
                  <a:pt x="79" y="6"/>
                  <a:pt x="81" y="7"/>
                  <a:pt x="81" y="8"/>
                </a:cubicBezTo>
                <a:cubicBezTo>
                  <a:pt x="84" y="17"/>
                  <a:pt x="84" y="17"/>
                  <a:pt x="84" y="17"/>
                </a:cubicBezTo>
                <a:cubicBezTo>
                  <a:pt x="9" y="38"/>
                  <a:pt x="9" y="38"/>
                  <a:pt x="9" y="38"/>
                </a:cubicBezTo>
                <a:cubicBezTo>
                  <a:pt x="7" y="30"/>
                  <a:pt x="7" y="30"/>
                  <a:pt x="7" y="30"/>
                </a:cubicBezTo>
                <a:cubicBezTo>
                  <a:pt x="6" y="29"/>
                  <a:pt x="7" y="27"/>
                  <a:pt x="8" y="27"/>
                </a:cubicBezTo>
                <a:close/>
                <a:moveTo>
                  <a:pt x="94" y="60"/>
                </a:moveTo>
                <a:cubicBezTo>
                  <a:pt x="24" y="80"/>
                  <a:pt x="24" y="80"/>
                  <a:pt x="24" y="80"/>
                </a:cubicBezTo>
                <a:cubicBezTo>
                  <a:pt x="23" y="81"/>
                  <a:pt x="21" y="80"/>
                  <a:pt x="21" y="78"/>
                </a:cubicBezTo>
                <a:cubicBezTo>
                  <a:pt x="14" y="54"/>
                  <a:pt x="14" y="54"/>
                  <a:pt x="14" y="54"/>
                </a:cubicBezTo>
                <a:cubicBezTo>
                  <a:pt x="88" y="33"/>
                  <a:pt x="88" y="33"/>
                  <a:pt x="88" y="33"/>
                </a:cubicBezTo>
                <a:cubicBezTo>
                  <a:pt x="95" y="57"/>
                  <a:pt x="95" y="57"/>
                  <a:pt x="95" y="57"/>
                </a:cubicBezTo>
                <a:cubicBezTo>
                  <a:pt x="96" y="58"/>
                  <a:pt x="95" y="60"/>
                  <a:pt x="94" y="60"/>
                </a:cubicBezTo>
                <a:close/>
                <a:moveTo>
                  <a:pt x="22" y="64"/>
                </a:moveTo>
                <a:cubicBezTo>
                  <a:pt x="27" y="62"/>
                  <a:pt x="27" y="62"/>
                  <a:pt x="27" y="62"/>
                </a:cubicBezTo>
                <a:cubicBezTo>
                  <a:pt x="31" y="73"/>
                  <a:pt x="31" y="73"/>
                  <a:pt x="31" y="73"/>
                </a:cubicBezTo>
                <a:cubicBezTo>
                  <a:pt x="25" y="74"/>
                  <a:pt x="25" y="74"/>
                  <a:pt x="25" y="74"/>
                </a:cubicBezTo>
                <a:lnTo>
                  <a:pt x="22" y="64"/>
                </a:lnTo>
                <a:close/>
                <a:moveTo>
                  <a:pt x="33" y="60"/>
                </a:moveTo>
                <a:cubicBezTo>
                  <a:pt x="38" y="59"/>
                  <a:pt x="38" y="59"/>
                  <a:pt x="38" y="59"/>
                </a:cubicBezTo>
                <a:cubicBezTo>
                  <a:pt x="41" y="70"/>
                  <a:pt x="41" y="70"/>
                  <a:pt x="41" y="70"/>
                </a:cubicBezTo>
                <a:cubicBezTo>
                  <a:pt x="36" y="71"/>
                  <a:pt x="36" y="71"/>
                  <a:pt x="36" y="71"/>
                </a:cubicBezTo>
                <a:lnTo>
                  <a:pt x="33" y="60"/>
                </a:lnTo>
                <a:close/>
                <a:moveTo>
                  <a:pt x="43" y="57"/>
                </a:moveTo>
                <a:cubicBezTo>
                  <a:pt x="49" y="56"/>
                  <a:pt x="49" y="56"/>
                  <a:pt x="49" y="56"/>
                </a:cubicBezTo>
                <a:cubicBezTo>
                  <a:pt x="52" y="66"/>
                  <a:pt x="52" y="66"/>
                  <a:pt x="52" y="66"/>
                </a:cubicBezTo>
                <a:cubicBezTo>
                  <a:pt x="47" y="68"/>
                  <a:pt x="47" y="68"/>
                  <a:pt x="47" y="68"/>
                </a:cubicBezTo>
                <a:lnTo>
                  <a:pt x="43"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9" name="Freeform 31"/>
          <p:cNvSpPr/>
          <p:nvPr/>
        </p:nvSpPr>
        <p:spPr bwMode="auto">
          <a:xfrm>
            <a:off x="10519473" y="3459922"/>
            <a:ext cx="221359" cy="228689"/>
          </a:xfrm>
          <a:custGeom>
            <a:avLst/>
            <a:gdLst>
              <a:gd name="T0" fmla="*/ 65 w 92"/>
              <a:gd name="T1" fmla="*/ 96 h 96"/>
              <a:gd name="T2" fmla="*/ 36 w 92"/>
              <a:gd name="T3" fmla="*/ 49 h 96"/>
              <a:gd name="T4" fmla="*/ 36 w 92"/>
              <a:gd name="T5" fmla="*/ 72 h 96"/>
              <a:gd name="T6" fmla="*/ 0 w 92"/>
              <a:gd name="T7" fmla="*/ 36 h 96"/>
              <a:gd name="T8" fmla="*/ 36 w 92"/>
              <a:gd name="T9" fmla="*/ 0 h 96"/>
              <a:gd name="T10" fmla="*/ 36 w 92"/>
              <a:gd name="T11" fmla="*/ 24 h 96"/>
              <a:gd name="T12" fmla="*/ 65 w 92"/>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92" h="96">
                <a:moveTo>
                  <a:pt x="65" y="96"/>
                </a:moveTo>
                <a:cubicBezTo>
                  <a:pt x="76" y="77"/>
                  <a:pt x="78" y="48"/>
                  <a:pt x="36" y="49"/>
                </a:cubicBezTo>
                <a:cubicBezTo>
                  <a:pt x="36" y="72"/>
                  <a:pt x="36" y="72"/>
                  <a:pt x="36" y="72"/>
                </a:cubicBezTo>
                <a:cubicBezTo>
                  <a:pt x="0" y="36"/>
                  <a:pt x="0" y="36"/>
                  <a:pt x="0" y="36"/>
                </a:cubicBezTo>
                <a:cubicBezTo>
                  <a:pt x="36" y="0"/>
                  <a:pt x="36" y="0"/>
                  <a:pt x="36" y="0"/>
                </a:cubicBezTo>
                <a:cubicBezTo>
                  <a:pt x="36" y="24"/>
                  <a:pt x="36" y="24"/>
                  <a:pt x="36" y="24"/>
                </a:cubicBezTo>
                <a:cubicBezTo>
                  <a:pt x="86" y="22"/>
                  <a:pt x="92" y="68"/>
                  <a:pt x="65" y="96"/>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0" name="Freeform 32"/>
          <p:cNvSpPr>
            <a:spLocks noEditPoints="1"/>
          </p:cNvSpPr>
          <p:nvPr/>
        </p:nvSpPr>
        <p:spPr bwMode="auto">
          <a:xfrm>
            <a:off x="10454970" y="3634371"/>
            <a:ext cx="206700" cy="146595"/>
          </a:xfrm>
          <a:custGeom>
            <a:avLst/>
            <a:gdLst>
              <a:gd name="T0" fmla="*/ 70 w 86"/>
              <a:gd name="T1" fmla="*/ 58 h 61"/>
              <a:gd name="T2" fmla="*/ 75 w 86"/>
              <a:gd name="T3" fmla="*/ 49 h 61"/>
              <a:gd name="T4" fmla="*/ 80 w 86"/>
              <a:gd name="T5" fmla="*/ 41 h 61"/>
              <a:gd name="T6" fmla="*/ 85 w 86"/>
              <a:gd name="T7" fmla="*/ 32 h 61"/>
              <a:gd name="T8" fmla="*/ 83 w 86"/>
              <a:gd name="T9" fmla="*/ 25 h 61"/>
              <a:gd name="T10" fmla="*/ 65 w 86"/>
              <a:gd name="T11" fmla="*/ 9 h 61"/>
              <a:gd name="T12" fmla="*/ 58 w 86"/>
              <a:gd name="T13" fmla="*/ 9 h 61"/>
              <a:gd name="T14" fmla="*/ 50 w 86"/>
              <a:gd name="T15" fmla="*/ 17 h 61"/>
              <a:gd name="T16" fmla="*/ 49 w 86"/>
              <a:gd name="T17" fmla="*/ 18 h 61"/>
              <a:gd name="T18" fmla="*/ 17 w 86"/>
              <a:gd name="T19" fmla="*/ 0 h 61"/>
              <a:gd name="T20" fmla="*/ 0 w 86"/>
              <a:gd name="T21" fmla="*/ 3 h 61"/>
              <a:gd name="T22" fmla="*/ 4 w 86"/>
              <a:gd name="T23" fmla="*/ 16 h 61"/>
              <a:gd name="T24" fmla="*/ 9 w 86"/>
              <a:gd name="T25" fmla="*/ 15 h 61"/>
              <a:gd name="T26" fmla="*/ 11 w 86"/>
              <a:gd name="T27" fmla="*/ 24 h 61"/>
              <a:gd name="T28" fmla="*/ 20 w 86"/>
              <a:gd name="T29" fmla="*/ 21 h 61"/>
              <a:gd name="T30" fmla="*/ 23 w 86"/>
              <a:gd name="T31" fmla="*/ 30 h 61"/>
              <a:gd name="T32" fmla="*/ 32 w 86"/>
              <a:gd name="T33" fmla="*/ 27 h 61"/>
              <a:gd name="T34" fmla="*/ 35 w 86"/>
              <a:gd name="T35" fmla="*/ 36 h 61"/>
              <a:gd name="T36" fmla="*/ 39 w 86"/>
              <a:gd name="T37" fmla="*/ 35 h 61"/>
              <a:gd name="T38" fmla="*/ 39 w 86"/>
              <a:gd name="T39" fmla="*/ 36 h 61"/>
              <a:gd name="T40" fmla="*/ 37 w 86"/>
              <a:gd name="T41" fmla="*/ 47 h 61"/>
              <a:gd name="T42" fmla="*/ 41 w 86"/>
              <a:gd name="T43" fmla="*/ 53 h 61"/>
              <a:gd name="T44" fmla="*/ 64 w 86"/>
              <a:gd name="T45" fmla="*/ 61 h 61"/>
              <a:gd name="T46" fmla="*/ 70 w 86"/>
              <a:gd name="T47" fmla="*/ 58 h 61"/>
              <a:gd name="T48" fmla="*/ 15 w 86"/>
              <a:gd name="T49" fmla="*/ 10 h 61"/>
              <a:gd name="T50" fmla="*/ 18 w 86"/>
              <a:gd name="T51" fmla="*/ 6 h 61"/>
              <a:gd name="T52" fmla="*/ 46 w 86"/>
              <a:gd name="T53" fmla="*/ 21 h 61"/>
              <a:gd name="T54" fmla="*/ 43 w 86"/>
              <a:gd name="T55" fmla="*/ 25 h 61"/>
              <a:gd name="T56" fmla="*/ 15 w 86"/>
              <a:gd name="T57" fmla="*/ 10 h 61"/>
              <a:gd name="T58" fmla="*/ 61 w 86"/>
              <a:gd name="T59" fmla="*/ 54 h 61"/>
              <a:gd name="T60" fmla="*/ 57 w 86"/>
              <a:gd name="T61" fmla="*/ 52 h 61"/>
              <a:gd name="T62" fmla="*/ 56 w 86"/>
              <a:gd name="T63" fmla="*/ 49 h 61"/>
              <a:gd name="T64" fmla="*/ 69 w 86"/>
              <a:gd name="T65" fmla="*/ 24 h 61"/>
              <a:gd name="T66" fmla="*/ 72 w 86"/>
              <a:gd name="T67" fmla="*/ 23 h 61"/>
              <a:gd name="T68" fmla="*/ 77 w 86"/>
              <a:gd name="T69" fmla="*/ 26 h 61"/>
              <a:gd name="T70" fmla="*/ 77 w 86"/>
              <a:gd name="T71" fmla="*/ 29 h 61"/>
              <a:gd name="T72" fmla="*/ 64 w 86"/>
              <a:gd name="T73" fmla="*/ 53 h 61"/>
              <a:gd name="T74" fmla="*/ 61 w 86"/>
              <a:gd name="T75" fmla="*/ 54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6" h="61">
                <a:moveTo>
                  <a:pt x="70" y="58"/>
                </a:moveTo>
                <a:cubicBezTo>
                  <a:pt x="75" y="49"/>
                  <a:pt x="75" y="49"/>
                  <a:pt x="75" y="49"/>
                </a:cubicBezTo>
                <a:cubicBezTo>
                  <a:pt x="77" y="47"/>
                  <a:pt x="79" y="43"/>
                  <a:pt x="80" y="41"/>
                </a:cubicBezTo>
                <a:cubicBezTo>
                  <a:pt x="85" y="32"/>
                  <a:pt x="85" y="32"/>
                  <a:pt x="85" y="32"/>
                </a:cubicBezTo>
                <a:cubicBezTo>
                  <a:pt x="86" y="29"/>
                  <a:pt x="85" y="26"/>
                  <a:pt x="83" y="25"/>
                </a:cubicBezTo>
                <a:cubicBezTo>
                  <a:pt x="65" y="9"/>
                  <a:pt x="65" y="9"/>
                  <a:pt x="65" y="9"/>
                </a:cubicBezTo>
                <a:cubicBezTo>
                  <a:pt x="63" y="7"/>
                  <a:pt x="60" y="8"/>
                  <a:pt x="58" y="9"/>
                </a:cubicBezTo>
                <a:cubicBezTo>
                  <a:pt x="50" y="17"/>
                  <a:pt x="50" y="17"/>
                  <a:pt x="50" y="17"/>
                </a:cubicBezTo>
                <a:cubicBezTo>
                  <a:pt x="49" y="17"/>
                  <a:pt x="49" y="18"/>
                  <a:pt x="49" y="18"/>
                </a:cubicBezTo>
                <a:cubicBezTo>
                  <a:pt x="17" y="0"/>
                  <a:pt x="17" y="0"/>
                  <a:pt x="17" y="0"/>
                </a:cubicBezTo>
                <a:cubicBezTo>
                  <a:pt x="0" y="3"/>
                  <a:pt x="0" y="3"/>
                  <a:pt x="0" y="3"/>
                </a:cubicBezTo>
                <a:cubicBezTo>
                  <a:pt x="4" y="16"/>
                  <a:pt x="4" y="16"/>
                  <a:pt x="4" y="16"/>
                </a:cubicBezTo>
                <a:cubicBezTo>
                  <a:pt x="9" y="15"/>
                  <a:pt x="9" y="15"/>
                  <a:pt x="9" y="15"/>
                </a:cubicBezTo>
                <a:cubicBezTo>
                  <a:pt x="11" y="24"/>
                  <a:pt x="11" y="24"/>
                  <a:pt x="11" y="24"/>
                </a:cubicBezTo>
                <a:cubicBezTo>
                  <a:pt x="20" y="21"/>
                  <a:pt x="20" y="21"/>
                  <a:pt x="20" y="21"/>
                </a:cubicBezTo>
                <a:cubicBezTo>
                  <a:pt x="23" y="30"/>
                  <a:pt x="23" y="30"/>
                  <a:pt x="23" y="30"/>
                </a:cubicBezTo>
                <a:cubicBezTo>
                  <a:pt x="32" y="27"/>
                  <a:pt x="32" y="27"/>
                  <a:pt x="32" y="27"/>
                </a:cubicBezTo>
                <a:cubicBezTo>
                  <a:pt x="35" y="36"/>
                  <a:pt x="35" y="36"/>
                  <a:pt x="35" y="36"/>
                </a:cubicBezTo>
                <a:cubicBezTo>
                  <a:pt x="39" y="35"/>
                  <a:pt x="39" y="35"/>
                  <a:pt x="39" y="35"/>
                </a:cubicBezTo>
                <a:cubicBezTo>
                  <a:pt x="39" y="35"/>
                  <a:pt x="39" y="36"/>
                  <a:pt x="39" y="36"/>
                </a:cubicBezTo>
                <a:cubicBezTo>
                  <a:pt x="37" y="47"/>
                  <a:pt x="37" y="47"/>
                  <a:pt x="37" y="47"/>
                </a:cubicBezTo>
                <a:cubicBezTo>
                  <a:pt x="37" y="50"/>
                  <a:pt x="38" y="53"/>
                  <a:pt x="41" y="53"/>
                </a:cubicBezTo>
                <a:cubicBezTo>
                  <a:pt x="64" y="61"/>
                  <a:pt x="64" y="61"/>
                  <a:pt x="64" y="61"/>
                </a:cubicBezTo>
                <a:cubicBezTo>
                  <a:pt x="66" y="61"/>
                  <a:pt x="69" y="60"/>
                  <a:pt x="70" y="58"/>
                </a:cubicBezTo>
                <a:close/>
                <a:moveTo>
                  <a:pt x="15" y="10"/>
                </a:moveTo>
                <a:cubicBezTo>
                  <a:pt x="18" y="6"/>
                  <a:pt x="18" y="6"/>
                  <a:pt x="18" y="6"/>
                </a:cubicBezTo>
                <a:cubicBezTo>
                  <a:pt x="46" y="21"/>
                  <a:pt x="46" y="21"/>
                  <a:pt x="46" y="21"/>
                </a:cubicBezTo>
                <a:cubicBezTo>
                  <a:pt x="43" y="25"/>
                  <a:pt x="43" y="25"/>
                  <a:pt x="43" y="25"/>
                </a:cubicBezTo>
                <a:lnTo>
                  <a:pt x="15" y="10"/>
                </a:lnTo>
                <a:close/>
                <a:moveTo>
                  <a:pt x="61" y="54"/>
                </a:moveTo>
                <a:cubicBezTo>
                  <a:pt x="57" y="52"/>
                  <a:pt x="57" y="52"/>
                  <a:pt x="57" y="52"/>
                </a:cubicBezTo>
                <a:cubicBezTo>
                  <a:pt x="56" y="51"/>
                  <a:pt x="55" y="50"/>
                  <a:pt x="56" y="49"/>
                </a:cubicBezTo>
                <a:cubicBezTo>
                  <a:pt x="69" y="24"/>
                  <a:pt x="69" y="24"/>
                  <a:pt x="69" y="24"/>
                </a:cubicBezTo>
                <a:cubicBezTo>
                  <a:pt x="70" y="23"/>
                  <a:pt x="71" y="23"/>
                  <a:pt x="72" y="23"/>
                </a:cubicBezTo>
                <a:cubicBezTo>
                  <a:pt x="77" y="26"/>
                  <a:pt x="77" y="26"/>
                  <a:pt x="77" y="26"/>
                </a:cubicBezTo>
                <a:cubicBezTo>
                  <a:pt x="78" y="26"/>
                  <a:pt x="78" y="28"/>
                  <a:pt x="77" y="29"/>
                </a:cubicBezTo>
                <a:cubicBezTo>
                  <a:pt x="64" y="53"/>
                  <a:pt x="64" y="53"/>
                  <a:pt x="64" y="53"/>
                </a:cubicBezTo>
                <a:cubicBezTo>
                  <a:pt x="64" y="54"/>
                  <a:pt x="62" y="55"/>
                  <a:pt x="61" y="5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1" name="Freeform 33"/>
          <p:cNvSpPr>
            <a:spLocks noEditPoints="1"/>
          </p:cNvSpPr>
          <p:nvPr/>
        </p:nvSpPr>
        <p:spPr bwMode="auto">
          <a:xfrm>
            <a:off x="10311307" y="4848179"/>
            <a:ext cx="165653" cy="143663"/>
          </a:xfrm>
          <a:custGeom>
            <a:avLst/>
            <a:gdLst>
              <a:gd name="T0" fmla="*/ 56 w 69"/>
              <a:gd name="T1" fmla="*/ 0 h 60"/>
              <a:gd name="T2" fmla="*/ 13 w 69"/>
              <a:gd name="T3" fmla="*/ 0 h 60"/>
              <a:gd name="T4" fmla="*/ 0 w 69"/>
              <a:gd name="T5" fmla="*/ 13 h 60"/>
              <a:gd name="T6" fmla="*/ 0 w 69"/>
              <a:gd name="T7" fmla="*/ 58 h 60"/>
              <a:gd name="T8" fmla="*/ 2 w 69"/>
              <a:gd name="T9" fmla="*/ 60 h 60"/>
              <a:gd name="T10" fmla="*/ 66 w 69"/>
              <a:gd name="T11" fmla="*/ 60 h 60"/>
              <a:gd name="T12" fmla="*/ 69 w 69"/>
              <a:gd name="T13" fmla="*/ 58 h 60"/>
              <a:gd name="T14" fmla="*/ 69 w 69"/>
              <a:gd name="T15" fmla="*/ 13 h 60"/>
              <a:gd name="T16" fmla="*/ 56 w 69"/>
              <a:gd name="T17" fmla="*/ 0 h 60"/>
              <a:gd name="T18" fmla="*/ 34 w 69"/>
              <a:gd name="T19" fmla="*/ 51 h 60"/>
              <a:gd name="T20" fmla="*/ 13 w 69"/>
              <a:gd name="T21" fmla="*/ 34 h 60"/>
              <a:gd name="T22" fmla="*/ 26 w 69"/>
              <a:gd name="T23" fmla="*/ 34 h 60"/>
              <a:gd name="T24" fmla="*/ 26 w 69"/>
              <a:gd name="T25" fmla="*/ 21 h 60"/>
              <a:gd name="T26" fmla="*/ 43 w 69"/>
              <a:gd name="T27" fmla="*/ 21 h 60"/>
              <a:gd name="T28" fmla="*/ 43 w 69"/>
              <a:gd name="T29" fmla="*/ 34 h 60"/>
              <a:gd name="T30" fmla="*/ 56 w 69"/>
              <a:gd name="T31" fmla="*/ 34 h 60"/>
              <a:gd name="T32" fmla="*/ 34 w 69"/>
              <a:gd name="T33" fmla="*/ 51 h 60"/>
              <a:gd name="T34" fmla="*/ 10 w 69"/>
              <a:gd name="T35" fmla="*/ 9 h 60"/>
              <a:gd name="T36" fmla="*/ 15 w 69"/>
              <a:gd name="T37" fmla="*/ 4 h 60"/>
              <a:gd name="T38" fmla="*/ 54 w 69"/>
              <a:gd name="T39" fmla="*/ 4 h 60"/>
              <a:gd name="T40" fmla="*/ 58 w 69"/>
              <a:gd name="T41" fmla="*/ 9 h 60"/>
              <a:gd name="T42" fmla="*/ 10 w 69"/>
              <a:gd name="T43" fmla="*/ 9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9" h="60">
                <a:moveTo>
                  <a:pt x="56" y="0"/>
                </a:moveTo>
                <a:cubicBezTo>
                  <a:pt x="13" y="0"/>
                  <a:pt x="13" y="0"/>
                  <a:pt x="13" y="0"/>
                </a:cubicBezTo>
                <a:cubicBezTo>
                  <a:pt x="0" y="13"/>
                  <a:pt x="0" y="13"/>
                  <a:pt x="0" y="13"/>
                </a:cubicBezTo>
                <a:cubicBezTo>
                  <a:pt x="0" y="58"/>
                  <a:pt x="0" y="58"/>
                  <a:pt x="0" y="58"/>
                </a:cubicBezTo>
                <a:cubicBezTo>
                  <a:pt x="0" y="59"/>
                  <a:pt x="1" y="60"/>
                  <a:pt x="2" y="60"/>
                </a:cubicBezTo>
                <a:cubicBezTo>
                  <a:pt x="66" y="60"/>
                  <a:pt x="66" y="60"/>
                  <a:pt x="66" y="60"/>
                </a:cubicBezTo>
                <a:cubicBezTo>
                  <a:pt x="68" y="60"/>
                  <a:pt x="69" y="59"/>
                  <a:pt x="69" y="58"/>
                </a:cubicBezTo>
                <a:cubicBezTo>
                  <a:pt x="69" y="13"/>
                  <a:pt x="69" y="13"/>
                  <a:pt x="69" y="13"/>
                </a:cubicBezTo>
                <a:lnTo>
                  <a:pt x="56" y="0"/>
                </a:lnTo>
                <a:close/>
                <a:moveTo>
                  <a:pt x="34" y="51"/>
                </a:moveTo>
                <a:cubicBezTo>
                  <a:pt x="13" y="34"/>
                  <a:pt x="13" y="34"/>
                  <a:pt x="13" y="34"/>
                </a:cubicBezTo>
                <a:cubicBezTo>
                  <a:pt x="26" y="34"/>
                  <a:pt x="26" y="34"/>
                  <a:pt x="26" y="34"/>
                </a:cubicBezTo>
                <a:cubicBezTo>
                  <a:pt x="26" y="21"/>
                  <a:pt x="26" y="21"/>
                  <a:pt x="26" y="21"/>
                </a:cubicBezTo>
                <a:cubicBezTo>
                  <a:pt x="43" y="21"/>
                  <a:pt x="43" y="21"/>
                  <a:pt x="43" y="21"/>
                </a:cubicBezTo>
                <a:cubicBezTo>
                  <a:pt x="43" y="34"/>
                  <a:pt x="43" y="34"/>
                  <a:pt x="43" y="34"/>
                </a:cubicBezTo>
                <a:cubicBezTo>
                  <a:pt x="56" y="34"/>
                  <a:pt x="56" y="34"/>
                  <a:pt x="56" y="34"/>
                </a:cubicBezTo>
                <a:lnTo>
                  <a:pt x="34" y="51"/>
                </a:lnTo>
                <a:close/>
                <a:moveTo>
                  <a:pt x="10" y="9"/>
                </a:moveTo>
                <a:cubicBezTo>
                  <a:pt x="15" y="4"/>
                  <a:pt x="15" y="4"/>
                  <a:pt x="15" y="4"/>
                </a:cubicBezTo>
                <a:cubicBezTo>
                  <a:pt x="54" y="4"/>
                  <a:pt x="54" y="4"/>
                  <a:pt x="54" y="4"/>
                </a:cubicBezTo>
                <a:cubicBezTo>
                  <a:pt x="58" y="9"/>
                  <a:pt x="58" y="9"/>
                  <a:pt x="58" y="9"/>
                </a:cubicBezTo>
                <a:lnTo>
                  <a:pt x="10" y="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2" name="Freeform 34"/>
          <p:cNvSpPr>
            <a:spLocks noEditPoints="1"/>
          </p:cNvSpPr>
          <p:nvPr/>
        </p:nvSpPr>
        <p:spPr bwMode="auto">
          <a:xfrm>
            <a:off x="10541462" y="3256154"/>
            <a:ext cx="136334" cy="186175"/>
          </a:xfrm>
          <a:custGeom>
            <a:avLst/>
            <a:gdLst>
              <a:gd name="T0" fmla="*/ 57 w 57"/>
              <a:gd name="T1" fmla="*/ 48 h 78"/>
              <a:gd name="T2" fmla="*/ 57 w 57"/>
              <a:gd name="T3" fmla="*/ 48 h 78"/>
              <a:gd name="T4" fmla="*/ 57 w 57"/>
              <a:gd name="T5" fmla="*/ 48 h 78"/>
              <a:gd name="T6" fmla="*/ 28 w 57"/>
              <a:gd name="T7" fmla="*/ 0 h 78"/>
              <a:gd name="T8" fmla="*/ 0 w 57"/>
              <a:gd name="T9" fmla="*/ 48 h 78"/>
              <a:gd name="T10" fmla="*/ 0 w 57"/>
              <a:gd name="T11" fmla="*/ 48 h 78"/>
              <a:gd name="T12" fmla="*/ 0 w 57"/>
              <a:gd name="T13" fmla="*/ 48 h 78"/>
              <a:gd name="T14" fmla="*/ 0 w 57"/>
              <a:gd name="T15" fmla="*/ 49 h 78"/>
              <a:gd name="T16" fmla="*/ 0 w 57"/>
              <a:gd name="T17" fmla="*/ 49 h 78"/>
              <a:gd name="T18" fmla="*/ 0 w 57"/>
              <a:gd name="T19" fmla="*/ 49 h 78"/>
              <a:gd name="T20" fmla="*/ 28 w 57"/>
              <a:gd name="T21" fmla="*/ 78 h 78"/>
              <a:gd name="T22" fmla="*/ 57 w 57"/>
              <a:gd name="T23" fmla="*/ 49 h 78"/>
              <a:gd name="T24" fmla="*/ 57 w 57"/>
              <a:gd name="T25" fmla="*/ 49 h 78"/>
              <a:gd name="T26" fmla="*/ 57 w 57"/>
              <a:gd name="T27" fmla="*/ 49 h 78"/>
              <a:gd name="T28" fmla="*/ 57 w 57"/>
              <a:gd name="T29" fmla="*/ 48 h 78"/>
              <a:gd name="T30" fmla="*/ 48 w 57"/>
              <a:gd name="T31" fmla="*/ 49 h 78"/>
              <a:gd name="T32" fmla="*/ 48 w 57"/>
              <a:gd name="T33" fmla="*/ 49 h 78"/>
              <a:gd name="T34" fmla="*/ 42 w 57"/>
              <a:gd name="T35" fmla="*/ 62 h 78"/>
              <a:gd name="T36" fmla="*/ 28 w 57"/>
              <a:gd name="T37" fmla="*/ 68 h 78"/>
              <a:gd name="T38" fmla="*/ 26 w 57"/>
              <a:gd name="T39" fmla="*/ 68 h 78"/>
              <a:gd name="T40" fmla="*/ 43 w 57"/>
              <a:gd name="T41" fmla="*/ 37 h 78"/>
              <a:gd name="T42" fmla="*/ 43 w 57"/>
              <a:gd name="T43" fmla="*/ 33 h 78"/>
              <a:gd name="T44" fmla="*/ 48 w 57"/>
              <a:gd name="T45" fmla="*/ 48 h 78"/>
              <a:gd name="T46" fmla="*/ 48 w 57"/>
              <a:gd name="T47" fmla="*/ 48 h 78"/>
              <a:gd name="T48" fmla="*/ 48 w 57"/>
              <a:gd name="T49" fmla="*/ 48 h 78"/>
              <a:gd name="T50" fmla="*/ 48 w 57"/>
              <a:gd name="T51" fmla="*/ 48 h 78"/>
              <a:gd name="T52" fmla="*/ 48 w 57"/>
              <a:gd name="T53" fmla="*/ 49 h 78"/>
              <a:gd name="T54" fmla="*/ 48 w 57"/>
              <a:gd name="T55" fmla="*/ 4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7" h="78">
                <a:moveTo>
                  <a:pt x="57" y="48"/>
                </a:moveTo>
                <a:cubicBezTo>
                  <a:pt x="57" y="48"/>
                  <a:pt x="57" y="48"/>
                  <a:pt x="57" y="48"/>
                </a:cubicBezTo>
                <a:cubicBezTo>
                  <a:pt x="57" y="48"/>
                  <a:pt x="57" y="48"/>
                  <a:pt x="57" y="48"/>
                </a:cubicBezTo>
                <a:cubicBezTo>
                  <a:pt x="57" y="24"/>
                  <a:pt x="28" y="0"/>
                  <a:pt x="28" y="0"/>
                </a:cubicBezTo>
                <a:cubicBezTo>
                  <a:pt x="28" y="0"/>
                  <a:pt x="0" y="24"/>
                  <a:pt x="0" y="48"/>
                </a:cubicBezTo>
                <a:cubicBezTo>
                  <a:pt x="0" y="48"/>
                  <a:pt x="0" y="48"/>
                  <a:pt x="0" y="48"/>
                </a:cubicBezTo>
                <a:cubicBezTo>
                  <a:pt x="0" y="48"/>
                  <a:pt x="0" y="48"/>
                  <a:pt x="0" y="48"/>
                </a:cubicBezTo>
                <a:cubicBezTo>
                  <a:pt x="0" y="48"/>
                  <a:pt x="0" y="48"/>
                  <a:pt x="0" y="49"/>
                </a:cubicBezTo>
                <a:cubicBezTo>
                  <a:pt x="0" y="49"/>
                  <a:pt x="0" y="49"/>
                  <a:pt x="0" y="49"/>
                </a:cubicBezTo>
                <a:cubicBezTo>
                  <a:pt x="0" y="49"/>
                  <a:pt x="0" y="49"/>
                  <a:pt x="0" y="49"/>
                </a:cubicBezTo>
                <a:cubicBezTo>
                  <a:pt x="0" y="65"/>
                  <a:pt x="13" y="78"/>
                  <a:pt x="28" y="78"/>
                </a:cubicBezTo>
                <a:cubicBezTo>
                  <a:pt x="44" y="78"/>
                  <a:pt x="57" y="65"/>
                  <a:pt x="57" y="49"/>
                </a:cubicBezTo>
                <a:cubicBezTo>
                  <a:pt x="57" y="49"/>
                  <a:pt x="57" y="49"/>
                  <a:pt x="57" y="49"/>
                </a:cubicBezTo>
                <a:cubicBezTo>
                  <a:pt x="57" y="49"/>
                  <a:pt x="57" y="49"/>
                  <a:pt x="57" y="49"/>
                </a:cubicBezTo>
                <a:cubicBezTo>
                  <a:pt x="57" y="48"/>
                  <a:pt x="57" y="48"/>
                  <a:pt x="57" y="48"/>
                </a:cubicBezTo>
                <a:close/>
                <a:moveTo>
                  <a:pt x="48" y="49"/>
                </a:moveTo>
                <a:cubicBezTo>
                  <a:pt x="48" y="49"/>
                  <a:pt x="48" y="49"/>
                  <a:pt x="48" y="49"/>
                </a:cubicBezTo>
                <a:cubicBezTo>
                  <a:pt x="48" y="54"/>
                  <a:pt x="46" y="59"/>
                  <a:pt x="42" y="62"/>
                </a:cubicBezTo>
                <a:cubicBezTo>
                  <a:pt x="38" y="66"/>
                  <a:pt x="34" y="68"/>
                  <a:pt x="28" y="68"/>
                </a:cubicBezTo>
                <a:cubicBezTo>
                  <a:pt x="28" y="68"/>
                  <a:pt x="27" y="68"/>
                  <a:pt x="26" y="68"/>
                </a:cubicBezTo>
                <a:cubicBezTo>
                  <a:pt x="36" y="61"/>
                  <a:pt x="43" y="50"/>
                  <a:pt x="43" y="37"/>
                </a:cubicBezTo>
                <a:cubicBezTo>
                  <a:pt x="43" y="35"/>
                  <a:pt x="43" y="34"/>
                  <a:pt x="43" y="33"/>
                </a:cubicBezTo>
                <a:cubicBezTo>
                  <a:pt x="46" y="38"/>
                  <a:pt x="48" y="43"/>
                  <a:pt x="48" y="48"/>
                </a:cubicBezTo>
                <a:cubicBezTo>
                  <a:pt x="48" y="48"/>
                  <a:pt x="48" y="48"/>
                  <a:pt x="48" y="48"/>
                </a:cubicBezTo>
                <a:cubicBezTo>
                  <a:pt x="48" y="48"/>
                  <a:pt x="48" y="48"/>
                  <a:pt x="48" y="48"/>
                </a:cubicBezTo>
                <a:cubicBezTo>
                  <a:pt x="48" y="48"/>
                  <a:pt x="48" y="48"/>
                  <a:pt x="48" y="48"/>
                </a:cubicBezTo>
                <a:cubicBezTo>
                  <a:pt x="48" y="48"/>
                  <a:pt x="48" y="48"/>
                  <a:pt x="48" y="49"/>
                </a:cubicBezTo>
                <a:cubicBezTo>
                  <a:pt x="48" y="49"/>
                  <a:pt x="48" y="49"/>
                  <a:pt x="48" y="4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3" name="Freeform 35"/>
          <p:cNvSpPr>
            <a:spLocks noEditPoints="1"/>
          </p:cNvSpPr>
          <p:nvPr/>
        </p:nvSpPr>
        <p:spPr bwMode="auto">
          <a:xfrm>
            <a:off x="10394866" y="3121288"/>
            <a:ext cx="214029" cy="203767"/>
          </a:xfrm>
          <a:custGeom>
            <a:avLst/>
            <a:gdLst>
              <a:gd name="T0" fmla="*/ 52 w 89"/>
              <a:gd name="T1" fmla="*/ 3 h 85"/>
              <a:gd name="T2" fmla="*/ 4 w 89"/>
              <a:gd name="T3" fmla="*/ 36 h 85"/>
              <a:gd name="T4" fmla="*/ 3 w 89"/>
              <a:gd name="T5" fmla="*/ 45 h 85"/>
              <a:gd name="T6" fmla="*/ 28 w 89"/>
              <a:gd name="T7" fmla="*/ 82 h 85"/>
              <a:gd name="T8" fmla="*/ 37 w 89"/>
              <a:gd name="T9" fmla="*/ 83 h 85"/>
              <a:gd name="T10" fmla="*/ 85 w 89"/>
              <a:gd name="T11" fmla="*/ 50 h 85"/>
              <a:gd name="T12" fmla="*/ 87 w 89"/>
              <a:gd name="T13" fmla="*/ 41 h 85"/>
              <a:gd name="T14" fmla="*/ 61 w 89"/>
              <a:gd name="T15" fmla="*/ 4 h 85"/>
              <a:gd name="T16" fmla="*/ 52 w 89"/>
              <a:gd name="T17" fmla="*/ 3 h 85"/>
              <a:gd name="T18" fmla="*/ 38 w 89"/>
              <a:gd name="T19" fmla="*/ 48 h 85"/>
              <a:gd name="T20" fmla="*/ 31 w 89"/>
              <a:gd name="T21" fmla="*/ 71 h 85"/>
              <a:gd name="T22" fmla="*/ 11 w 89"/>
              <a:gd name="T23" fmla="*/ 42 h 85"/>
              <a:gd name="T24" fmla="*/ 38 w 89"/>
              <a:gd name="T25" fmla="*/ 48 h 85"/>
              <a:gd name="T26" fmla="*/ 14 w 89"/>
              <a:gd name="T27" fmla="*/ 40 h 85"/>
              <a:gd name="T28" fmla="*/ 52 w 89"/>
              <a:gd name="T29" fmla="*/ 13 h 85"/>
              <a:gd name="T30" fmla="*/ 43 w 89"/>
              <a:gd name="T31" fmla="*/ 41 h 85"/>
              <a:gd name="T32" fmla="*/ 14 w 89"/>
              <a:gd name="T33" fmla="*/ 40 h 85"/>
              <a:gd name="T34" fmla="*/ 39 w 89"/>
              <a:gd name="T35" fmla="*/ 48 h 85"/>
              <a:gd name="T36" fmla="*/ 50 w 89"/>
              <a:gd name="T37" fmla="*/ 50 h 85"/>
              <a:gd name="T38" fmla="*/ 51 w 89"/>
              <a:gd name="T39" fmla="*/ 40 h 85"/>
              <a:gd name="T40" fmla="*/ 74 w 89"/>
              <a:gd name="T41" fmla="*/ 47 h 85"/>
              <a:gd name="T42" fmla="*/ 38 w 89"/>
              <a:gd name="T43" fmla="*/ 72 h 85"/>
              <a:gd name="T44" fmla="*/ 39 w 89"/>
              <a:gd name="T45" fmla="*/ 48 h 85"/>
              <a:gd name="T46" fmla="*/ 51 w 89"/>
              <a:gd name="T47" fmla="*/ 39 h 85"/>
              <a:gd name="T48" fmla="*/ 55 w 89"/>
              <a:gd name="T49" fmla="*/ 11 h 85"/>
              <a:gd name="T50" fmla="*/ 75 w 89"/>
              <a:gd name="T51" fmla="*/ 40 h 85"/>
              <a:gd name="T52" fmla="*/ 51 w 89"/>
              <a:gd name="T53" fmla="*/ 3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9" h="85">
                <a:moveTo>
                  <a:pt x="52" y="3"/>
                </a:moveTo>
                <a:cubicBezTo>
                  <a:pt x="4" y="36"/>
                  <a:pt x="4" y="36"/>
                  <a:pt x="4" y="36"/>
                </a:cubicBezTo>
                <a:cubicBezTo>
                  <a:pt x="1" y="38"/>
                  <a:pt x="0" y="42"/>
                  <a:pt x="3" y="45"/>
                </a:cubicBezTo>
                <a:cubicBezTo>
                  <a:pt x="28" y="82"/>
                  <a:pt x="28" y="82"/>
                  <a:pt x="28" y="82"/>
                </a:cubicBezTo>
                <a:cubicBezTo>
                  <a:pt x="30" y="85"/>
                  <a:pt x="34" y="85"/>
                  <a:pt x="37" y="83"/>
                </a:cubicBezTo>
                <a:cubicBezTo>
                  <a:pt x="85" y="50"/>
                  <a:pt x="85" y="50"/>
                  <a:pt x="85" y="50"/>
                </a:cubicBezTo>
                <a:cubicBezTo>
                  <a:pt x="88" y="48"/>
                  <a:pt x="89" y="44"/>
                  <a:pt x="87" y="41"/>
                </a:cubicBezTo>
                <a:cubicBezTo>
                  <a:pt x="61" y="4"/>
                  <a:pt x="61" y="4"/>
                  <a:pt x="61" y="4"/>
                </a:cubicBezTo>
                <a:cubicBezTo>
                  <a:pt x="59" y="1"/>
                  <a:pt x="55" y="0"/>
                  <a:pt x="52" y="3"/>
                </a:cubicBezTo>
                <a:close/>
                <a:moveTo>
                  <a:pt x="38" y="48"/>
                </a:moveTo>
                <a:cubicBezTo>
                  <a:pt x="31" y="71"/>
                  <a:pt x="31" y="71"/>
                  <a:pt x="31" y="71"/>
                </a:cubicBezTo>
                <a:cubicBezTo>
                  <a:pt x="11" y="42"/>
                  <a:pt x="11" y="42"/>
                  <a:pt x="11" y="42"/>
                </a:cubicBezTo>
                <a:lnTo>
                  <a:pt x="38" y="48"/>
                </a:lnTo>
                <a:close/>
                <a:moveTo>
                  <a:pt x="14" y="40"/>
                </a:moveTo>
                <a:cubicBezTo>
                  <a:pt x="52" y="13"/>
                  <a:pt x="52" y="13"/>
                  <a:pt x="52" y="13"/>
                </a:cubicBezTo>
                <a:cubicBezTo>
                  <a:pt x="43" y="41"/>
                  <a:pt x="43" y="41"/>
                  <a:pt x="43" y="41"/>
                </a:cubicBezTo>
                <a:lnTo>
                  <a:pt x="14" y="40"/>
                </a:lnTo>
                <a:close/>
                <a:moveTo>
                  <a:pt x="39" y="48"/>
                </a:moveTo>
                <a:cubicBezTo>
                  <a:pt x="50" y="50"/>
                  <a:pt x="50" y="50"/>
                  <a:pt x="50" y="50"/>
                </a:cubicBezTo>
                <a:cubicBezTo>
                  <a:pt x="51" y="40"/>
                  <a:pt x="51" y="40"/>
                  <a:pt x="51" y="40"/>
                </a:cubicBezTo>
                <a:cubicBezTo>
                  <a:pt x="74" y="47"/>
                  <a:pt x="74" y="47"/>
                  <a:pt x="74" y="47"/>
                </a:cubicBezTo>
                <a:cubicBezTo>
                  <a:pt x="38" y="72"/>
                  <a:pt x="38" y="72"/>
                  <a:pt x="38" y="72"/>
                </a:cubicBezTo>
                <a:lnTo>
                  <a:pt x="39" y="48"/>
                </a:lnTo>
                <a:close/>
                <a:moveTo>
                  <a:pt x="51" y="39"/>
                </a:moveTo>
                <a:cubicBezTo>
                  <a:pt x="55" y="11"/>
                  <a:pt x="55" y="11"/>
                  <a:pt x="55" y="11"/>
                </a:cubicBezTo>
                <a:cubicBezTo>
                  <a:pt x="75" y="40"/>
                  <a:pt x="75" y="40"/>
                  <a:pt x="75" y="40"/>
                </a:cubicBezTo>
                <a:lnTo>
                  <a:pt x="51" y="3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4" name="Freeform 36"/>
          <p:cNvSpPr>
            <a:spLocks noEditPoints="1"/>
          </p:cNvSpPr>
          <p:nvPr/>
        </p:nvSpPr>
        <p:spPr bwMode="auto">
          <a:xfrm>
            <a:off x="10311307" y="3004011"/>
            <a:ext cx="162721" cy="165653"/>
          </a:xfrm>
          <a:custGeom>
            <a:avLst/>
            <a:gdLst>
              <a:gd name="T0" fmla="*/ 34 w 68"/>
              <a:gd name="T1" fmla="*/ 0 h 69"/>
              <a:gd name="T2" fmla="*/ 0 w 68"/>
              <a:gd name="T3" fmla="*/ 35 h 69"/>
              <a:gd name="T4" fmla="*/ 34 w 68"/>
              <a:gd name="T5" fmla="*/ 69 h 69"/>
              <a:gd name="T6" fmla="*/ 68 w 68"/>
              <a:gd name="T7" fmla="*/ 35 h 69"/>
              <a:gd name="T8" fmla="*/ 34 w 68"/>
              <a:gd name="T9" fmla="*/ 0 h 69"/>
              <a:gd name="T10" fmla="*/ 34 w 68"/>
              <a:gd name="T11" fmla="*/ 62 h 69"/>
              <a:gd name="T12" fmla="*/ 7 w 68"/>
              <a:gd name="T13" fmla="*/ 35 h 69"/>
              <a:gd name="T14" fmla="*/ 34 w 68"/>
              <a:gd name="T15" fmla="*/ 7 h 69"/>
              <a:gd name="T16" fmla="*/ 62 w 68"/>
              <a:gd name="T17" fmla="*/ 35 h 69"/>
              <a:gd name="T18" fmla="*/ 34 w 68"/>
              <a:gd name="T19" fmla="*/ 62 h 69"/>
              <a:gd name="T20" fmla="*/ 22 w 68"/>
              <a:gd name="T21" fmla="*/ 24 h 69"/>
              <a:gd name="T22" fmla="*/ 36 w 68"/>
              <a:gd name="T23" fmla="*/ 35 h 69"/>
              <a:gd name="T24" fmla="*/ 22 w 68"/>
              <a:gd name="T25" fmla="*/ 45 h 69"/>
              <a:gd name="T26" fmla="*/ 22 w 68"/>
              <a:gd name="T27" fmla="*/ 24 h 69"/>
              <a:gd name="T28" fmla="*/ 39 w 68"/>
              <a:gd name="T29" fmla="*/ 24 h 69"/>
              <a:gd name="T30" fmla="*/ 54 w 68"/>
              <a:gd name="T31" fmla="*/ 35 h 69"/>
              <a:gd name="T32" fmla="*/ 39 w 68"/>
              <a:gd name="T33" fmla="*/ 45 h 69"/>
              <a:gd name="T34" fmla="*/ 39 w 68"/>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8" h="69">
                <a:moveTo>
                  <a:pt x="34" y="0"/>
                </a:moveTo>
                <a:cubicBezTo>
                  <a:pt x="15" y="0"/>
                  <a:pt x="0" y="16"/>
                  <a:pt x="0" y="35"/>
                </a:cubicBezTo>
                <a:cubicBezTo>
                  <a:pt x="0" y="53"/>
                  <a:pt x="15" y="69"/>
                  <a:pt x="34" y="69"/>
                </a:cubicBezTo>
                <a:cubicBezTo>
                  <a:pt x="53" y="69"/>
                  <a:pt x="68" y="53"/>
                  <a:pt x="68" y="35"/>
                </a:cubicBezTo>
                <a:cubicBezTo>
                  <a:pt x="68" y="16"/>
                  <a:pt x="53" y="0"/>
                  <a:pt x="34" y="0"/>
                </a:cubicBezTo>
                <a:close/>
                <a:moveTo>
                  <a:pt x="34" y="62"/>
                </a:moveTo>
                <a:cubicBezTo>
                  <a:pt x="19" y="62"/>
                  <a:pt x="7" y="50"/>
                  <a:pt x="7" y="35"/>
                </a:cubicBezTo>
                <a:cubicBezTo>
                  <a:pt x="7" y="19"/>
                  <a:pt x="19" y="7"/>
                  <a:pt x="34" y="7"/>
                </a:cubicBezTo>
                <a:cubicBezTo>
                  <a:pt x="50" y="7"/>
                  <a:pt x="62" y="19"/>
                  <a:pt x="62" y="35"/>
                </a:cubicBezTo>
                <a:cubicBezTo>
                  <a:pt x="62" y="50"/>
                  <a:pt x="50" y="62"/>
                  <a:pt x="34" y="62"/>
                </a:cubicBezTo>
                <a:close/>
                <a:moveTo>
                  <a:pt x="22" y="24"/>
                </a:moveTo>
                <a:cubicBezTo>
                  <a:pt x="36" y="35"/>
                  <a:pt x="36" y="35"/>
                  <a:pt x="36"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5" name="Freeform 37"/>
          <p:cNvSpPr>
            <a:spLocks noEditPoints="1"/>
          </p:cNvSpPr>
          <p:nvPr/>
        </p:nvSpPr>
        <p:spPr bwMode="auto">
          <a:xfrm>
            <a:off x="10386070" y="3354374"/>
            <a:ext cx="129004" cy="148061"/>
          </a:xfrm>
          <a:custGeom>
            <a:avLst/>
            <a:gdLst>
              <a:gd name="T0" fmla="*/ 50 w 54"/>
              <a:gd name="T1" fmla="*/ 12 h 62"/>
              <a:gd name="T2" fmla="*/ 42 w 54"/>
              <a:gd name="T3" fmla="*/ 5 h 62"/>
              <a:gd name="T4" fmla="*/ 33 w 54"/>
              <a:gd name="T5" fmla="*/ 0 h 62"/>
              <a:gd name="T6" fmla="*/ 6 w 54"/>
              <a:gd name="T7" fmla="*/ 0 h 62"/>
              <a:gd name="T8" fmla="*/ 0 w 54"/>
              <a:gd name="T9" fmla="*/ 6 h 62"/>
              <a:gd name="T10" fmla="*/ 0 w 54"/>
              <a:gd name="T11" fmla="*/ 56 h 62"/>
              <a:gd name="T12" fmla="*/ 6 w 54"/>
              <a:gd name="T13" fmla="*/ 62 h 62"/>
              <a:gd name="T14" fmla="*/ 48 w 54"/>
              <a:gd name="T15" fmla="*/ 62 h 62"/>
              <a:gd name="T16" fmla="*/ 54 w 54"/>
              <a:gd name="T17" fmla="*/ 56 h 62"/>
              <a:gd name="T18" fmla="*/ 54 w 54"/>
              <a:gd name="T19" fmla="*/ 21 h 62"/>
              <a:gd name="T20" fmla="*/ 50 w 54"/>
              <a:gd name="T21" fmla="*/ 12 h 62"/>
              <a:gd name="T22" fmla="*/ 35 w 54"/>
              <a:gd name="T23" fmla="*/ 9 h 62"/>
              <a:gd name="T24" fmla="*/ 35 w 54"/>
              <a:gd name="T25" fmla="*/ 9 h 62"/>
              <a:gd name="T26" fmla="*/ 37 w 54"/>
              <a:gd name="T27" fmla="*/ 10 h 62"/>
              <a:gd name="T28" fmla="*/ 44 w 54"/>
              <a:gd name="T29" fmla="*/ 17 h 62"/>
              <a:gd name="T30" fmla="*/ 45 w 54"/>
              <a:gd name="T31" fmla="*/ 19 h 62"/>
              <a:gd name="T32" fmla="*/ 46 w 54"/>
              <a:gd name="T33" fmla="*/ 20 h 62"/>
              <a:gd name="T34" fmla="*/ 35 w 54"/>
              <a:gd name="T35" fmla="*/ 20 h 62"/>
              <a:gd name="T36" fmla="*/ 35 w 54"/>
              <a:gd name="T37" fmla="*/ 9 h 62"/>
              <a:gd name="T38" fmla="*/ 46 w 54"/>
              <a:gd name="T39" fmla="*/ 54 h 62"/>
              <a:gd name="T40" fmla="*/ 8 w 54"/>
              <a:gd name="T41" fmla="*/ 54 h 62"/>
              <a:gd name="T42" fmla="*/ 8 w 54"/>
              <a:gd name="T43" fmla="*/ 8 h 62"/>
              <a:gd name="T44" fmla="*/ 31 w 54"/>
              <a:gd name="T45" fmla="*/ 8 h 62"/>
              <a:gd name="T46" fmla="*/ 31 w 54"/>
              <a:gd name="T47" fmla="*/ 23 h 62"/>
              <a:gd name="T48" fmla="*/ 46 w 54"/>
              <a:gd name="T49" fmla="*/ 23 h 62"/>
              <a:gd name="T50" fmla="*/ 46 w 54"/>
              <a:gd name="T51" fmla="*/ 54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4" h="62">
                <a:moveTo>
                  <a:pt x="50" y="12"/>
                </a:moveTo>
                <a:cubicBezTo>
                  <a:pt x="42" y="5"/>
                  <a:pt x="42" y="5"/>
                  <a:pt x="42" y="5"/>
                </a:cubicBezTo>
                <a:cubicBezTo>
                  <a:pt x="40" y="2"/>
                  <a:pt x="36" y="0"/>
                  <a:pt x="33" y="0"/>
                </a:cubicBezTo>
                <a:cubicBezTo>
                  <a:pt x="6" y="0"/>
                  <a:pt x="6" y="0"/>
                  <a:pt x="6" y="0"/>
                </a:cubicBezTo>
                <a:cubicBezTo>
                  <a:pt x="3" y="0"/>
                  <a:pt x="0" y="3"/>
                  <a:pt x="0" y="6"/>
                </a:cubicBezTo>
                <a:cubicBezTo>
                  <a:pt x="0" y="56"/>
                  <a:pt x="0" y="56"/>
                  <a:pt x="0" y="56"/>
                </a:cubicBezTo>
                <a:cubicBezTo>
                  <a:pt x="0" y="59"/>
                  <a:pt x="3" y="62"/>
                  <a:pt x="6" y="62"/>
                </a:cubicBezTo>
                <a:cubicBezTo>
                  <a:pt x="48" y="62"/>
                  <a:pt x="48" y="62"/>
                  <a:pt x="48" y="62"/>
                </a:cubicBezTo>
                <a:cubicBezTo>
                  <a:pt x="51" y="62"/>
                  <a:pt x="54" y="59"/>
                  <a:pt x="54" y="56"/>
                </a:cubicBezTo>
                <a:cubicBezTo>
                  <a:pt x="54" y="21"/>
                  <a:pt x="54" y="21"/>
                  <a:pt x="54" y="21"/>
                </a:cubicBezTo>
                <a:cubicBezTo>
                  <a:pt x="54" y="18"/>
                  <a:pt x="52" y="14"/>
                  <a:pt x="50" y="12"/>
                </a:cubicBezTo>
                <a:close/>
                <a:moveTo>
                  <a:pt x="35" y="9"/>
                </a:moveTo>
                <a:cubicBezTo>
                  <a:pt x="35" y="9"/>
                  <a:pt x="35" y="9"/>
                  <a:pt x="35" y="9"/>
                </a:cubicBezTo>
                <a:cubicBezTo>
                  <a:pt x="36" y="9"/>
                  <a:pt x="37" y="10"/>
                  <a:pt x="37" y="10"/>
                </a:cubicBezTo>
                <a:cubicBezTo>
                  <a:pt x="44" y="17"/>
                  <a:pt x="44" y="17"/>
                  <a:pt x="44" y="17"/>
                </a:cubicBezTo>
                <a:cubicBezTo>
                  <a:pt x="45" y="17"/>
                  <a:pt x="45" y="18"/>
                  <a:pt x="45" y="19"/>
                </a:cubicBezTo>
                <a:cubicBezTo>
                  <a:pt x="46" y="19"/>
                  <a:pt x="46" y="19"/>
                  <a:pt x="46" y="20"/>
                </a:cubicBezTo>
                <a:cubicBezTo>
                  <a:pt x="35" y="20"/>
                  <a:pt x="35" y="20"/>
                  <a:pt x="35" y="20"/>
                </a:cubicBezTo>
                <a:lnTo>
                  <a:pt x="35" y="9"/>
                </a:lnTo>
                <a:close/>
                <a:moveTo>
                  <a:pt x="46" y="54"/>
                </a:moveTo>
                <a:cubicBezTo>
                  <a:pt x="8" y="54"/>
                  <a:pt x="8" y="54"/>
                  <a:pt x="8" y="54"/>
                </a:cubicBezTo>
                <a:cubicBezTo>
                  <a:pt x="8" y="8"/>
                  <a:pt x="8" y="8"/>
                  <a:pt x="8" y="8"/>
                </a:cubicBezTo>
                <a:cubicBezTo>
                  <a:pt x="31" y="8"/>
                  <a:pt x="31" y="8"/>
                  <a:pt x="31" y="8"/>
                </a:cubicBezTo>
                <a:cubicBezTo>
                  <a:pt x="31" y="23"/>
                  <a:pt x="31" y="23"/>
                  <a:pt x="31" y="23"/>
                </a:cubicBezTo>
                <a:cubicBezTo>
                  <a:pt x="46" y="23"/>
                  <a:pt x="46" y="23"/>
                  <a:pt x="46" y="23"/>
                </a:cubicBezTo>
                <a:lnTo>
                  <a:pt x="46" y="5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6" name="Freeform 38"/>
          <p:cNvSpPr>
            <a:spLocks noEditPoints="1"/>
          </p:cNvSpPr>
          <p:nvPr/>
        </p:nvSpPr>
        <p:spPr bwMode="auto">
          <a:xfrm>
            <a:off x="10375809" y="3800023"/>
            <a:ext cx="209632" cy="222825"/>
          </a:xfrm>
          <a:custGeom>
            <a:avLst/>
            <a:gdLst>
              <a:gd name="T0" fmla="*/ 78 w 87"/>
              <a:gd name="T1" fmla="*/ 0 h 93"/>
              <a:gd name="T2" fmla="*/ 9 w 87"/>
              <a:gd name="T3" fmla="*/ 0 h 93"/>
              <a:gd name="T4" fmla="*/ 0 w 87"/>
              <a:gd name="T5" fmla="*/ 9 h 93"/>
              <a:gd name="T6" fmla="*/ 0 w 87"/>
              <a:gd name="T7" fmla="*/ 84 h 93"/>
              <a:gd name="T8" fmla="*/ 9 w 87"/>
              <a:gd name="T9" fmla="*/ 93 h 93"/>
              <a:gd name="T10" fmla="*/ 78 w 87"/>
              <a:gd name="T11" fmla="*/ 93 h 93"/>
              <a:gd name="T12" fmla="*/ 87 w 87"/>
              <a:gd name="T13" fmla="*/ 84 h 93"/>
              <a:gd name="T14" fmla="*/ 87 w 87"/>
              <a:gd name="T15" fmla="*/ 9 h 93"/>
              <a:gd name="T16" fmla="*/ 78 w 87"/>
              <a:gd name="T17" fmla="*/ 0 h 93"/>
              <a:gd name="T18" fmla="*/ 75 w 87"/>
              <a:gd name="T19" fmla="*/ 81 h 93"/>
              <a:gd name="T20" fmla="*/ 12 w 87"/>
              <a:gd name="T21" fmla="*/ 81 h 93"/>
              <a:gd name="T22" fmla="*/ 12 w 87"/>
              <a:gd name="T23" fmla="*/ 12 h 93"/>
              <a:gd name="T24" fmla="*/ 75 w 87"/>
              <a:gd name="T25" fmla="*/ 12 h 93"/>
              <a:gd name="T26" fmla="*/ 75 w 87"/>
              <a:gd name="T27" fmla="*/ 81 h 93"/>
              <a:gd name="T28" fmla="*/ 23 w 87"/>
              <a:gd name="T29" fmla="*/ 41 h 93"/>
              <a:gd name="T30" fmla="*/ 64 w 87"/>
              <a:gd name="T31" fmla="*/ 41 h 93"/>
              <a:gd name="T32" fmla="*/ 64 w 87"/>
              <a:gd name="T33" fmla="*/ 46 h 93"/>
              <a:gd name="T34" fmla="*/ 23 w 87"/>
              <a:gd name="T35" fmla="*/ 46 h 93"/>
              <a:gd name="T36" fmla="*/ 23 w 87"/>
              <a:gd name="T37" fmla="*/ 41 h 93"/>
              <a:gd name="T38" fmla="*/ 23 w 87"/>
              <a:gd name="T39" fmla="*/ 52 h 93"/>
              <a:gd name="T40" fmla="*/ 64 w 87"/>
              <a:gd name="T41" fmla="*/ 52 h 93"/>
              <a:gd name="T42" fmla="*/ 64 w 87"/>
              <a:gd name="T43" fmla="*/ 58 h 93"/>
              <a:gd name="T44" fmla="*/ 23 w 87"/>
              <a:gd name="T45" fmla="*/ 58 h 93"/>
              <a:gd name="T46" fmla="*/ 23 w 87"/>
              <a:gd name="T47" fmla="*/ 52 h 93"/>
              <a:gd name="T48" fmla="*/ 23 w 87"/>
              <a:gd name="T49" fmla="*/ 64 h 93"/>
              <a:gd name="T50" fmla="*/ 64 w 87"/>
              <a:gd name="T51" fmla="*/ 64 h 93"/>
              <a:gd name="T52" fmla="*/ 64 w 87"/>
              <a:gd name="T53" fmla="*/ 69 h 93"/>
              <a:gd name="T54" fmla="*/ 23 w 87"/>
              <a:gd name="T55" fmla="*/ 69 h 93"/>
              <a:gd name="T56" fmla="*/ 23 w 87"/>
              <a:gd name="T57" fmla="*/ 64 h 93"/>
              <a:gd name="T58" fmla="*/ 23 w 87"/>
              <a:gd name="T59" fmla="*/ 29 h 93"/>
              <a:gd name="T60" fmla="*/ 64 w 87"/>
              <a:gd name="T61" fmla="*/ 29 h 93"/>
              <a:gd name="T62" fmla="*/ 64 w 87"/>
              <a:gd name="T63" fmla="*/ 35 h 93"/>
              <a:gd name="T64" fmla="*/ 23 w 87"/>
              <a:gd name="T65" fmla="*/ 35 h 93"/>
              <a:gd name="T66" fmla="*/ 23 w 87"/>
              <a:gd name="T67" fmla="*/ 29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7" h="93">
                <a:moveTo>
                  <a:pt x="78" y="0"/>
                </a:moveTo>
                <a:cubicBezTo>
                  <a:pt x="9" y="0"/>
                  <a:pt x="9" y="0"/>
                  <a:pt x="9" y="0"/>
                </a:cubicBezTo>
                <a:cubicBezTo>
                  <a:pt x="4" y="0"/>
                  <a:pt x="0" y="4"/>
                  <a:pt x="0" y="9"/>
                </a:cubicBezTo>
                <a:cubicBezTo>
                  <a:pt x="0" y="84"/>
                  <a:pt x="0" y="84"/>
                  <a:pt x="0" y="84"/>
                </a:cubicBezTo>
                <a:cubicBezTo>
                  <a:pt x="0" y="89"/>
                  <a:pt x="4" y="93"/>
                  <a:pt x="9" y="93"/>
                </a:cubicBezTo>
                <a:cubicBezTo>
                  <a:pt x="78" y="93"/>
                  <a:pt x="78" y="93"/>
                  <a:pt x="78" y="93"/>
                </a:cubicBezTo>
                <a:cubicBezTo>
                  <a:pt x="83" y="93"/>
                  <a:pt x="87" y="89"/>
                  <a:pt x="87" y="84"/>
                </a:cubicBezTo>
                <a:cubicBezTo>
                  <a:pt x="87" y="9"/>
                  <a:pt x="87" y="9"/>
                  <a:pt x="87" y="9"/>
                </a:cubicBezTo>
                <a:cubicBezTo>
                  <a:pt x="87" y="4"/>
                  <a:pt x="83" y="0"/>
                  <a:pt x="78" y="0"/>
                </a:cubicBezTo>
                <a:close/>
                <a:moveTo>
                  <a:pt x="75" y="81"/>
                </a:moveTo>
                <a:cubicBezTo>
                  <a:pt x="12" y="81"/>
                  <a:pt x="12" y="81"/>
                  <a:pt x="12" y="81"/>
                </a:cubicBezTo>
                <a:cubicBezTo>
                  <a:pt x="12" y="12"/>
                  <a:pt x="12" y="12"/>
                  <a:pt x="12" y="12"/>
                </a:cubicBezTo>
                <a:cubicBezTo>
                  <a:pt x="75" y="12"/>
                  <a:pt x="75" y="12"/>
                  <a:pt x="75" y="12"/>
                </a:cubicBezTo>
                <a:lnTo>
                  <a:pt x="75" y="81"/>
                </a:lnTo>
                <a:close/>
                <a:moveTo>
                  <a:pt x="23" y="41"/>
                </a:moveTo>
                <a:cubicBezTo>
                  <a:pt x="64" y="41"/>
                  <a:pt x="64" y="41"/>
                  <a:pt x="64" y="41"/>
                </a:cubicBezTo>
                <a:cubicBezTo>
                  <a:pt x="64" y="46"/>
                  <a:pt x="64" y="46"/>
                  <a:pt x="64" y="46"/>
                </a:cubicBezTo>
                <a:cubicBezTo>
                  <a:pt x="23" y="46"/>
                  <a:pt x="23" y="46"/>
                  <a:pt x="23" y="46"/>
                </a:cubicBezTo>
                <a:lnTo>
                  <a:pt x="23" y="41"/>
                </a:lnTo>
                <a:close/>
                <a:moveTo>
                  <a:pt x="23" y="52"/>
                </a:moveTo>
                <a:cubicBezTo>
                  <a:pt x="64" y="52"/>
                  <a:pt x="64" y="52"/>
                  <a:pt x="64" y="52"/>
                </a:cubicBezTo>
                <a:cubicBezTo>
                  <a:pt x="64" y="58"/>
                  <a:pt x="64" y="58"/>
                  <a:pt x="64" y="58"/>
                </a:cubicBezTo>
                <a:cubicBezTo>
                  <a:pt x="23" y="58"/>
                  <a:pt x="23" y="58"/>
                  <a:pt x="23" y="58"/>
                </a:cubicBezTo>
                <a:lnTo>
                  <a:pt x="23" y="52"/>
                </a:lnTo>
                <a:close/>
                <a:moveTo>
                  <a:pt x="23" y="64"/>
                </a:moveTo>
                <a:cubicBezTo>
                  <a:pt x="64" y="64"/>
                  <a:pt x="64" y="64"/>
                  <a:pt x="64" y="64"/>
                </a:cubicBezTo>
                <a:cubicBezTo>
                  <a:pt x="64" y="69"/>
                  <a:pt x="64" y="69"/>
                  <a:pt x="64" y="69"/>
                </a:cubicBezTo>
                <a:cubicBezTo>
                  <a:pt x="23" y="69"/>
                  <a:pt x="23" y="69"/>
                  <a:pt x="23" y="69"/>
                </a:cubicBezTo>
                <a:lnTo>
                  <a:pt x="23" y="64"/>
                </a:lnTo>
                <a:close/>
                <a:moveTo>
                  <a:pt x="23" y="29"/>
                </a:moveTo>
                <a:cubicBezTo>
                  <a:pt x="64" y="29"/>
                  <a:pt x="64" y="29"/>
                  <a:pt x="64" y="29"/>
                </a:cubicBezTo>
                <a:cubicBezTo>
                  <a:pt x="64" y="35"/>
                  <a:pt x="64" y="35"/>
                  <a:pt x="64" y="35"/>
                </a:cubicBezTo>
                <a:cubicBezTo>
                  <a:pt x="23" y="35"/>
                  <a:pt x="23" y="35"/>
                  <a:pt x="23" y="35"/>
                </a:cubicBezTo>
                <a:lnTo>
                  <a:pt x="23" y="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Freeform 39"/>
          <p:cNvSpPr>
            <a:spLocks noEditPoints="1"/>
          </p:cNvSpPr>
          <p:nvPr/>
        </p:nvSpPr>
        <p:spPr bwMode="auto">
          <a:xfrm>
            <a:off x="10337694" y="4065361"/>
            <a:ext cx="196438" cy="148061"/>
          </a:xfrm>
          <a:custGeom>
            <a:avLst/>
            <a:gdLst>
              <a:gd name="T0" fmla="*/ 0 w 134"/>
              <a:gd name="T1" fmla="*/ 0 h 101"/>
              <a:gd name="T2" fmla="*/ 0 w 134"/>
              <a:gd name="T3" fmla="*/ 101 h 101"/>
              <a:gd name="T4" fmla="*/ 134 w 134"/>
              <a:gd name="T5" fmla="*/ 101 h 101"/>
              <a:gd name="T6" fmla="*/ 134 w 134"/>
              <a:gd name="T7" fmla="*/ 0 h 101"/>
              <a:gd name="T8" fmla="*/ 0 w 134"/>
              <a:gd name="T9" fmla="*/ 0 h 101"/>
              <a:gd name="T10" fmla="*/ 25 w 134"/>
              <a:gd name="T11" fmla="*/ 93 h 101"/>
              <a:gd name="T12" fmla="*/ 8 w 134"/>
              <a:gd name="T13" fmla="*/ 93 h 101"/>
              <a:gd name="T14" fmla="*/ 8 w 134"/>
              <a:gd name="T15" fmla="*/ 77 h 101"/>
              <a:gd name="T16" fmla="*/ 25 w 134"/>
              <a:gd name="T17" fmla="*/ 77 h 101"/>
              <a:gd name="T18" fmla="*/ 25 w 134"/>
              <a:gd name="T19" fmla="*/ 93 h 101"/>
              <a:gd name="T20" fmla="*/ 25 w 134"/>
              <a:gd name="T21" fmla="*/ 59 h 101"/>
              <a:gd name="T22" fmla="*/ 8 w 134"/>
              <a:gd name="T23" fmla="*/ 59 h 101"/>
              <a:gd name="T24" fmla="*/ 8 w 134"/>
              <a:gd name="T25" fmla="*/ 43 h 101"/>
              <a:gd name="T26" fmla="*/ 25 w 134"/>
              <a:gd name="T27" fmla="*/ 43 h 101"/>
              <a:gd name="T28" fmla="*/ 25 w 134"/>
              <a:gd name="T29" fmla="*/ 59 h 101"/>
              <a:gd name="T30" fmla="*/ 25 w 134"/>
              <a:gd name="T31" fmla="*/ 26 h 101"/>
              <a:gd name="T32" fmla="*/ 8 w 134"/>
              <a:gd name="T33" fmla="*/ 26 h 101"/>
              <a:gd name="T34" fmla="*/ 8 w 134"/>
              <a:gd name="T35" fmla="*/ 8 h 101"/>
              <a:gd name="T36" fmla="*/ 25 w 134"/>
              <a:gd name="T37" fmla="*/ 8 h 101"/>
              <a:gd name="T38" fmla="*/ 25 w 134"/>
              <a:gd name="T39" fmla="*/ 26 h 101"/>
              <a:gd name="T40" fmla="*/ 102 w 134"/>
              <a:gd name="T41" fmla="*/ 93 h 101"/>
              <a:gd name="T42" fmla="*/ 35 w 134"/>
              <a:gd name="T43" fmla="*/ 93 h 101"/>
              <a:gd name="T44" fmla="*/ 35 w 134"/>
              <a:gd name="T45" fmla="*/ 8 h 101"/>
              <a:gd name="T46" fmla="*/ 102 w 134"/>
              <a:gd name="T47" fmla="*/ 8 h 101"/>
              <a:gd name="T48" fmla="*/ 102 w 134"/>
              <a:gd name="T49" fmla="*/ 93 h 101"/>
              <a:gd name="T50" fmla="*/ 126 w 134"/>
              <a:gd name="T51" fmla="*/ 93 h 101"/>
              <a:gd name="T52" fmla="*/ 110 w 134"/>
              <a:gd name="T53" fmla="*/ 93 h 101"/>
              <a:gd name="T54" fmla="*/ 110 w 134"/>
              <a:gd name="T55" fmla="*/ 77 h 101"/>
              <a:gd name="T56" fmla="*/ 126 w 134"/>
              <a:gd name="T57" fmla="*/ 77 h 101"/>
              <a:gd name="T58" fmla="*/ 126 w 134"/>
              <a:gd name="T59" fmla="*/ 93 h 101"/>
              <a:gd name="T60" fmla="*/ 126 w 134"/>
              <a:gd name="T61" fmla="*/ 59 h 101"/>
              <a:gd name="T62" fmla="*/ 110 w 134"/>
              <a:gd name="T63" fmla="*/ 59 h 101"/>
              <a:gd name="T64" fmla="*/ 110 w 134"/>
              <a:gd name="T65" fmla="*/ 43 h 101"/>
              <a:gd name="T66" fmla="*/ 126 w 134"/>
              <a:gd name="T67" fmla="*/ 43 h 101"/>
              <a:gd name="T68" fmla="*/ 126 w 134"/>
              <a:gd name="T69" fmla="*/ 59 h 101"/>
              <a:gd name="T70" fmla="*/ 126 w 134"/>
              <a:gd name="T71" fmla="*/ 26 h 101"/>
              <a:gd name="T72" fmla="*/ 110 w 134"/>
              <a:gd name="T73" fmla="*/ 26 h 101"/>
              <a:gd name="T74" fmla="*/ 110 w 134"/>
              <a:gd name="T75" fmla="*/ 8 h 101"/>
              <a:gd name="T76" fmla="*/ 126 w 134"/>
              <a:gd name="T77" fmla="*/ 8 h 101"/>
              <a:gd name="T78" fmla="*/ 126 w 134"/>
              <a:gd name="T79" fmla="*/ 26 h 101"/>
              <a:gd name="T80" fmla="*/ 51 w 134"/>
              <a:gd name="T81" fmla="*/ 26 h 101"/>
              <a:gd name="T82" fmla="*/ 51 w 134"/>
              <a:gd name="T83" fmla="*/ 77 h 101"/>
              <a:gd name="T84" fmla="*/ 84 w 134"/>
              <a:gd name="T85" fmla="*/ 51 h 101"/>
              <a:gd name="T86" fmla="*/ 51 w 134"/>
              <a:gd name="T87" fmla="*/ 2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34" h="101">
                <a:moveTo>
                  <a:pt x="0" y="0"/>
                </a:moveTo>
                <a:lnTo>
                  <a:pt x="0" y="101"/>
                </a:lnTo>
                <a:lnTo>
                  <a:pt x="134" y="101"/>
                </a:lnTo>
                <a:lnTo>
                  <a:pt x="134" y="0"/>
                </a:lnTo>
                <a:lnTo>
                  <a:pt x="0" y="0"/>
                </a:lnTo>
                <a:close/>
                <a:moveTo>
                  <a:pt x="25" y="93"/>
                </a:moveTo>
                <a:lnTo>
                  <a:pt x="8" y="93"/>
                </a:lnTo>
                <a:lnTo>
                  <a:pt x="8" y="77"/>
                </a:lnTo>
                <a:lnTo>
                  <a:pt x="25" y="77"/>
                </a:lnTo>
                <a:lnTo>
                  <a:pt x="25" y="93"/>
                </a:lnTo>
                <a:close/>
                <a:moveTo>
                  <a:pt x="25" y="59"/>
                </a:moveTo>
                <a:lnTo>
                  <a:pt x="8" y="59"/>
                </a:lnTo>
                <a:lnTo>
                  <a:pt x="8" y="43"/>
                </a:lnTo>
                <a:lnTo>
                  <a:pt x="25" y="43"/>
                </a:lnTo>
                <a:lnTo>
                  <a:pt x="25" y="59"/>
                </a:lnTo>
                <a:close/>
                <a:moveTo>
                  <a:pt x="25" y="26"/>
                </a:moveTo>
                <a:lnTo>
                  <a:pt x="8" y="26"/>
                </a:lnTo>
                <a:lnTo>
                  <a:pt x="8" y="8"/>
                </a:lnTo>
                <a:lnTo>
                  <a:pt x="25" y="8"/>
                </a:lnTo>
                <a:lnTo>
                  <a:pt x="25" y="26"/>
                </a:lnTo>
                <a:close/>
                <a:moveTo>
                  <a:pt x="102" y="93"/>
                </a:moveTo>
                <a:lnTo>
                  <a:pt x="35" y="93"/>
                </a:lnTo>
                <a:lnTo>
                  <a:pt x="35" y="8"/>
                </a:lnTo>
                <a:lnTo>
                  <a:pt x="102" y="8"/>
                </a:lnTo>
                <a:lnTo>
                  <a:pt x="102" y="93"/>
                </a:lnTo>
                <a:close/>
                <a:moveTo>
                  <a:pt x="126" y="93"/>
                </a:moveTo>
                <a:lnTo>
                  <a:pt x="110" y="93"/>
                </a:lnTo>
                <a:lnTo>
                  <a:pt x="110" y="77"/>
                </a:lnTo>
                <a:lnTo>
                  <a:pt x="126" y="77"/>
                </a:lnTo>
                <a:lnTo>
                  <a:pt x="126" y="93"/>
                </a:lnTo>
                <a:close/>
                <a:moveTo>
                  <a:pt x="126" y="59"/>
                </a:moveTo>
                <a:lnTo>
                  <a:pt x="110" y="59"/>
                </a:lnTo>
                <a:lnTo>
                  <a:pt x="110" y="43"/>
                </a:lnTo>
                <a:lnTo>
                  <a:pt x="126" y="43"/>
                </a:lnTo>
                <a:lnTo>
                  <a:pt x="126" y="59"/>
                </a:lnTo>
                <a:close/>
                <a:moveTo>
                  <a:pt x="126" y="26"/>
                </a:moveTo>
                <a:lnTo>
                  <a:pt x="110" y="26"/>
                </a:lnTo>
                <a:lnTo>
                  <a:pt x="110" y="8"/>
                </a:lnTo>
                <a:lnTo>
                  <a:pt x="126" y="8"/>
                </a:lnTo>
                <a:lnTo>
                  <a:pt x="126" y="26"/>
                </a:lnTo>
                <a:close/>
                <a:moveTo>
                  <a:pt x="51" y="26"/>
                </a:moveTo>
                <a:lnTo>
                  <a:pt x="51" y="77"/>
                </a:lnTo>
                <a:lnTo>
                  <a:pt x="84" y="51"/>
                </a:lnTo>
                <a:lnTo>
                  <a:pt x="51" y="2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Freeform 40"/>
          <p:cNvSpPr>
            <a:spLocks noEditPoints="1"/>
          </p:cNvSpPr>
          <p:nvPr/>
        </p:nvSpPr>
        <p:spPr bwMode="auto">
          <a:xfrm>
            <a:off x="10563450" y="4022847"/>
            <a:ext cx="117276" cy="109946"/>
          </a:xfrm>
          <a:custGeom>
            <a:avLst/>
            <a:gdLst>
              <a:gd name="T0" fmla="*/ 80 w 80"/>
              <a:gd name="T1" fmla="*/ 29 h 75"/>
              <a:gd name="T2" fmla="*/ 52 w 80"/>
              <a:gd name="T3" fmla="*/ 24 h 75"/>
              <a:gd name="T4" fmla="*/ 41 w 80"/>
              <a:gd name="T5" fmla="*/ 0 h 75"/>
              <a:gd name="T6" fmla="*/ 28 w 80"/>
              <a:gd name="T7" fmla="*/ 24 h 75"/>
              <a:gd name="T8" fmla="*/ 0 w 80"/>
              <a:gd name="T9" fmla="*/ 29 h 75"/>
              <a:gd name="T10" fmla="*/ 19 w 80"/>
              <a:gd name="T11" fmla="*/ 49 h 75"/>
              <a:gd name="T12" fmla="*/ 15 w 80"/>
              <a:gd name="T13" fmla="*/ 75 h 75"/>
              <a:gd name="T14" fmla="*/ 41 w 80"/>
              <a:gd name="T15" fmla="*/ 62 h 75"/>
              <a:gd name="T16" fmla="*/ 65 w 80"/>
              <a:gd name="T17" fmla="*/ 75 h 75"/>
              <a:gd name="T18" fmla="*/ 60 w 80"/>
              <a:gd name="T19" fmla="*/ 49 h 75"/>
              <a:gd name="T20" fmla="*/ 80 w 80"/>
              <a:gd name="T21" fmla="*/ 29 h 75"/>
              <a:gd name="T22" fmla="*/ 41 w 80"/>
              <a:gd name="T23" fmla="*/ 57 h 75"/>
              <a:gd name="T24" fmla="*/ 23 w 80"/>
              <a:gd name="T25" fmla="*/ 65 h 75"/>
              <a:gd name="T26" fmla="*/ 26 w 80"/>
              <a:gd name="T27" fmla="*/ 45 h 75"/>
              <a:gd name="T28" fmla="*/ 11 w 80"/>
              <a:gd name="T29" fmla="*/ 32 h 75"/>
              <a:gd name="T30" fmla="*/ 31 w 80"/>
              <a:gd name="T31" fmla="*/ 29 h 75"/>
              <a:gd name="T32" fmla="*/ 41 w 80"/>
              <a:gd name="T33" fmla="*/ 11 h 75"/>
              <a:gd name="T34" fmla="*/ 49 w 80"/>
              <a:gd name="T35" fmla="*/ 29 h 75"/>
              <a:gd name="T36" fmla="*/ 68 w 80"/>
              <a:gd name="T37" fmla="*/ 32 h 75"/>
              <a:gd name="T38" fmla="*/ 54 w 80"/>
              <a:gd name="T39" fmla="*/ 45 h 75"/>
              <a:gd name="T40" fmla="*/ 57 w 80"/>
              <a:gd name="T41" fmla="*/ 65 h 75"/>
              <a:gd name="T42" fmla="*/ 41 w 80"/>
              <a:gd name="T43"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0" h="75">
                <a:moveTo>
                  <a:pt x="80" y="29"/>
                </a:moveTo>
                <a:lnTo>
                  <a:pt x="52" y="24"/>
                </a:lnTo>
                <a:lnTo>
                  <a:pt x="41" y="0"/>
                </a:lnTo>
                <a:lnTo>
                  <a:pt x="28" y="24"/>
                </a:lnTo>
                <a:lnTo>
                  <a:pt x="0" y="29"/>
                </a:lnTo>
                <a:lnTo>
                  <a:pt x="19" y="49"/>
                </a:lnTo>
                <a:lnTo>
                  <a:pt x="15" y="75"/>
                </a:lnTo>
                <a:lnTo>
                  <a:pt x="41" y="62"/>
                </a:lnTo>
                <a:lnTo>
                  <a:pt x="65" y="75"/>
                </a:lnTo>
                <a:lnTo>
                  <a:pt x="60" y="49"/>
                </a:lnTo>
                <a:lnTo>
                  <a:pt x="80" y="29"/>
                </a:lnTo>
                <a:close/>
                <a:moveTo>
                  <a:pt x="41" y="57"/>
                </a:moveTo>
                <a:lnTo>
                  <a:pt x="23" y="65"/>
                </a:lnTo>
                <a:lnTo>
                  <a:pt x="26" y="45"/>
                </a:lnTo>
                <a:lnTo>
                  <a:pt x="11" y="32"/>
                </a:lnTo>
                <a:lnTo>
                  <a:pt x="31" y="29"/>
                </a:lnTo>
                <a:lnTo>
                  <a:pt x="41" y="11"/>
                </a:lnTo>
                <a:lnTo>
                  <a:pt x="49" y="29"/>
                </a:lnTo>
                <a:lnTo>
                  <a:pt x="68" y="32"/>
                </a:lnTo>
                <a:lnTo>
                  <a:pt x="54" y="45"/>
                </a:lnTo>
                <a:lnTo>
                  <a:pt x="57" y="65"/>
                </a:lnTo>
                <a:lnTo>
                  <a:pt x="41"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9" name="Freeform 41"/>
          <p:cNvSpPr>
            <a:spLocks noEditPoints="1"/>
          </p:cNvSpPr>
          <p:nvPr/>
        </p:nvSpPr>
        <p:spPr bwMode="auto">
          <a:xfrm>
            <a:off x="10177905" y="2898463"/>
            <a:ext cx="143663" cy="155392"/>
          </a:xfrm>
          <a:custGeom>
            <a:avLst/>
            <a:gdLst>
              <a:gd name="T0" fmla="*/ 48 w 60"/>
              <a:gd name="T1" fmla="*/ 11 h 65"/>
              <a:gd name="T2" fmla="*/ 60 w 60"/>
              <a:gd name="T3" fmla="*/ 6 h 65"/>
              <a:gd name="T4" fmla="*/ 60 w 60"/>
              <a:gd name="T5" fmla="*/ 44 h 65"/>
              <a:gd name="T6" fmla="*/ 48 w 60"/>
              <a:gd name="T7" fmla="*/ 48 h 65"/>
              <a:gd name="T8" fmla="*/ 36 w 60"/>
              <a:gd name="T9" fmla="*/ 45 h 65"/>
              <a:gd name="T10" fmla="*/ 24 w 60"/>
              <a:gd name="T11" fmla="*/ 41 h 65"/>
              <a:gd name="T12" fmla="*/ 12 w 60"/>
              <a:gd name="T13" fmla="*/ 46 h 65"/>
              <a:gd name="T14" fmla="*/ 12 w 60"/>
              <a:gd name="T15" fmla="*/ 8 h 65"/>
              <a:gd name="T16" fmla="*/ 24 w 60"/>
              <a:gd name="T17" fmla="*/ 4 h 65"/>
              <a:gd name="T18" fmla="*/ 36 w 60"/>
              <a:gd name="T19" fmla="*/ 7 h 65"/>
              <a:gd name="T20" fmla="*/ 48 w 60"/>
              <a:gd name="T21" fmla="*/ 11 h 65"/>
              <a:gd name="T22" fmla="*/ 4 w 60"/>
              <a:gd name="T23" fmla="*/ 0 h 65"/>
              <a:gd name="T24" fmla="*/ 8 w 60"/>
              <a:gd name="T25" fmla="*/ 4 h 65"/>
              <a:gd name="T26" fmla="*/ 8 w 60"/>
              <a:gd name="T27" fmla="*/ 65 h 65"/>
              <a:gd name="T28" fmla="*/ 0 w 60"/>
              <a:gd name="T29" fmla="*/ 65 h 65"/>
              <a:gd name="T30" fmla="*/ 0 w 60"/>
              <a:gd name="T31" fmla="*/ 4 h 65"/>
              <a:gd name="T32" fmla="*/ 4 w 60"/>
              <a:gd name="T3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0" h="65">
                <a:moveTo>
                  <a:pt x="48" y="11"/>
                </a:moveTo>
                <a:cubicBezTo>
                  <a:pt x="53" y="11"/>
                  <a:pt x="58" y="8"/>
                  <a:pt x="60" y="6"/>
                </a:cubicBezTo>
                <a:cubicBezTo>
                  <a:pt x="60" y="44"/>
                  <a:pt x="60" y="44"/>
                  <a:pt x="60" y="44"/>
                </a:cubicBezTo>
                <a:cubicBezTo>
                  <a:pt x="58" y="46"/>
                  <a:pt x="53" y="48"/>
                  <a:pt x="48" y="48"/>
                </a:cubicBezTo>
                <a:cubicBezTo>
                  <a:pt x="43" y="48"/>
                  <a:pt x="39" y="47"/>
                  <a:pt x="36" y="45"/>
                </a:cubicBezTo>
                <a:cubicBezTo>
                  <a:pt x="33" y="43"/>
                  <a:pt x="29" y="41"/>
                  <a:pt x="24" y="41"/>
                </a:cubicBezTo>
                <a:cubicBezTo>
                  <a:pt x="19" y="41"/>
                  <a:pt x="15" y="44"/>
                  <a:pt x="12" y="46"/>
                </a:cubicBezTo>
                <a:cubicBezTo>
                  <a:pt x="12" y="8"/>
                  <a:pt x="12" y="8"/>
                  <a:pt x="12" y="8"/>
                </a:cubicBezTo>
                <a:cubicBezTo>
                  <a:pt x="15" y="6"/>
                  <a:pt x="19" y="4"/>
                  <a:pt x="24" y="4"/>
                </a:cubicBezTo>
                <a:cubicBezTo>
                  <a:pt x="29" y="4"/>
                  <a:pt x="33" y="5"/>
                  <a:pt x="36" y="7"/>
                </a:cubicBezTo>
                <a:cubicBezTo>
                  <a:pt x="39" y="9"/>
                  <a:pt x="43" y="11"/>
                  <a:pt x="48" y="11"/>
                </a:cubicBezTo>
                <a:close/>
                <a:moveTo>
                  <a:pt x="4" y="0"/>
                </a:moveTo>
                <a:cubicBezTo>
                  <a:pt x="6" y="0"/>
                  <a:pt x="8" y="1"/>
                  <a:pt x="8" y="4"/>
                </a:cubicBezTo>
                <a:cubicBezTo>
                  <a:pt x="8" y="65"/>
                  <a:pt x="8" y="65"/>
                  <a:pt x="8" y="65"/>
                </a:cubicBezTo>
                <a:cubicBezTo>
                  <a:pt x="0" y="65"/>
                  <a:pt x="0" y="65"/>
                  <a:pt x="0" y="65"/>
                </a:cubicBezTo>
                <a:cubicBezTo>
                  <a:pt x="0" y="4"/>
                  <a:pt x="0" y="4"/>
                  <a:pt x="0" y="4"/>
                </a:cubicBezTo>
                <a:cubicBezTo>
                  <a:pt x="0" y="1"/>
                  <a:pt x="1" y="0"/>
                  <a:pt x="4"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0" name="Freeform 42"/>
          <p:cNvSpPr>
            <a:spLocks noEditPoints="1"/>
          </p:cNvSpPr>
          <p:nvPr/>
        </p:nvSpPr>
        <p:spPr bwMode="auto">
          <a:xfrm>
            <a:off x="9996127" y="2822233"/>
            <a:ext cx="152459" cy="155392"/>
          </a:xfrm>
          <a:custGeom>
            <a:avLst/>
            <a:gdLst>
              <a:gd name="T0" fmla="*/ 54 w 64"/>
              <a:gd name="T1" fmla="*/ 0 h 65"/>
              <a:gd name="T2" fmla="*/ 44 w 64"/>
              <a:gd name="T3" fmla="*/ 11 h 65"/>
              <a:gd name="T4" fmla="*/ 44 w 64"/>
              <a:gd name="T5" fmla="*/ 41 h 65"/>
              <a:gd name="T6" fmla="*/ 52 w 64"/>
              <a:gd name="T7" fmla="*/ 41 h 65"/>
              <a:gd name="T8" fmla="*/ 52 w 64"/>
              <a:gd name="T9" fmla="*/ 65 h 65"/>
              <a:gd name="T10" fmla="*/ 64 w 64"/>
              <a:gd name="T11" fmla="*/ 65 h 65"/>
              <a:gd name="T12" fmla="*/ 64 w 64"/>
              <a:gd name="T13" fmla="*/ 11 h 65"/>
              <a:gd name="T14" fmla="*/ 54 w 64"/>
              <a:gd name="T15" fmla="*/ 0 h 65"/>
              <a:gd name="T16" fmla="*/ 26 w 64"/>
              <a:gd name="T17" fmla="*/ 0 h 65"/>
              <a:gd name="T18" fmla="*/ 24 w 64"/>
              <a:gd name="T19" fmla="*/ 2 h 65"/>
              <a:gd name="T20" fmla="*/ 24 w 64"/>
              <a:gd name="T21" fmla="*/ 17 h 65"/>
              <a:gd name="T22" fmla="*/ 22 w 64"/>
              <a:gd name="T23" fmla="*/ 18 h 65"/>
              <a:gd name="T24" fmla="*/ 20 w 64"/>
              <a:gd name="T25" fmla="*/ 17 h 65"/>
              <a:gd name="T26" fmla="*/ 20 w 64"/>
              <a:gd name="T27" fmla="*/ 2 h 65"/>
              <a:gd name="T28" fmla="*/ 18 w 64"/>
              <a:gd name="T29" fmla="*/ 0 h 65"/>
              <a:gd name="T30" fmla="*/ 16 w 64"/>
              <a:gd name="T31" fmla="*/ 2 h 65"/>
              <a:gd name="T32" fmla="*/ 16 w 64"/>
              <a:gd name="T33" fmla="*/ 17 h 65"/>
              <a:gd name="T34" fmla="*/ 14 w 64"/>
              <a:gd name="T35" fmla="*/ 18 h 65"/>
              <a:gd name="T36" fmla="*/ 12 w 64"/>
              <a:gd name="T37" fmla="*/ 17 h 65"/>
              <a:gd name="T38" fmla="*/ 12 w 64"/>
              <a:gd name="T39" fmla="*/ 2 h 65"/>
              <a:gd name="T40" fmla="*/ 10 w 64"/>
              <a:gd name="T41" fmla="*/ 0 h 65"/>
              <a:gd name="T42" fmla="*/ 8 w 64"/>
              <a:gd name="T43" fmla="*/ 2 h 65"/>
              <a:gd name="T44" fmla="*/ 8 w 64"/>
              <a:gd name="T45" fmla="*/ 17 h 65"/>
              <a:gd name="T46" fmla="*/ 6 w 64"/>
              <a:gd name="T47" fmla="*/ 18 h 65"/>
              <a:gd name="T48" fmla="*/ 4 w 64"/>
              <a:gd name="T49" fmla="*/ 17 h 65"/>
              <a:gd name="T50" fmla="*/ 4 w 64"/>
              <a:gd name="T51" fmla="*/ 2 h 65"/>
              <a:gd name="T52" fmla="*/ 2 w 64"/>
              <a:gd name="T53" fmla="*/ 0 h 65"/>
              <a:gd name="T54" fmla="*/ 0 w 64"/>
              <a:gd name="T55" fmla="*/ 2 h 65"/>
              <a:gd name="T56" fmla="*/ 0 w 64"/>
              <a:gd name="T57" fmla="*/ 17 h 65"/>
              <a:gd name="T58" fmla="*/ 0 w 64"/>
              <a:gd name="T59" fmla="*/ 21 h 65"/>
              <a:gd name="T60" fmla="*/ 3 w 64"/>
              <a:gd name="T61" fmla="*/ 25 h 65"/>
              <a:gd name="T62" fmla="*/ 8 w 64"/>
              <a:gd name="T63" fmla="*/ 33 h 65"/>
              <a:gd name="T64" fmla="*/ 8 w 64"/>
              <a:gd name="T65" fmla="*/ 65 h 65"/>
              <a:gd name="T66" fmla="*/ 20 w 64"/>
              <a:gd name="T67" fmla="*/ 65 h 65"/>
              <a:gd name="T68" fmla="*/ 20 w 64"/>
              <a:gd name="T69" fmla="*/ 33 h 65"/>
              <a:gd name="T70" fmla="*/ 25 w 64"/>
              <a:gd name="T71" fmla="*/ 25 h 65"/>
              <a:gd name="T72" fmla="*/ 28 w 64"/>
              <a:gd name="T73" fmla="*/ 21 h 65"/>
              <a:gd name="T74" fmla="*/ 28 w 64"/>
              <a:gd name="T75" fmla="*/ 17 h 65"/>
              <a:gd name="T76" fmla="*/ 28 w 64"/>
              <a:gd name="T77" fmla="*/ 2 h 65"/>
              <a:gd name="T78" fmla="*/ 26 w 64"/>
              <a:gd name="T79"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4" h="65">
                <a:moveTo>
                  <a:pt x="54" y="0"/>
                </a:moveTo>
                <a:cubicBezTo>
                  <a:pt x="49" y="0"/>
                  <a:pt x="44" y="5"/>
                  <a:pt x="44" y="11"/>
                </a:cubicBezTo>
                <a:cubicBezTo>
                  <a:pt x="44" y="41"/>
                  <a:pt x="44" y="41"/>
                  <a:pt x="44" y="41"/>
                </a:cubicBezTo>
                <a:cubicBezTo>
                  <a:pt x="52" y="41"/>
                  <a:pt x="52" y="41"/>
                  <a:pt x="52" y="41"/>
                </a:cubicBezTo>
                <a:cubicBezTo>
                  <a:pt x="52" y="65"/>
                  <a:pt x="52" y="65"/>
                  <a:pt x="52" y="65"/>
                </a:cubicBezTo>
                <a:cubicBezTo>
                  <a:pt x="64" y="65"/>
                  <a:pt x="64" y="65"/>
                  <a:pt x="64" y="65"/>
                </a:cubicBezTo>
                <a:cubicBezTo>
                  <a:pt x="64" y="11"/>
                  <a:pt x="64" y="11"/>
                  <a:pt x="64" y="11"/>
                </a:cubicBezTo>
                <a:cubicBezTo>
                  <a:pt x="64" y="5"/>
                  <a:pt x="60" y="0"/>
                  <a:pt x="54" y="0"/>
                </a:cubicBezTo>
                <a:close/>
                <a:moveTo>
                  <a:pt x="26" y="0"/>
                </a:moveTo>
                <a:cubicBezTo>
                  <a:pt x="25" y="0"/>
                  <a:pt x="24" y="1"/>
                  <a:pt x="24" y="2"/>
                </a:cubicBezTo>
                <a:cubicBezTo>
                  <a:pt x="24" y="17"/>
                  <a:pt x="24" y="17"/>
                  <a:pt x="24" y="17"/>
                </a:cubicBezTo>
                <a:cubicBezTo>
                  <a:pt x="24" y="17"/>
                  <a:pt x="23" y="18"/>
                  <a:pt x="22" y="18"/>
                </a:cubicBezTo>
                <a:cubicBezTo>
                  <a:pt x="21" y="18"/>
                  <a:pt x="20" y="17"/>
                  <a:pt x="20" y="17"/>
                </a:cubicBezTo>
                <a:cubicBezTo>
                  <a:pt x="20" y="2"/>
                  <a:pt x="20" y="2"/>
                  <a:pt x="20" y="2"/>
                </a:cubicBezTo>
                <a:cubicBezTo>
                  <a:pt x="20" y="1"/>
                  <a:pt x="19" y="0"/>
                  <a:pt x="18" y="0"/>
                </a:cubicBezTo>
                <a:cubicBezTo>
                  <a:pt x="17" y="0"/>
                  <a:pt x="16" y="1"/>
                  <a:pt x="16" y="2"/>
                </a:cubicBezTo>
                <a:cubicBezTo>
                  <a:pt x="16" y="17"/>
                  <a:pt x="16" y="17"/>
                  <a:pt x="16" y="17"/>
                </a:cubicBezTo>
                <a:cubicBezTo>
                  <a:pt x="16" y="17"/>
                  <a:pt x="15" y="18"/>
                  <a:pt x="14" y="18"/>
                </a:cubicBezTo>
                <a:cubicBezTo>
                  <a:pt x="13" y="18"/>
                  <a:pt x="12" y="17"/>
                  <a:pt x="12" y="17"/>
                </a:cubicBezTo>
                <a:cubicBezTo>
                  <a:pt x="12" y="2"/>
                  <a:pt x="12" y="2"/>
                  <a:pt x="12" y="2"/>
                </a:cubicBezTo>
                <a:cubicBezTo>
                  <a:pt x="12" y="1"/>
                  <a:pt x="11" y="0"/>
                  <a:pt x="10" y="0"/>
                </a:cubicBezTo>
                <a:cubicBezTo>
                  <a:pt x="9" y="0"/>
                  <a:pt x="8" y="1"/>
                  <a:pt x="8" y="2"/>
                </a:cubicBezTo>
                <a:cubicBezTo>
                  <a:pt x="8" y="17"/>
                  <a:pt x="8" y="17"/>
                  <a:pt x="8" y="17"/>
                </a:cubicBezTo>
                <a:cubicBezTo>
                  <a:pt x="8" y="17"/>
                  <a:pt x="7" y="18"/>
                  <a:pt x="6" y="18"/>
                </a:cubicBezTo>
                <a:cubicBezTo>
                  <a:pt x="5" y="18"/>
                  <a:pt x="4" y="17"/>
                  <a:pt x="4" y="17"/>
                </a:cubicBezTo>
                <a:cubicBezTo>
                  <a:pt x="4" y="2"/>
                  <a:pt x="4" y="2"/>
                  <a:pt x="4" y="2"/>
                </a:cubicBezTo>
                <a:cubicBezTo>
                  <a:pt x="4" y="1"/>
                  <a:pt x="3" y="0"/>
                  <a:pt x="2" y="0"/>
                </a:cubicBezTo>
                <a:cubicBezTo>
                  <a:pt x="0" y="0"/>
                  <a:pt x="0" y="1"/>
                  <a:pt x="0" y="2"/>
                </a:cubicBezTo>
                <a:cubicBezTo>
                  <a:pt x="0" y="17"/>
                  <a:pt x="0" y="17"/>
                  <a:pt x="0" y="17"/>
                </a:cubicBezTo>
                <a:cubicBezTo>
                  <a:pt x="0" y="21"/>
                  <a:pt x="0" y="21"/>
                  <a:pt x="0" y="21"/>
                </a:cubicBezTo>
                <a:cubicBezTo>
                  <a:pt x="0" y="22"/>
                  <a:pt x="1" y="23"/>
                  <a:pt x="3" y="25"/>
                </a:cubicBezTo>
                <a:cubicBezTo>
                  <a:pt x="5" y="26"/>
                  <a:pt x="8" y="28"/>
                  <a:pt x="8" y="33"/>
                </a:cubicBezTo>
                <a:cubicBezTo>
                  <a:pt x="8" y="65"/>
                  <a:pt x="8" y="65"/>
                  <a:pt x="8" y="65"/>
                </a:cubicBezTo>
                <a:cubicBezTo>
                  <a:pt x="20" y="65"/>
                  <a:pt x="20" y="65"/>
                  <a:pt x="20" y="65"/>
                </a:cubicBezTo>
                <a:cubicBezTo>
                  <a:pt x="20" y="33"/>
                  <a:pt x="20" y="33"/>
                  <a:pt x="20" y="33"/>
                </a:cubicBezTo>
                <a:cubicBezTo>
                  <a:pt x="20" y="28"/>
                  <a:pt x="22" y="26"/>
                  <a:pt x="25" y="25"/>
                </a:cubicBezTo>
                <a:cubicBezTo>
                  <a:pt x="26" y="23"/>
                  <a:pt x="28" y="22"/>
                  <a:pt x="28" y="21"/>
                </a:cubicBezTo>
                <a:cubicBezTo>
                  <a:pt x="28" y="17"/>
                  <a:pt x="28" y="17"/>
                  <a:pt x="28" y="17"/>
                </a:cubicBezTo>
                <a:cubicBezTo>
                  <a:pt x="28" y="2"/>
                  <a:pt x="28" y="2"/>
                  <a:pt x="28" y="2"/>
                </a:cubicBezTo>
                <a:cubicBezTo>
                  <a:pt x="28" y="1"/>
                  <a:pt x="27" y="0"/>
                  <a:pt x="26" y="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1" name="Freeform 43"/>
          <p:cNvSpPr>
            <a:spLocks noEditPoints="1"/>
          </p:cNvSpPr>
          <p:nvPr/>
        </p:nvSpPr>
        <p:spPr bwMode="auto">
          <a:xfrm>
            <a:off x="10296648" y="4247139"/>
            <a:ext cx="177380" cy="199370"/>
          </a:xfrm>
          <a:custGeom>
            <a:avLst/>
            <a:gdLst>
              <a:gd name="T0" fmla="*/ 58 w 74"/>
              <a:gd name="T1" fmla="*/ 25 h 83"/>
              <a:gd name="T2" fmla="*/ 63 w 74"/>
              <a:gd name="T3" fmla="*/ 22 h 83"/>
              <a:gd name="T4" fmla="*/ 68 w 74"/>
              <a:gd name="T5" fmla="*/ 12 h 83"/>
              <a:gd name="T6" fmla="*/ 65 w 74"/>
              <a:gd name="T7" fmla="*/ 3 h 83"/>
              <a:gd name="T8" fmla="*/ 58 w 74"/>
              <a:gd name="T9" fmla="*/ 0 h 83"/>
              <a:gd name="T10" fmla="*/ 46 w 74"/>
              <a:gd name="T11" fmla="*/ 6 h 83"/>
              <a:gd name="T12" fmla="*/ 36 w 74"/>
              <a:gd name="T13" fmla="*/ 24 h 83"/>
              <a:gd name="T14" fmla="*/ 27 w 74"/>
              <a:gd name="T15" fmla="*/ 6 h 83"/>
              <a:gd name="T16" fmla="*/ 18 w 74"/>
              <a:gd name="T17" fmla="*/ 2 h 83"/>
              <a:gd name="T18" fmla="*/ 11 w 74"/>
              <a:gd name="T19" fmla="*/ 5 h 83"/>
              <a:gd name="T20" fmla="*/ 12 w 74"/>
              <a:gd name="T21" fmla="*/ 21 h 83"/>
              <a:gd name="T22" fmla="*/ 18 w 74"/>
              <a:gd name="T23" fmla="*/ 25 h 83"/>
              <a:gd name="T24" fmla="*/ 0 w 74"/>
              <a:gd name="T25" fmla="*/ 25 h 83"/>
              <a:gd name="T26" fmla="*/ 0 w 74"/>
              <a:gd name="T27" fmla="*/ 47 h 83"/>
              <a:gd name="T28" fmla="*/ 6 w 74"/>
              <a:gd name="T29" fmla="*/ 47 h 83"/>
              <a:gd name="T30" fmla="*/ 6 w 74"/>
              <a:gd name="T31" fmla="*/ 83 h 83"/>
              <a:gd name="T32" fmla="*/ 69 w 74"/>
              <a:gd name="T33" fmla="*/ 83 h 83"/>
              <a:gd name="T34" fmla="*/ 69 w 74"/>
              <a:gd name="T35" fmla="*/ 47 h 83"/>
              <a:gd name="T36" fmla="*/ 74 w 74"/>
              <a:gd name="T37" fmla="*/ 47 h 83"/>
              <a:gd name="T38" fmla="*/ 74 w 74"/>
              <a:gd name="T39" fmla="*/ 25 h 83"/>
              <a:gd name="T40" fmla="*/ 58 w 74"/>
              <a:gd name="T41" fmla="*/ 25 h 83"/>
              <a:gd name="T42" fmla="*/ 50 w 74"/>
              <a:gd name="T43" fmla="*/ 10 h 83"/>
              <a:gd name="T44" fmla="*/ 58 w 74"/>
              <a:gd name="T45" fmla="*/ 6 h 83"/>
              <a:gd name="T46" fmla="*/ 61 w 74"/>
              <a:gd name="T47" fmla="*/ 7 h 83"/>
              <a:gd name="T48" fmla="*/ 59 w 74"/>
              <a:gd name="T49" fmla="*/ 18 h 83"/>
              <a:gd name="T50" fmla="*/ 46 w 74"/>
              <a:gd name="T51" fmla="*/ 25 h 83"/>
              <a:gd name="T52" fmla="*/ 42 w 74"/>
              <a:gd name="T53" fmla="*/ 25 h 83"/>
              <a:gd name="T54" fmla="*/ 50 w 74"/>
              <a:gd name="T55" fmla="*/ 10 h 83"/>
              <a:gd name="T56" fmla="*/ 14 w 74"/>
              <a:gd name="T57" fmla="*/ 12 h 83"/>
              <a:gd name="T58" fmla="*/ 15 w 74"/>
              <a:gd name="T59" fmla="*/ 9 h 83"/>
              <a:gd name="T60" fmla="*/ 18 w 74"/>
              <a:gd name="T61" fmla="*/ 8 h 83"/>
              <a:gd name="T62" fmla="*/ 18 w 74"/>
              <a:gd name="T63" fmla="*/ 8 h 83"/>
              <a:gd name="T64" fmla="*/ 23 w 74"/>
              <a:gd name="T65" fmla="*/ 10 h 83"/>
              <a:gd name="T66" fmla="*/ 30 w 74"/>
              <a:gd name="T67" fmla="*/ 23 h 83"/>
              <a:gd name="T68" fmla="*/ 30 w 74"/>
              <a:gd name="T69" fmla="*/ 24 h 83"/>
              <a:gd name="T70" fmla="*/ 29 w 74"/>
              <a:gd name="T71" fmla="*/ 24 h 83"/>
              <a:gd name="T72" fmla="*/ 17 w 74"/>
              <a:gd name="T73" fmla="*/ 17 h 83"/>
              <a:gd name="T74" fmla="*/ 14 w 74"/>
              <a:gd name="T75" fmla="*/ 12 h 83"/>
              <a:gd name="T76" fmla="*/ 32 w 74"/>
              <a:gd name="T77" fmla="*/ 78 h 83"/>
              <a:gd name="T78" fmla="*/ 11 w 74"/>
              <a:gd name="T79" fmla="*/ 78 h 83"/>
              <a:gd name="T80" fmla="*/ 11 w 74"/>
              <a:gd name="T81" fmla="*/ 44 h 83"/>
              <a:gd name="T82" fmla="*/ 32 w 74"/>
              <a:gd name="T83" fmla="*/ 44 h 83"/>
              <a:gd name="T84" fmla="*/ 32 w 74"/>
              <a:gd name="T85" fmla="*/ 78 h 83"/>
              <a:gd name="T86" fmla="*/ 32 w 74"/>
              <a:gd name="T87" fmla="*/ 41 h 83"/>
              <a:gd name="T88" fmla="*/ 6 w 74"/>
              <a:gd name="T89" fmla="*/ 41 h 83"/>
              <a:gd name="T90" fmla="*/ 6 w 74"/>
              <a:gd name="T91" fmla="*/ 31 h 83"/>
              <a:gd name="T92" fmla="*/ 32 w 74"/>
              <a:gd name="T93" fmla="*/ 31 h 83"/>
              <a:gd name="T94" fmla="*/ 32 w 74"/>
              <a:gd name="T95" fmla="*/ 41 h 83"/>
              <a:gd name="T96" fmla="*/ 63 w 74"/>
              <a:gd name="T97" fmla="*/ 78 h 83"/>
              <a:gd name="T98" fmla="*/ 42 w 74"/>
              <a:gd name="T99" fmla="*/ 78 h 83"/>
              <a:gd name="T100" fmla="*/ 42 w 74"/>
              <a:gd name="T101" fmla="*/ 44 h 83"/>
              <a:gd name="T102" fmla="*/ 63 w 74"/>
              <a:gd name="T103" fmla="*/ 44 h 83"/>
              <a:gd name="T104" fmla="*/ 63 w 74"/>
              <a:gd name="T105" fmla="*/ 78 h 83"/>
              <a:gd name="T106" fmla="*/ 69 w 74"/>
              <a:gd name="T107" fmla="*/ 41 h 83"/>
              <a:gd name="T108" fmla="*/ 42 w 74"/>
              <a:gd name="T109" fmla="*/ 41 h 83"/>
              <a:gd name="T110" fmla="*/ 42 w 74"/>
              <a:gd name="T111" fmla="*/ 31 h 83"/>
              <a:gd name="T112" fmla="*/ 69 w 74"/>
              <a:gd name="T113" fmla="*/ 31 h 83"/>
              <a:gd name="T114" fmla="*/ 69 w 74"/>
              <a:gd name="T115" fmla="*/ 4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4" h="83">
                <a:moveTo>
                  <a:pt x="58" y="25"/>
                </a:moveTo>
                <a:cubicBezTo>
                  <a:pt x="60" y="24"/>
                  <a:pt x="61" y="23"/>
                  <a:pt x="63" y="22"/>
                </a:cubicBezTo>
                <a:cubicBezTo>
                  <a:pt x="65" y="19"/>
                  <a:pt x="67" y="16"/>
                  <a:pt x="68" y="12"/>
                </a:cubicBezTo>
                <a:cubicBezTo>
                  <a:pt x="69" y="9"/>
                  <a:pt x="68" y="5"/>
                  <a:pt x="65" y="3"/>
                </a:cubicBezTo>
                <a:cubicBezTo>
                  <a:pt x="63" y="1"/>
                  <a:pt x="61" y="0"/>
                  <a:pt x="58" y="0"/>
                </a:cubicBezTo>
                <a:cubicBezTo>
                  <a:pt x="54" y="0"/>
                  <a:pt x="50" y="2"/>
                  <a:pt x="46" y="6"/>
                </a:cubicBezTo>
                <a:cubicBezTo>
                  <a:pt x="41" y="11"/>
                  <a:pt x="38" y="19"/>
                  <a:pt x="36" y="24"/>
                </a:cubicBezTo>
                <a:cubicBezTo>
                  <a:pt x="35" y="19"/>
                  <a:pt x="32" y="11"/>
                  <a:pt x="27" y="6"/>
                </a:cubicBezTo>
                <a:cubicBezTo>
                  <a:pt x="25" y="4"/>
                  <a:pt x="21" y="2"/>
                  <a:pt x="18" y="2"/>
                </a:cubicBezTo>
                <a:cubicBezTo>
                  <a:pt x="15" y="2"/>
                  <a:pt x="13" y="3"/>
                  <a:pt x="11" y="5"/>
                </a:cubicBezTo>
                <a:cubicBezTo>
                  <a:pt x="7" y="9"/>
                  <a:pt x="8" y="16"/>
                  <a:pt x="12" y="21"/>
                </a:cubicBezTo>
                <a:cubicBezTo>
                  <a:pt x="14" y="23"/>
                  <a:pt x="16" y="24"/>
                  <a:pt x="18" y="25"/>
                </a:cubicBezTo>
                <a:cubicBezTo>
                  <a:pt x="0" y="25"/>
                  <a:pt x="0" y="25"/>
                  <a:pt x="0" y="25"/>
                </a:cubicBezTo>
                <a:cubicBezTo>
                  <a:pt x="0" y="47"/>
                  <a:pt x="0" y="47"/>
                  <a:pt x="0" y="47"/>
                </a:cubicBezTo>
                <a:cubicBezTo>
                  <a:pt x="6" y="47"/>
                  <a:pt x="6" y="47"/>
                  <a:pt x="6" y="47"/>
                </a:cubicBezTo>
                <a:cubicBezTo>
                  <a:pt x="6" y="83"/>
                  <a:pt x="6" y="83"/>
                  <a:pt x="6" y="83"/>
                </a:cubicBezTo>
                <a:cubicBezTo>
                  <a:pt x="69" y="83"/>
                  <a:pt x="69" y="83"/>
                  <a:pt x="69" y="83"/>
                </a:cubicBezTo>
                <a:cubicBezTo>
                  <a:pt x="69" y="47"/>
                  <a:pt x="69" y="47"/>
                  <a:pt x="69" y="47"/>
                </a:cubicBezTo>
                <a:cubicBezTo>
                  <a:pt x="74" y="47"/>
                  <a:pt x="74" y="47"/>
                  <a:pt x="74" y="47"/>
                </a:cubicBezTo>
                <a:cubicBezTo>
                  <a:pt x="74" y="25"/>
                  <a:pt x="74" y="25"/>
                  <a:pt x="74" y="25"/>
                </a:cubicBezTo>
                <a:lnTo>
                  <a:pt x="58" y="25"/>
                </a:lnTo>
                <a:close/>
                <a:moveTo>
                  <a:pt x="50" y="10"/>
                </a:moveTo>
                <a:cubicBezTo>
                  <a:pt x="53" y="7"/>
                  <a:pt x="56" y="6"/>
                  <a:pt x="58" y="6"/>
                </a:cubicBezTo>
                <a:cubicBezTo>
                  <a:pt x="59" y="6"/>
                  <a:pt x="60" y="6"/>
                  <a:pt x="61" y="7"/>
                </a:cubicBezTo>
                <a:cubicBezTo>
                  <a:pt x="63" y="9"/>
                  <a:pt x="62" y="14"/>
                  <a:pt x="59" y="18"/>
                </a:cubicBezTo>
                <a:cubicBezTo>
                  <a:pt x="55" y="21"/>
                  <a:pt x="50" y="24"/>
                  <a:pt x="46" y="25"/>
                </a:cubicBezTo>
                <a:cubicBezTo>
                  <a:pt x="42" y="25"/>
                  <a:pt x="42" y="25"/>
                  <a:pt x="42" y="25"/>
                </a:cubicBezTo>
                <a:cubicBezTo>
                  <a:pt x="43" y="21"/>
                  <a:pt x="46" y="14"/>
                  <a:pt x="50" y="10"/>
                </a:cubicBezTo>
                <a:close/>
                <a:moveTo>
                  <a:pt x="14" y="12"/>
                </a:moveTo>
                <a:cubicBezTo>
                  <a:pt x="14" y="12"/>
                  <a:pt x="14" y="10"/>
                  <a:pt x="15" y="9"/>
                </a:cubicBezTo>
                <a:cubicBezTo>
                  <a:pt x="16" y="8"/>
                  <a:pt x="17" y="8"/>
                  <a:pt x="18" y="8"/>
                </a:cubicBezTo>
                <a:cubicBezTo>
                  <a:pt x="18" y="8"/>
                  <a:pt x="18" y="8"/>
                  <a:pt x="18" y="8"/>
                </a:cubicBezTo>
                <a:cubicBezTo>
                  <a:pt x="20" y="8"/>
                  <a:pt x="22" y="9"/>
                  <a:pt x="23" y="10"/>
                </a:cubicBezTo>
                <a:cubicBezTo>
                  <a:pt x="26" y="13"/>
                  <a:pt x="28" y="18"/>
                  <a:pt x="30" y="23"/>
                </a:cubicBezTo>
                <a:cubicBezTo>
                  <a:pt x="30" y="23"/>
                  <a:pt x="30" y="24"/>
                  <a:pt x="30" y="24"/>
                </a:cubicBezTo>
                <a:cubicBezTo>
                  <a:pt x="30" y="24"/>
                  <a:pt x="29" y="24"/>
                  <a:pt x="29" y="24"/>
                </a:cubicBezTo>
                <a:cubicBezTo>
                  <a:pt x="24" y="22"/>
                  <a:pt x="19" y="20"/>
                  <a:pt x="17" y="17"/>
                </a:cubicBezTo>
                <a:cubicBezTo>
                  <a:pt x="15" y="16"/>
                  <a:pt x="14" y="14"/>
                  <a:pt x="14" y="12"/>
                </a:cubicBezTo>
                <a:close/>
                <a:moveTo>
                  <a:pt x="32" y="78"/>
                </a:moveTo>
                <a:cubicBezTo>
                  <a:pt x="11" y="78"/>
                  <a:pt x="11" y="78"/>
                  <a:pt x="11" y="78"/>
                </a:cubicBezTo>
                <a:cubicBezTo>
                  <a:pt x="11" y="44"/>
                  <a:pt x="11" y="44"/>
                  <a:pt x="11" y="44"/>
                </a:cubicBezTo>
                <a:cubicBezTo>
                  <a:pt x="32" y="44"/>
                  <a:pt x="32" y="44"/>
                  <a:pt x="32" y="44"/>
                </a:cubicBezTo>
                <a:lnTo>
                  <a:pt x="32" y="78"/>
                </a:lnTo>
                <a:close/>
                <a:moveTo>
                  <a:pt x="32" y="41"/>
                </a:moveTo>
                <a:cubicBezTo>
                  <a:pt x="6" y="41"/>
                  <a:pt x="6" y="41"/>
                  <a:pt x="6" y="41"/>
                </a:cubicBezTo>
                <a:cubicBezTo>
                  <a:pt x="6" y="31"/>
                  <a:pt x="6" y="31"/>
                  <a:pt x="6" y="31"/>
                </a:cubicBezTo>
                <a:cubicBezTo>
                  <a:pt x="32" y="31"/>
                  <a:pt x="32" y="31"/>
                  <a:pt x="32" y="31"/>
                </a:cubicBezTo>
                <a:lnTo>
                  <a:pt x="32" y="41"/>
                </a:lnTo>
                <a:close/>
                <a:moveTo>
                  <a:pt x="63" y="78"/>
                </a:moveTo>
                <a:cubicBezTo>
                  <a:pt x="42" y="78"/>
                  <a:pt x="42" y="78"/>
                  <a:pt x="42" y="78"/>
                </a:cubicBezTo>
                <a:cubicBezTo>
                  <a:pt x="42" y="44"/>
                  <a:pt x="42" y="44"/>
                  <a:pt x="42" y="44"/>
                </a:cubicBezTo>
                <a:cubicBezTo>
                  <a:pt x="63" y="44"/>
                  <a:pt x="63" y="44"/>
                  <a:pt x="63" y="44"/>
                </a:cubicBezTo>
                <a:lnTo>
                  <a:pt x="63" y="78"/>
                </a:lnTo>
                <a:close/>
                <a:moveTo>
                  <a:pt x="69" y="41"/>
                </a:moveTo>
                <a:cubicBezTo>
                  <a:pt x="42" y="41"/>
                  <a:pt x="42" y="41"/>
                  <a:pt x="42" y="41"/>
                </a:cubicBezTo>
                <a:cubicBezTo>
                  <a:pt x="42" y="31"/>
                  <a:pt x="42" y="31"/>
                  <a:pt x="42" y="31"/>
                </a:cubicBezTo>
                <a:cubicBezTo>
                  <a:pt x="69" y="31"/>
                  <a:pt x="69" y="31"/>
                  <a:pt x="69" y="31"/>
                </a:cubicBezTo>
                <a:lnTo>
                  <a:pt x="69" y="4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2" name="Freeform 44"/>
          <p:cNvSpPr>
            <a:spLocks noEditPoints="1"/>
          </p:cNvSpPr>
          <p:nvPr/>
        </p:nvSpPr>
        <p:spPr bwMode="auto">
          <a:xfrm>
            <a:off x="10243874" y="5145767"/>
            <a:ext cx="184710" cy="150993"/>
          </a:xfrm>
          <a:custGeom>
            <a:avLst/>
            <a:gdLst>
              <a:gd name="T0" fmla="*/ 1 w 77"/>
              <a:gd name="T1" fmla="*/ 42 h 63"/>
              <a:gd name="T2" fmla="*/ 8 w 77"/>
              <a:gd name="T3" fmla="*/ 55 h 63"/>
              <a:gd name="T4" fmla="*/ 21 w 77"/>
              <a:gd name="T5" fmla="*/ 61 h 63"/>
              <a:gd name="T6" fmla="*/ 38 w 77"/>
              <a:gd name="T7" fmla="*/ 63 h 63"/>
              <a:gd name="T8" fmla="*/ 56 w 77"/>
              <a:gd name="T9" fmla="*/ 61 h 63"/>
              <a:gd name="T10" fmla="*/ 69 w 77"/>
              <a:gd name="T11" fmla="*/ 55 h 63"/>
              <a:gd name="T12" fmla="*/ 76 w 77"/>
              <a:gd name="T13" fmla="*/ 42 h 63"/>
              <a:gd name="T14" fmla="*/ 71 w 77"/>
              <a:gd name="T15" fmla="*/ 16 h 63"/>
              <a:gd name="T16" fmla="*/ 72 w 77"/>
              <a:gd name="T17" fmla="*/ 11 h 63"/>
              <a:gd name="T18" fmla="*/ 70 w 77"/>
              <a:gd name="T19" fmla="*/ 0 h 63"/>
              <a:gd name="T20" fmla="*/ 67 w 77"/>
              <a:gd name="T21" fmla="*/ 0 h 63"/>
              <a:gd name="T22" fmla="*/ 60 w 77"/>
              <a:gd name="T23" fmla="*/ 3 h 63"/>
              <a:gd name="T24" fmla="*/ 38 w 77"/>
              <a:gd name="T25" fmla="*/ 5 h 63"/>
              <a:gd name="T26" fmla="*/ 17 w 77"/>
              <a:gd name="T27" fmla="*/ 3 h 63"/>
              <a:gd name="T28" fmla="*/ 9 w 77"/>
              <a:gd name="T29" fmla="*/ 0 h 63"/>
              <a:gd name="T30" fmla="*/ 7 w 77"/>
              <a:gd name="T31" fmla="*/ 0 h 63"/>
              <a:gd name="T32" fmla="*/ 5 w 77"/>
              <a:gd name="T33" fmla="*/ 11 h 63"/>
              <a:gd name="T34" fmla="*/ 6 w 77"/>
              <a:gd name="T35" fmla="*/ 16 h 63"/>
              <a:gd name="T36" fmla="*/ 9 w 77"/>
              <a:gd name="T37" fmla="*/ 42 h 63"/>
              <a:gd name="T38" fmla="*/ 18 w 77"/>
              <a:gd name="T39" fmla="*/ 30 h 63"/>
              <a:gd name="T40" fmla="*/ 27 w 77"/>
              <a:gd name="T41" fmla="*/ 29 h 63"/>
              <a:gd name="T42" fmla="*/ 38 w 77"/>
              <a:gd name="T43" fmla="*/ 30 h 63"/>
              <a:gd name="T44" fmla="*/ 49 w 77"/>
              <a:gd name="T45" fmla="*/ 29 h 63"/>
              <a:gd name="T46" fmla="*/ 59 w 77"/>
              <a:gd name="T47" fmla="*/ 30 h 63"/>
              <a:gd name="T48" fmla="*/ 67 w 77"/>
              <a:gd name="T49" fmla="*/ 42 h 63"/>
              <a:gd name="T50" fmla="*/ 64 w 77"/>
              <a:gd name="T51" fmla="*/ 52 h 63"/>
              <a:gd name="T52" fmla="*/ 56 w 77"/>
              <a:gd name="T53" fmla="*/ 57 h 63"/>
              <a:gd name="T54" fmla="*/ 45 w 77"/>
              <a:gd name="T55" fmla="*/ 58 h 63"/>
              <a:gd name="T56" fmla="*/ 31 w 77"/>
              <a:gd name="T57" fmla="*/ 58 h 63"/>
              <a:gd name="T58" fmla="*/ 20 w 77"/>
              <a:gd name="T59" fmla="*/ 57 h 63"/>
              <a:gd name="T60" fmla="*/ 12 w 77"/>
              <a:gd name="T61" fmla="*/ 52 h 63"/>
              <a:gd name="T62" fmla="*/ 9 w 77"/>
              <a:gd name="T63" fmla="*/ 42 h 63"/>
              <a:gd name="T64" fmla="*/ 53 w 77"/>
              <a:gd name="T65" fmla="*/ 48 h 63"/>
              <a:gd name="T66" fmla="*/ 53 w 77"/>
              <a:gd name="T67" fmla="*/ 34 h 63"/>
              <a:gd name="T68" fmla="*/ 19 w 77"/>
              <a:gd name="T69" fmla="*/ 41 h 63"/>
              <a:gd name="T70" fmla="*/ 29 w 77"/>
              <a:gd name="T71" fmla="*/ 41 h 63"/>
              <a:gd name="T72" fmla="*/ 19 w 77"/>
              <a:gd name="T73" fmla="*/ 4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7" h="63">
                <a:moveTo>
                  <a:pt x="0" y="33"/>
                </a:moveTo>
                <a:cubicBezTo>
                  <a:pt x="0" y="36"/>
                  <a:pt x="0" y="39"/>
                  <a:pt x="1" y="42"/>
                </a:cubicBezTo>
                <a:cubicBezTo>
                  <a:pt x="1" y="45"/>
                  <a:pt x="2" y="47"/>
                  <a:pt x="3" y="49"/>
                </a:cubicBezTo>
                <a:cubicBezTo>
                  <a:pt x="5" y="51"/>
                  <a:pt x="6" y="53"/>
                  <a:pt x="8" y="55"/>
                </a:cubicBezTo>
                <a:cubicBezTo>
                  <a:pt x="10" y="56"/>
                  <a:pt x="12" y="58"/>
                  <a:pt x="14" y="59"/>
                </a:cubicBezTo>
                <a:cubicBezTo>
                  <a:pt x="16" y="60"/>
                  <a:pt x="18" y="61"/>
                  <a:pt x="21" y="61"/>
                </a:cubicBezTo>
                <a:cubicBezTo>
                  <a:pt x="23" y="62"/>
                  <a:pt x="26" y="62"/>
                  <a:pt x="29" y="63"/>
                </a:cubicBezTo>
                <a:cubicBezTo>
                  <a:pt x="32" y="63"/>
                  <a:pt x="35" y="63"/>
                  <a:pt x="38" y="63"/>
                </a:cubicBezTo>
                <a:cubicBezTo>
                  <a:pt x="42" y="63"/>
                  <a:pt x="45" y="63"/>
                  <a:pt x="47" y="63"/>
                </a:cubicBezTo>
                <a:cubicBezTo>
                  <a:pt x="50" y="62"/>
                  <a:pt x="53" y="62"/>
                  <a:pt x="56" y="61"/>
                </a:cubicBezTo>
                <a:cubicBezTo>
                  <a:pt x="58" y="61"/>
                  <a:pt x="61" y="60"/>
                  <a:pt x="63" y="59"/>
                </a:cubicBezTo>
                <a:cubicBezTo>
                  <a:pt x="65" y="58"/>
                  <a:pt x="67" y="56"/>
                  <a:pt x="69" y="55"/>
                </a:cubicBezTo>
                <a:cubicBezTo>
                  <a:pt x="71" y="53"/>
                  <a:pt x="72" y="51"/>
                  <a:pt x="73" y="49"/>
                </a:cubicBezTo>
                <a:cubicBezTo>
                  <a:pt x="74" y="47"/>
                  <a:pt x="75" y="45"/>
                  <a:pt x="76" y="42"/>
                </a:cubicBezTo>
                <a:cubicBezTo>
                  <a:pt x="77" y="39"/>
                  <a:pt x="77" y="36"/>
                  <a:pt x="77" y="33"/>
                </a:cubicBezTo>
                <a:cubicBezTo>
                  <a:pt x="77" y="26"/>
                  <a:pt x="75" y="21"/>
                  <a:pt x="71" y="16"/>
                </a:cubicBezTo>
                <a:cubicBezTo>
                  <a:pt x="71" y="16"/>
                  <a:pt x="71" y="15"/>
                  <a:pt x="71" y="14"/>
                </a:cubicBezTo>
                <a:cubicBezTo>
                  <a:pt x="71" y="13"/>
                  <a:pt x="72" y="12"/>
                  <a:pt x="72" y="11"/>
                </a:cubicBezTo>
                <a:cubicBezTo>
                  <a:pt x="72" y="10"/>
                  <a:pt x="72" y="8"/>
                  <a:pt x="72" y="6"/>
                </a:cubicBezTo>
                <a:cubicBezTo>
                  <a:pt x="71" y="4"/>
                  <a:pt x="71" y="2"/>
                  <a:pt x="70" y="0"/>
                </a:cubicBezTo>
                <a:cubicBezTo>
                  <a:pt x="69" y="0"/>
                  <a:pt x="69" y="0"/>
                  <a:pt x="69" y="0"/>
                </a:cubicBezTo>
                <a:cubicBezTo>
                  <a:pt x="69" y="0"/>
                  <a:pt x="68" y="0"/>
                  <a:pt x="67" y="0"/>
                </a:cubicBezTo>
                <a:cubicBezTo>
                  <a:pt x="67" y="0"/>
                  <a:pt x="65" y="1"/>
                  <a:pt x="64" y="1"/>
                </a:cubicBezTo>
                <a:cubicBezTo>
                  <a:pt x="63" y="1"/>
                  <a:pt x="61" y="2"/>
                  <a:pt x="60" y="3"/>
                </a:cubicBezTo>
                <a:cubicBezTo>
                  <a:pt x="58" y="4"/>
                  <a:pt x="56" y="5"/>
                  <a:pt x="53" y="7"/>
                </a:cubicBezTo>
                <a:cubicBezTo>
                  <a:pt x="50" y="6"/>
                  <a:pt x="45" y="5"/>
                  <a:pt x="38" y="5"/>
                </a:cubicBezTo>
                <a:cubicBezTo>
                  <a:pt x="32" y="5"/>
                  <a:pt x="27" y="6"/>
                  <a:pt x="23" y="7"/>
                </a:cubicBezTo>
                <a:cubicBezTo>
                  <a:pt x="21" y="5"/>
                  <a:pt x="19" y="4"/>
                  <a:pt x="17" y="3"/>
                </a:cubicBezTo>
                <a:cubicBezTo>
                  <a:pt x="15" y="2"/>
                  <a:pt x="14" y="1"/>
                  <a:pt x="12" y="1"/>
                </a:cubicBezTo>
                <a:cubicBezTo>
                  <a:pt x="11" y="1"/>
                  <a:pt x="10" y="0"/>
                  <a:pt x="9" y="0"/>
                </a:cubicBezTo>
                <a:cubicBezTo>
                  <a:pt x="8" y="0"/>
                  <a:pt x="8" y="0"/>
                  <a:pt x="7" y="0"/>
                </a:cubicBezTo>
                <a:cubicBezTo>
                  <a:pt x="7" y="0"/>
                  <a:pt x="7" y="0"/>
                  <a:pt x="7" y="0"/>
                </a:cubicBezTo>
                <a:cubicBezTo>
                  <a:pt x="6" y="2"/>
                  <a:pt x="5" y="4"/>
                  <a:pt x="5" y="6"/>
                </a:cubicBezTo>
                <a:cubicBezTo>
                  <a:pt x="5" y="8"/>
                  <a:pt x="5" y="10"/>
                  <a:pt x="5" y="11"/>
                </a:cubicBezTo>
                <a:cubicBezTo>
                  <a:pt x="5" y="12"/>
                  <a:pt x="5" y="13"/>
                  <a:pt x="5" y="14"/>
                </a:cubicBezTo>
                <a:cubicBezTo>
                  <a:pt x="6" y="15"/>
                  <a:pt x="6" y="16"/>
                  <a:pt x="6" y="16"/>
                </a:cubicBezTo>
                <a:cubicBezTo>
                  <a:pt x="2" y="21"/>
                  <a:pt x="0" y="26"/>
                  <a:pt x="0" y="33"/>
                </a:cubicBezTo>
                <a:close/>
                <a:moveTo>
                  <a:pt x="9" y="42"/>
                </a:moveTo>
                <a:cubicBezTo>
                  <a:pt x="9" y="38"/>
                  <a:pt x="11" y="35"/>
                  <a:pt x="14" y="32"/>
                </a:cubicBezTo>
                <a:cubicBezTo>
                  <a:pt x="15" y="31"/>
                  <a:pt x="16" y="30"/>
                  <a:pt x="18" y="30"/>
                </a:cubicBezTo>
                <a:cubicBezTo>
                  <a:pt x="19" y="30"/>
                  <a:pt x="20" y="29"/>
                  <a:pt x="22" y="29"/>
                </a:cubicBezTo>
                <a:cubicBezTo>
                  <a:pt x="24" y="29"/>
                  <a:pt x="25" y="29"/>
                  <a:pt x="27" y="29"/>
                </a:cubicBezTo>
                <a:cubicBezTo>
                  <a:pt x="28" y="29"/>
                  <a:pt x="30" y="29"/>
                  <a:pt x="32" y="30"/>
                </a:cubicBezTo>
                <a:cubicBezTo>
                  <a:pt x="35" y="30"/>
                  <a:pt x="36" y="30"/>
                  <a:pt x="38" y="30"/>
                </a:cubicBezTo>
                <a:cubicBezTo>
                  <a:pt x="40" y="30"/>
                  <a:pt x="42" y="30"/>
                  <a:pt x="44" y="30"/>
                </a:cubicBezTo>
                <a:cubicBezTo>
                  <a:pt x="46" y="29"/>
                  <a:pt x="48" y="29"/>
                  <a:pt x="49" y="29"/>
                </a:cubicBezTo>
                <a:cubicBezTo>
                  <a:pt x="51" y="29"/>
                  <a:pt x="52" y="29"/>
                  <a:pt x="54" y="29"/>
                </a:cubicBezTo>
                <a:cubicBezTo>
                  <a:pt x="56" y="29"/>
                  <a:pt x="57" y="30"/>
                  <a:pt x="59" y="30"/>
                </a:cubicBezTo>
                <a:cubicBezTo>
                  <a:pt x="60" y="30"/>
                  <a:pt x="61" y="31"/>
                  <a:pt x="62" y="32"/>
                </a:cubicBezTo>
                <a:cubicBezTo>
                  <a:pt x="65" y="35"/>
                  <a:pt x="67" y="38"/>
                  <a:pt x="67" y="42"/>
                </a:cubicBezTo>
                <a:cubicBezTo>
                  <a:pt x="67" y="44"/>
                  <a:pt x="67" y="46"/>
                  <a:pt x="66" y="48"/>
                </a:cubicBezTo>
                <a:cubicBezTo>
                  <a:pt x="66" y="49"/>
                  <a:pt x="65" y="51"/>
                  <a:pt x="64" y="52"/>
                </a:cubicBezTo>
                <a:cubicBezTo>
                  <a:pt x="63" y="53"/>
                  <a:pt x="62" y="54"/>
                  <a:pt x="61" y="55"/>
                </a:cubicBezTo>
                <a:cubicBezTo>
                  <a:pt x="59" y="56"/>
                  <a:pt x="58" y="56"/>
                  <a:pt x="56" y="57"/>
                </a:cubicBezTo>
                <a:cubicBezTo>
                  <a:pt x="55" y="57"/>
                  <a:pt x="53" y="57"/>
                  <a:pt x="51" y="58"/>
                </a:cubicBezTo>
                <a:cubicBezTo>
                  <a:pt x="48" y="58"/>
                  <a:pt x="46" y="58"/>
                  <a:pt x="45" y="58"/>
                </a:cubicBezTo>
                <a:cubicBezTo>
                  <a:pt x="43" y="58"/>
                  <a:pt x="41" y="58"/>
                  <a:pt x="38" y="58"/>
                </a:cubicBezTo>
                <a:cubicBezTo>
                  <a:pt x="35" y="58"/>
                  <a:pt x="33" y="58"/>
                  <a:pt x="31" y="58"/>
                </a:cubicBezTo>
                <a:cubicBezTo>
                  <a:pt x="30" y="58"/>
                  <a:pt x="28" y="58"/>
                  <a:pt x="25" y="58"/>
                </a:cubicBezTo>
                <a:cubicBezTo>
                  <a:pt x="23" y="57"/>
                  <a:pt x="21" y="57"/>
                  <a:pt x="20" y="57"/>
                </a:cubicBezTo>
                <a:cubicBezTo>
                  <a:pt x="19" y="56"/>
                  <a:pt x="17" y="56"/>
                  <a:pt x="16" y="55"/>
                </a:cubicBezTo>
                <a:cubicBezTo>
                  <a:pt x="14" y="54"/>
                  <a:pt x="13" y="53"/>
                  <a:pt x="12" y="52"/>
                </a:cubicBezTo>
                <a:cubicBezTo>
                  <a:pt x="11" y="51"/>
                  <a:pt x="11" y="49"/>
                  <a:pt x="10" y="48"/>
                </a:cubicBezTo>
                <a:cubicBezTo>
                  <a:pt x="9" y="46"/>
                  <a:pt x="9" y="44"/>
                  <a:pt x="9" y="42"/>
                </a:cubicBezTo>
                <a:close/>
                <a:moveTo>
                  <a:pt x="48" y="41"/>
                </a:moveTo>
                <a:cubicBezTo>
                  <a:pt x="48" y="45"/>
                  <a:pt x="50" y="48"/>
                  <a:pt x="53" y="48"/>
                </a:cubicBezTo>
                <a:cubicBezTo>
                  <a:pt x="55" y="48"/>
                  <a:pt x="58" y="45"/>
                  <a:pt x="58" y="41"/>
                </a:cubicBezTo>
                <a:cubicBezTo>
                  <a:pt x="58" y="37"/>
                  <a:pt x="55" y="34"/>
                  <a:pt x="53" y="34"/>
                </a:cubicBezTo>
                <a:cubicBezTo>
                  <a:pt x="50" y="34"/>
                  <a:pt x="48" y="37"/>
                  <a:pt x="48" y="41"/>
                </a:cubicBezTo>
                <a:close/>
                <a:moveTo>
                  <a:pt x="19" y="41"/>
                </a:moveTo>
                <a:cubicBezTo>
                  <a:pt x="19" y="45"/>
                  <a:pt x="21" y="48"/>
                  <a:pt x="24" y="48"/>
                </a:cubicBezTo>
                <a:cubicBezTo>
                  <a:pt x="27" y="48"/>
                  <a:pt x="29" y="45"/>
                  <a:pt x="29" y="41"/>
                </a:cubicBezTo>
                <a:cubicBezTo>
                  <a:pt x="29" y="37"/>
                  <a:pt x="27" y="34"/>
                  <a:pt x="24" y="34"/>
                </a:cubicBezTo>
                <a:cubicBezTo>
                  <a:pt x="21" y="34"/>
                  <a:pt x="19" y="37"/>
                  <a:pt x="19" y="4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3" name="Freeform 45"/>
          <p:cNvSpPr>
            <a:spLocks noEditPoints="1"/>
          </p:cNvSpPr>
          <p:nvPr/>
        </p:nvSpPr>
        <p:spPr bwMode="auto">
          <a:xfrm>
            <a:off x="10054765" y="3178459"/>
            <a:ext cx="300521" cy="300520"/>
          </a:xfrm>
          <a:custGeom>
            <a:avLst/>
            <a:gdLst>
              <a:gd name="T0" fmla="*/ 0 w 125"/>
              <a:gd name="T1" fmla="*/ 63 h 125"/>
              <a:gd name="T2" fmla="*/ 125 w 125"/>
              <a:gd name="T3" fmla="*/ 63 h 125"/>
              <a:gd name="T4" fmla="*/ 98 w 125"/>
              <a:gd name="T5" fmla="*/ 83 h 125"/>
              <a:gd name="T6" fmla="*/ 117 w 125"/>
              <a:gd name="T7" fmla="*/ 67 h 125"/>
              <a:gd name="T8" fmla="*/ 98 w 125"/>
              <a:gd name="T9" fmla="*/ 83 h 125"/>
              <a:gd name="T10" fmla="*/ 25 w 125"/>
              <a:gd name="T11" fmla="*/ 59 h 125"/>
              <a:gd name="T12" fmla="*/ 13 w 125"/>
              <a:gd name="T13" fmla="*/ 42 h 125"/>
              <a:gd name="T14" fmla="*/ 90 w 125"/>
              <a:gd name="T15" fmla="*/ 42 h 125"/>
              <a:gd name="T16" fmla="*/ 67 w 125"/>
              <a:gd name="T17" fmla="*/ 59 h 125"/>
              <a:gd name="T18" fmla="*/ 90 w 125"/>
              <a:gd name="T19" fmla="*/ 42 h 125"/>
              <a:gd name="T20" fmla="*/ 67 w 125"/>
              <a:gd name="T21" fmla="*/ 9 h 125"/>
              <a:gd name="T22" fmla="*/ 82 w 125"/>
              <a:gd name="T23" fmla="*/ 23 h 125"/>
              <a:gd name="T24" fmla="*/ 67 w 125"/>
              <a:gd name="T25" fmla="*/ 34 h 125"/>
              <a:gd name="T26" fmla="*/ 53 w 125"/>
              <a:gd name="T27" fmla="*/ 12 h 125"/>
              <a:gd name="T28" fmla="*/ 59 w 125"/>
              <a:gd name="T29" fmla="*/ 34 h 125"/>
              <a:gd name="T30" fmla="*/ 43 w 125"/>
              <a:gd name="T31" fmla="*/ 23 h 125"/>
              <a:gd name="T32" fmla="*/ 59 w 125"/>
              <a:gd name="T33" fmla="*/ 59 h 125"/>
              <a:gd name="T34" fmla="*/ 36 w 125"/>
              <a:gd name="T35" fmla="*/ 42 h 125"/>
              <a:gd name="T36" fmla="*/ 13 w 125"/>
              <a:gd name="T37" fmla="*/ 83 h 125"/>
              <a:gd name="T38" fmla="*/ 25 w 125"/>
              <a:gd name="T39" fmla="*/ 67 h 125"/>
              <a:gd name="T40" fmla="*/ 13 w 125"/>
              <a:gd name="T41" fmla="*/ 83 h 125"/>
              <a:gd name="T42" fmla="*/ 59 w 125"/>
              <a:gd name="T43" fmla="*/ 67 h 125"/>
              <a:gd name="T44" fmla="*/ 36 w 125"/>
              <a:gd name="T45" fmla="*/ 83 h 125"/>
              <a:gd name="T46" fmla="*/ 59 w 125"/>
              <a:gd name="T47" fmla="*/ 92 h 125"/>
              <a:gd name="T48" fmla="*/ 53 w 125"/>
              <a:gd name="T49" fmla="*/ 113 h 125"/>
              <a:gd name="T50" fmla="*/ 38 w 125"/>
              <a:gd name="T51" fmla="*/ 92 h 125"/>
              <a:gd name="T52" fmla="*/ 82 w 125"/>
              <a:gd name="T53" fmla="*/ 102 h 125"/>
              <a:gd name="T54" fmla="*/ 67 w 125"/>
              <a:gd name="T55" fmla="*/ 116 h 125"/>
              <a:gd name="T56" fmla="*/ 87 w 125"/>
              <a:gd name="T57" fmla="*/ 92 h 125"/>
              <a:gd name="T58" fmla="*/ 67 w 125"/>
              <a:gd name="T59" fmla="*/ 83 h 125"/>
              <a:gd name="T60" fmla="*/ 92 w 125"/>
              <a:gd name="T61" fmla="*/ 67 h 125"/>
              <a:gd name="T62" fmla="*/ 67 w 125"/>
              <a:gd name="T63" fmla="*/ 83 h 125"/>
              <a:gd name="T64" fmla="*/ 98 w 125"/>
              <a:gd name="T65" fmla="*/ 42 h 125"/>
              <a:gd name="T66" fmla="*/ 117 w 125"/>
              <a:gd name="T67" fmla="*/ 59 h 125"/>
              <a:gd name="T68" fmla="*/ 108 w 125"/>
              <a:gd name="T69" fmla="*/ 34 h 125"/>
              <a:gd name="T70" fmla="*/ 86 w 125"/>
              <a:gd name="T71" fmla="*/ 14 h 125"/>
              <a:gd name="T72" fmla="*/ 108 w 125"/>
              <a:gd name="T73" fmla="*/ 34 h 125"/>
              <a:gd name="T74" fmla="*/ 39 w 125"/>
              <a:gd name="T75" fmla="*/ 14 h 125"/>
              <a:gd name="T76" fmla="*/ 17 w 125"/>
              <a:gd name="T77" fmla="*/ 34 h 125"/>
              <a:gd name="T78" fmla="*/ 17 w 125"/>
              <a:gd name="T79" fmla="*/ 92 h 125"/>
              <a:gd name="T80" fmla="*/ 39 w 125"/>
              <a:gd name="T81" fmla="*/ 111 h 125"/>
              <a:gd name="T82" fmla="*/ 17 w 125"/>
              <a:gd name="T83" fmla="*/ 92 h 125"/>
              <a:gd name="T84" fmla="*/ 86 w 125"/>
              <a:gd name="T85" fmla="*/ 111 h 125"/>
              <a:gd name="T86" fmla="*/ 108 w 125"/>
              <a:gd name="T87" fmla="*/ 9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5" h="125">
                <a:moveTo>
                  <a:pt x="63" y="0"/>
                </a:moveTo>
                <a:cubicBezTo>
                  <a:pt x="28" y="0"/>
                  <a:pt x="0" y="28"/>
                  <a:pt x="0" y="63"/>
                </a:cubicBezTo>
                <a:cubicBezTo>
                  <a:pt x="0" y="97"/>
                  <a:pt x="28" y="125"/>
                  <a:pt x="63" y="125"/>
                </a:cubicBezTo>
                <a:cubicBezTo>
                  <a:pt x="97" y="125"/>
                  <a:pt x="125" y="97"/>
                  <a:pt x="125" y="63"/>
                </a:cubicBezTo>
                <a:cubicBezTo>
                  <a:pt x="125" y="28"/>
                  <a:pt x="97" y="0"/>
                  <a:pt x="63" y="0"/>
                </a:cubicBezTo>
                <a:close/>
                <a:moveTo>
                  <a:pt x="98" y="83"/>
                </a:moveTo>
                <a:cubicBezTo>
                  <a:pt x="99" y="78"/>
                  <a:pt x="100" y="73"/>
                  <a:pt x="100" y="67"/>
                </a:cubicBezTo>
                <a:cubicBezTo>
                  <a:pt x="117" y="67"/>
                  <a:pt x="117" y="67"/>
                  <a:pt x="117" y="67"/>
                </a:cubicBezTo>
                <a:cubicBezTo>
                  <a:pt x="116" y="73"/>
                  <a:pt x="115" y="78"/>
                  <a:pt x="113" y="83"/>
                </a:cubicBezTo>
                <a:lnTo>
                  <a:pt x="98" y="83"/>
                </a:lnTo>
                <a:close/>
                <a:moveTo>
                  <a:pt x="27" y="42"/>
                </a:moveTo>
                <a:cubicBezTo>
                  <a:pt x="26" y="47"/>
                  <a:pt x="26" y="53"/>
                  <a:pt x="25" y="59"/>
                </a:cubicBezTo>
                <a:cubicBezTo>
                  <a:pt x="9" y="59"/>
                  <a:pt x="9" y="59"/>
                  <a:pt x="9" y="59"/>
                </a:cubicBezTo>
                <a:cubicBezTo>
                  <a:pt x="9" y="53"/>
                  <a:pt x="11" y="47"/>
                  <a:pt x="13" y="42"/>
                </a:cubicBezTo>
                <a:lnTo>
                  <a:pt x="27" y="42"/>
                </a:lnTo>
                <a:close/>
                <a:moveTo>
                  <a:pt x="90" y="42"/>
                </a:moveTo>
                <a:cubicBezTo>
                  <a:pt x="91" y="47"/>
                  <a:pt x="92" y="53"/>
                  <a:pt x="92" y="59"/>
                </a:cubicBezTo>
                <a:cubicBezTo>
                  <a:pt x="67" y="59"/>
                  <a:pt x="67" y="59"/>
                  <a:pt x="67" y="59"/>
                </a:cubicBezTo>
                <a:cubicBezTo>
                  <a:pt x="67" y="42"/>
                  <a:pt x="67" y="42"/>
                  <a:pt x="67" y="42"/>
                </a:cubicBezTo>
                <a:lnTo>
                  <a:pt x="90" y="42"/>
                </a:lnTo>
                <a:close/>
                <a:moveTo>
                  <a:pt x="67" y="34"/>
                </a:moveTo>
                <a:cubicBezTo>
                  <a:pt x="67" y="9"/>
                  <a:pt x="67" y="9"/>
                  <a:pt x="67" y="9"/>
                </a:cubicBezTo>
                <a:cubicBezTo>
                  <a:pt x="69" y="10"/>
                  <a:pt x="71" y="11"/>
                  <a:pt x="73" y="12"/>
                </a:cubicBezTo>
                <a:cubicBezTo>
                  <a:pt x="76" y="14"/>
                  <a:pt x="79" y="18"/>
                  <a:pt x="82" y="23"/>
                </a:cubicBezTo>
                <a:cubicBezTo>
                  <a:pt x="84" y="26"/>
                  <a:pt x="86" y="30"/>
                  <a:pt x="87" y="34"/>
                </a:cubicBezTo>
                <a:cubicBezTo>
                  <a:pt x="67" y="34"/>
                  <a:pt x="67" y="34"/>
                  <a:pt x="67" y="34"/>
                </a:cubicBezTo>
                <a:close/>
                <a:moveTo>
                  <a:pt x="43" y="23"/>
                </a:moveTo>
                <a:cubicBezTo>
                  <a:pt x="46" y="18"/>
                  <a:pt x="50" y="14"/>
                  <a:pt x="53" y="12"/>
                </a:cubicBezTo>
                <a:cubicBezTo>
                  <a:pt x="55" y="11"/>
                  <a:pt x="57" y="10"/>
                  <a:pt x="59" y="9"/>
                </a:cubicBezTo>
                <a:cubicBezTo>
                  <a:pt x="59" y="34"/>
                  <a:pt x="59" y="34"/>
                  <a:pt x="59" y="34"/>
                </a:cubicBezTo>
                <a:cubicBezTo>
                  <a:pt x="38" y="34"/>
                  <a:pt x="38" y="34"/>
                  <a:pt x="38" y="34"/>
                </a:cubicBezTo>
                <a:cubicBezTo>
                  <a:pt x="40" y="30"/>
                  <a:pt x="41" y="26"/>
                  <a:pt x="43" y="23"/>
                </a:cubicBezTo>
                <a:close/>
                <a:moveTo>
                  <a:pt x="59" y="42"/>
                </a:moveTo>
                <a:cubicBezTo>
                  <a:pt x="59" y="59"/>
                  <a:pt x="59" y="59"/>
                  <a:pt x="59" y="59"/>
                </a:cubicBezTo>
                <a:cubicBezTo>
                  <a:pt x="34" y="59"/>
                  <a:pt x="34" y="59"/>
                  <a:pt x="34" y="59"/>
                </a:cubicBezTo>
                <a:cubicBezTo>
                  <a:pt x="34" y="53"/>
                  <a:pt x="35" y="47"/>
                  <a:pt x="36" y="42"/>
                </a:cubicBezTo>
                <a:lnTo>
                  <a:pt x="59" y="42"/>
                </a:lnTo>
                <a:close/>
                <a:moveTo>
                  <a:pt x="13" y="83"/>
                </a:moveTo>
                <a:cubicBezTo>
                  <a:pt x="11" y="78"/>
                  <a:pt x="9" y="73"/>
                  <a:pt x="9" y="67"/>
                </a:cubicBezTo>
                <a:cubicBezTo>
                  <a:pt x="25" y="67"/>
                  <a:pt x="25" y="67"/>
                  <a:pt x="25" y="67"/>
                </a:cubicBezTo>
                <a:cubicBezTo>
                  <a:pt x="26" y="73"/>
                  <a:pt x="26" y="78"/>
                  <a:pt x="27" y="83"/>
                </a:cubicBezTo>
                <a:lnTo>
                  <a:pt x="13" y="83"/>
                </a:lnTo>
                <a:close/>
                <a:moveTo>
                  <a:pt x="34" y="67"/>
                </a:moveTo>
                <a:cubicBezTo>
                  <a:pt x="59" y="67"/>
                  <a:pt x="59" y="67"/>
                  <a:pt x="59" y="67"/>
                </a:cubicBezTo>
                <a:cubicBezTo>
                  <a:pt x="59" y="83"/>
                  <a:pt x="59" y="83"/>
                  <a:pt x="59" y="83"/>
                </a:cubicBezTo>
                <a:cubicBezTo>
                  <a:pt x="36" y="83"/>
                  <a:pt x="36" y="83"/>
                  <a:pt x="36" y="83"/>
                </a:cubicBezTo>
                <a:cubicBezTo>
                  <a:pt x="35" y="78"/>
                  <a:pt x="34" y="73"/>
                  <a:pt x="34" y="67"/>
                </a:cubicBezTo>
                <a:close/>
                <a:moveTo>
                  <a:pt x="59" y="92"/>
                </a:moveTo>
                <a:cubicBezTo>
                  <a:pt x="59" y="116"/>
                  <a:pt x="59" y="116"/>
                  <a:pt x="59" y="116"/>
                </a:cubicBezTo>
                <a:cubicBezTo>
                  <a:pt x="57" y="116"/>
                  <a:pt x="55" y="115"/>
                  <a:pt x="53" y="113"/>
                </a:cubicBezTo>
                <a:cubicBezTo>
                  <a:pt x="50" y="111"/>
                  <a:pt x="46" y="107"/>
                  <a:pt x="43" y="102"/>
                </a:cubicBezTo>
                <a:cubicBezTo>
                  <a:pt x="41" y="99"/>
                  <a:pt x="40" y="96"/>
                  <a:pt x="38" y="92"/>
                </a:cubicBezTo>
                <a:cubicBezTo>
                  <a:pt x="59" y="92"/>
                  <a:pt x="59" y="92"/>
                  <a:pt x="59" y="92"/>
                </a:cubicBezTo>
                <a:close/>
                <a:moveTo>
                  <a:pt x="82" y="102"/>
                </a:moveTo>
                <a:cubicBezTo>
                  <a:pt x="79" y="107"/>
                  <a:pt x="76" y="111"/>
                  <a:pt x="73" y="113"/>
                </a:cubicBezTo>
                <a:cubicBezTo>
                  <a:pt x="71" y="115"/>
                  <a:pt x="69" y="116"/>
                  <a:pt x="67" y="116"/>
                </a:cubicBezTo>
                <a:cubicBezTo>
                  <a:pt x="67" y="92"/>
                  <a:pt x="67" y="92"/>
                  <a:pt x="67" y="92"/>
                </a:cubicBezTo>
                <a:cubicBezTo>
                  <a:pt x="87" y="92"/>
                  <a:pt x="87" y="92"/>
                  <a:pt x="87" y="92"/>
                </a:cubicBezTo>
                <a:cubicBezTo>
                  <a:pt x="86" y="96"/>
                  <a:pt x="84" y="99"/>
                  <a:pt x="82" y="102"/>
                </a:cubicBezTo>
                <a:close/>
                <a:moveTo>
                  <a:pt x="67" y="83"/>
                </a:moveTo>
                <a:cubicBezTo>
                  <a:pt x="67" y="67"/>
                  <a:pt x="67" y="67"/>
                  <a:pt x="67" y="67"/>
                </a:cubicBezTo>
                <a:cubicBezTo>
                  <a:pt x="92" y="67"/>
                  <a:pt x="92" y="67"/>
                  <a:pt x="92" y="67"/>
                </a:cubicBezTo>
                <a:cubicBezTo>
                  <a:pt x="92" y="73"/>
                  <a:pt x="91" y="78"/>
                  <a:pt x="90" y="83"/>
                </a:cubicBezTo>
                <a:lnTo>
                  <a:pt x="67" y="83"/>
                </a:lnTo>
                <a:close/>
                <a:moveTo>
                  <a:pt x="100" y="59"/>
                </a:moveTo>
                <a:cubicBezTo>
                  <a:pt x="100" y="53"/>
                  <a:pt x="99" y="47"/>
                  <a:pt x="98" y="42"/>
                </a:cubicBezTo>
                <a:cubicBezTo>
                  <a:pt x="113" y="42"/>
                  <a:pt x="113" y="42"/>
                  <a:pt x="113" y="42"/>
                </a:cubicBezTo>
                <a:cubicBezTo>
                  <a:pt x="115" y="47"/>
                  <a:pt x="116" y="53"/>
                  <a:pt x="117" y="59"/>
                </a:cubicBezTo>
                <a:lnTo>
                  <a:pt x="100" y="59"/>
                </a:lnTo>
                <a:close/>
                <a:moveTo>
                  <a:pt x="108" y="34"/>
                </a:moveTo>
                <a:cubicBezTo>
                  <a:pt x="96" y="34"/>
                  <a:pt x="96" y="34"/>
                  <a:pt x="96" y="34"/>
                </a:cubicBezTo>
                <a:cubicBezTo>
                  <a:pt x="93" y="26"/>
                  <a:pt x="90" y="19"/>
                  <a:pt x="86" y="14"/>
                </a:cubicBezTo>
                <a:cubicBezTo>
                  <a:pt x="92" y="17"/>
                  <a:pt x="97" y="20"/>
                  <a:pt x="101" y="24"/>
                </a:cubicBezTo>
                <a:cubicBezTo>
                  <a:pt x="104" y="27"/>
                  <a:pt x="106" y="30"/>
                  <a:pt x="108" y="34"/>
                </a:cubicBezTo>
                <a:close/>
                <a:moveTo>
                  <a:pt x="25" y="24"/>
                </a:moveTo>
                <a:cubicBezTo>
                  <a:pt x="29" y="20"/>
                  <a:pt x="34" y="17"/>
                  <a:pt x="39" y="14"/>
                </a:cubicBezTo>
                <a:cubicBezTo>
                  <a:pt x="35" y="19"/>
                  <a:pt x="32" y="26"/>
                  <a:pt x="30" y="34"/>
                </a:cubicBezTo>
                <a:cubicBezTo>
                  <a:pt x="17" y="34"/>
                  <a:pt x="17" y="34"/>
                  <a:pt x="17" y="34"/>
                </a:cubicBezTo>
                <a:cubicBezTo>
                  <a:pt x="19" y="30"/>
                  <a:pt x="22" y="27"/>
                  <a:pt x="25" y="24"/>
                </a:cubicBezTo>
                <a:close/>
                <a:moveTo>
                  <a:pt x="17" y="92"/>
                </a:moveTo>
                <a:cubicBezTo>
                  <a:pt x="30" y="92"/>
                  <a:pt x="30" y="92"/>
                  <a:pt x="30" y="92"/>
                </a:cubicBezTo>
                <a:cubicBezTo>
                  <a:pt x="32" y="99"/>
                  <a:pt x="35" y="106"/>
                  <a:pt x="39" y="111"/>
                </a:cubicBezTo>
                <a:cubicBezTo>
                  <a:pt x="34" y="109"/>
                  <a:pt x="29" y="105"/>
                  <a:pt x="25" y="101"/>
                </a:cubicBezTo>
                <a:cubicBezTo>
                  <a:pt x="22" y="98"/>
                  <a:pt x="19" y="95"/>
                  <a:pt x="17" y="92"/>
                </a:cubicBezTo>
                <a:close/>
                <a:moveTo>
                  <a:pt x="101" y="101"/>
                </a:moveTo>
                <a:cubicBezTo>
                  <a:pt x="97" y="105"/>
                  <a:pt x="92" y="109"/>
                  <a:pt x="86" y="111"/>
                </a:cubicBezTo>
                <a:cubicBezTo>
                  <a:pt x="90" y="106"/>
                  <a:pt x="93" y="99"/>
                  <a:pt x="96" y="92"/>
                </a:cubicBezTo>
                <a:cubicBezTo>
                  <a:pt x="108" y="92"/>
                  <a:pt x="108" y="92"/>
                  <a:pt x="108" y="92"/>
                </a:cubicBezTo>
                <a:cubicBezTo>
                  <a:pt x="106" y="95"/>
                  <a:pt x="104" y="98"/>
                  <a:pt x="101" y="10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4" name="Freeform 46"/>
          <p:cNvSpPr>
            <a:spLocks noEditPoints="1"/>
          </p:cNvSpPr>
          <p:nvPr/>
        </p:nvSpPr>
        <p:spPr bwMode="auto">
          <a:xfrm>
            <a:off x="9997593" y="3021602"/>
            <a:ext cx="142197" cy="140732"/>
          </a:xfrm>
          <a:custGeom>
            <a:avLst/>
            <a:gdLst>
              <a:gd name="T0" fmla="*/ 49 w 59"/>
              <a:gd name="T1" fmla="*/ 0 h 59"/>
              <a:gd name="T2" fmla="*/ 9 w 59"/>
              <a:gd name="T3" fmla="*/ 0 h 59"/>
              <a:gd name="T4" fmla="*/ 0 w 59"/>
              <a:gd name="T5" fmla="*/ 10 h 59"/>
              <a:gd name="T6" fmla="*/ 0 w 59"/>
              <a:gd name="T7" fmla="*/ 49 h 59"/>
              <a:gd name="T8" fmla="*/ 9 w 59"/>
              <a:gd name="T9" fmla="*/ 59 h 59"/>
              <a:gd name="T10" fmla="*/ 49 w 59"/>
              <a:gd name="T11" fmla="*/ 59 h 59"/>
              <a:gd name="T12" fmla="*/ 59 w 59"/>
              <a:gd name="T13" fmla="*/ 49 h 59"/>
              <a:gd name="T14" fmla="*/ 59 w 59"/>
              <a:gd name="T15" fmla="*/ 10 h 59"/>
              <a:gd name="T16" fmla="*/ 49 w 59"/>
              <a:gd name="T17" fmla="*/ 0 h 59"/>
              <a:gd name="T18" fmla="*/ 40 w 59"/>
              <a:gd name="T19" fmla="*/ 2 h 59"/>
              <a:gd name="T20" fmla="*/ 40 w 59"/>
              <a:gd name="T21" fmla="*/ 11 h 59"/>
              <a:gd name="T22" fmla="*/ 31 w 59"/>
              <a:gd name="T23" fmla="*/ 11 h 59"/>
              <a:gd name="T24" fmla="*/ 31 w 59"/>
              <a:gd name="T25" fmla="*/ 2 h 59"/>
              <a:gd name="T26" fmla="*/ 40 w 59"/>
              <a:gd name="T27" fmla="*/ 2 h 59"/>
              <a:gd name="T28" fmla="*/ 27 w 59"/>
              <a:gd name="T29" fmla="*/ 2 h 59"/>
              <a:gd name="T30" fmla="*/ 27 w 59"/>
              <a:gd name="T31" fmla="*/ 11 h 59"/>
              <a:gd name="T32" fmla="*/ 18 w 59"/>
              <a:gd name="T33" fmla="*/ 11 h 59"/>
              <a:gd name="T34" fmla="*/ 18 w 59"/>
              <a:gd name="T35" fmla="*/ 2 h 59"/>
              <a:gd name="T36" fmla="*/ 27 w 59"/>
              <a:gd name="T37" fmla="*/ 2 h 59"/>
              <a:gd name="T38" fmla="*/ 1 w 59"/>
              <a:gd name="T39" fmla="*/ 11 h 59"/>
              <a:gd name="T40" fmla="*/ 1 w 59"/>
              <a:gd name="T41" fmla="*/ 10 h 59"/>
              <a:gd name="T42" fmla="*/ 9 w 59"/>
              <a:gd name="T43" fmla="*/ 2 h 59"/>
              <a:gd name="T44" fmla="*/ 14 w 59"/>
              <a:gd name="T45" fmla="*/ 2 h 59"/>
              <a:gd name="T46" fmla="*/ 14 w 59"/>
              <a:gd name="T47" fmla="*/ 11 h 59"/>
              <a:gd name="T48" fmla="*/ 1 w 59"/>
              <a:gd name="T49" fmla="*/ 11 h 59"/>
              <a:gd name="T50" fmla="*/ 44 w 59"/>
              <a:gd name="T51" fmla="*/ 37 h 59"/>
              <a:gd name="T52" fmla="*/ 33 w 59"/>
              <a:gd name="T53" fmla="*/ 37 h 59"/>
              <a:gd name="T54" fmla="*/ 33 w 59"/>
              <a:gd name="T55" fmla="*/ 48 h 59"/>
              <a:gd name="T56" fmla="*/ 25 w 59"/>
              <a:gd name="T57" fmla="*/ 48 h 59"/>
              <a:gd name="T58" fmla="*/ 25 w 59"/>
              <a:gd name="T59" fmla="*/ 37 h 59"/>
              <a:gd name="T60" fmla="*/ 14 w 59"/>
              <a:gd name="T61" fmla="*/ 37 h 59"/>
              <a:gd name="T62" fmla="*/ 14 w 59"/>
              <a:gd name="T63" fmla="*/ 30 h 59"/>
              <a:gd name="T64" fmla="*/ 25 w 59"/>
              <a:gd name="T65" fmla="*/ 30 h 59"/>
              <a:gd name="T66" fmla="*/ 25 w 59"/>
              <a:gd name="T67" fmla="*/ 18 h 59"/>
              <a:gd name="T68" fmla="*/ 33 w 59"/>
              <a:gd name="T69" fmla="*/ 18 h 59"/>
              <a:gd name="T70" fmla="*/ 33 w 59"/>
              <a:gd name="T71" fmla="*/ 30 h 59"/>
              <a:gd name="T72" fmla="*/ 44 w 59"/>
              <a:gd name="T73" fmla="*/ 30 h 59"/>
              <a:gd name="T74" fmla="*/ 44 w 59"/>
              <a:gd name="T75" fmla="*/ 37 h 59"/>
              <a:gd name="T76" fmla="*/ 57 w 59"/>
              <a:gd name="T77" fmla="*/ 11 h 59"/>
              <a:gd name="T78" fmla="*/ 44 w 59"/>
              <a:gd name="T79" fmla="*/ 11 h 59"/>
              <a:gd name="T80" fmla="*/ 44 w 59"/>
              <a:gd name="T81" fmla="*/ 2 h 59"/>
              <a:gd name="T82" fmla="*/ 49 w 59"/>
              <a:gd name="T83" fmla="*/ 2 h 59"/>
              <a:gd name="T84" fmla="*/ 57 w 59"/>
              <a:gd name="T85" fmla="*/ 10 h 59"/>
              <a:gd name="T86" fmla="*/ 57 w 59"/>
              <a:gd name="T87" fmla="*/ 11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9" h="59">
                <a:moveTo>
                  <a:pt x="49" y="0"/>
                </a:moveTo>
                <a:cubicBezTo>
                  <a:pt x="9" y="0"/>
                  <a:pt x="9" y="0"/>
                  <a:pt x="9" y="0"/>
                </a:cubicBezTo>
                <a:cubicBezTo>
                  <a:pt x="4" y="0"/>
                  <a:pt x="0" y="4"/>
                  <a:pt x="0" y="10"/>
                </a:cubicBezTo>
                <a:cubicBezTo>
                  <a:pt x="0" y="49"/>
                  <a:pt x="0" y="49"/>
                  <a:pt x="0" y="49"/>
                </a:cubicBezTo>
                <a:cubicBezTo>
                  <a:pt x="0" y="55"/>
                  <a:pt x="4" y="59"/>
                  <a:pt x="9" y="59"/>
                </a:cubicBezTo>
                <a:cubicBezTo>
                  <a:pt x="49" y="59"/>
                  <a:pt x="49" y="59"/>
                  <a:pt x="49" y="59"/>
                </a:cubicBezTo>
                <a:cubicBezTo>
                  <a:pt x="54" y="59"/>
                  <a:pt x="59" y="55"/>
                  <a:pt x="59" y="49"/>
                </a:cubicBezTo>
                <a:cubicBezTo>
                  <a:pt x="59" y="10"/>
                  <a:pt x="59" y="10"/>
                  <a:pt x="59" y="10"/>
                </a:cubicBezTo>
                <a:cubicBezTo>
                  <a:pt x="59" y="4"/>
                  <a:pt x="54" y="0"/>
                  <a:pt x="49" y="0"/>
                </a:cubicBezTo>
                <a:close/>
                <a:moveTo>
                  <a:pt x="40" y="2"/>
                </a:moveTo>
                <a:cubicBezTo>
                  <a:pt x="40" y="11"/>
                  <a:pt x="40" y="11"/>
                  <a:pt x="40" y="11"/>
                </a:cubicBezTo>
                <a:cubicBezTo>
                  <a:pt x="31" y="11"/>
                  <a:pt x="31" y="11"/>
                  <a:pt x="31" y="11"/>
                </a:cubicBezTo>
                <a:cubicBezTo>
                  <a:pt x="31" y="2"/>
                  <a:pt x="31" y="2"/>
                  <a:pt x="31" y="2"/>
                </a:cubicBezTo>
                <a:lnTo>
                  <a:pt x="40" y="2"/>
                </a:lnTo>
                <a:close/>
                <a:moveTo>
                  <a:pt x="27" y="2"/>
                </a:moveTo>
                <a:cubicBezTo>
                  <a:pt x="27" y="11"/>
                  <a:pt x="27" y="11"/>
                  <a:pt x="27" y="11"/>
                </a:cubicBezTo>
                <a:cubicBezTo>
                  <a:pt x="18" y="11"/>
                  <a:pt x="18" y="11"/>
                  <a:pt x="18" y="11"/>
                </a:cubicBezTo>
                <a:cubicBezTo>
                  <a:pt x="18" y="2"/>
                  <a:pt x="18" y="2"/>
                  <a:pt x="18" y="2"/>
                </a:cubicBezTo>
                <a:lnTo>
                  <a:pt x="27" y="2"/>
                </a:lnTo>
                <a:close/>
                <a:moveTo>
                  <a:pt x="1" y="11"/>
                </a:moveTo>
                <a:cubicBezTo>
                  <a:pt x="1" y="10"/>
                  <a:pt x="1" y="10"/>
                  <a:pt x="1" y="10"/>
                </a:cubicBezTo>
                <a:cubicBezTo>
                  <a:pt x="1" y="5"/>
                  <a:pt x="5" y="2"/>
                  <a:pt x="9" y="2"/>
                </a:cubicBezTo>
                <a:cubicBezTo>
                  <a:pt x="14" y="2"/>
                  <a:pt x="14" y="2"/>
                  <a:pt x="14" y="2"/>
                </a:cubicBezTo>
                <a:cubicBezTo>
                  <a:pt x="14" y="11"/>
                  <a:pt x="14" y="11"/>
                  <a:pt x="14" y="11"/>
                </a:cubicBezTo>
                <a:lnTo>
                  <a:pt x="1" y="11"/>
                </a:lnTo>
                <a:close/>
                <a:moveTo>
                  <a:pt x="44" y="37"/>
                </a:moveTo>
                <a:cubicBezTo>
                  <a:pt x="33" y="37"/>
                  <a:pt x="33" y="37"/>
                  <a:pt x="33" y="37"/>
                </a:cubicBezTo>
                <a:cubicBezTo>
                  <a:pt x="33" y="48"/>
                  <a:pt x="33" y="48"/>
                  <a:pt x="33" y="48"/>
                </a:cubicBezTo>
                <a:cubicBezTo>
                  <a:pt x="25" y="48"/>
                  <a:pt x="25" y="48"/>
                  <a:pt x="25" y="48"/>
                </a:cubicBezTo>
                <a:cubicBezTo>
                  <a:pt x="25" y="37"/>
                  <a:pt x="25" y="37"/>
                  <a:pt x="25" y="37"/>
                </a:cubicBezTo>
                <a:cubicBezTo>
                  <a:pt x="14" y="37"/>
                  <a:pt x="14" y="37"/>
                  <a:pt x="14" y="37"/>
                </a:cubicBezTo>
                <a:cubicBezTo>
                  <a:pt x="14" y="30"/>
                  <a:pt x="14" y="30"/>
                  <a:pt x="14" y="30"/>
                </a:cubicBezTo>
                <a:cubicBezTo>
                  <a:pt x="25" y="30"/>
                  <a:pt x="25" y="30"/>
                  <a:pt x="25" y="30"/>
                </a:cubicBezTo>
                <a:cubicBezTo>
                  <a:pt x="25" y="18"/>
                  <a:pt x="25" y="18"/>
                  <a:pt x="25" y="18"/>
                </a:cubicBezTo>
                <a:cubicBezTo>
                  <a:pt x="33" y="18"/>
                  <a:pt x="33" y="18"/>
                  <a:pt x="33" y="18"/>
                </a:cubicBezTo>
                <a:cubicBezTo>
                  <a:pt x="33" y="30"/>
                  <a:pt x="33" y="30"/>
                  <a:pt x="33" y="30"/>
                </a:cubicBezTo>
                <a:cubicBezTo>
                  <a:pt x="44" y="30"/>
                  <a:pt x="44" y="30"/>
                  <a:pt x="44" y="30"/>
                </a:cubicBezTo>
                <a:lnTo>
                  <a:pt x="44" y="37"/>
                </a:lnTo>
                <a:close/>
                <a:moveTo>
                  <a:pt x="57" y="11"/>
                </a:moveTo>
                <a:cubicBezTo>
                  <a:pt x="44" y="11"/>
                  <a:pt x="44" y="11"/>
                  <a:pt x="44" y="11"/>
                </a:cubicBezTo>
                <a:cubicBezTo>
                  <a:pt x="44" y="2"/>
                  <a:pt x="44" y="2"/>
                  <a:pt x="44" y="2"/>
                </a:cubicBezTo>
                <a:cubicBezTo>
                  <a:pt x="49" y="2"/>
                  <a:pt x="49" y="2"/>
                  <a:pt x="49" y="2"/>
                </a:cubicBezTo>
                <a:cubicBezTo>
                  <a:pt x="53" y="2"/>
                  <a:pt x="57" y="5"/>
                  <a:pt x="57" y="10"/>
                </a:cubicBezTo>
                <a:lnTo>
                  <a:pt x="57" y="1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5" name="Freeform 47"/>
          <p:cNvSpPr>
            <a:spLocks noEditPoints="1"/>
          </p:cNvSpPr>
          <p:nvPr/>
        </p:nvSpPr>
        <p:spPr bwMode="auto">
          <a:xfrm>
            <a:off x="10158848" y="3052387"/>
            <a:ext cx="131936" cy="102617"/>
          </a:xfrm>
          <a:custGeom>
            <a:avLst/>
            <a:gdLst>
              <a:gd name="T0" fmla="*/ 34 w 90"/>
              <a:gd name="T1" fmla="*/ 70 h 70"/>
              <a:gd name="T2" fmla="*/ 0 w 90"/>
              <a:gd name="T3" fmla="*/ 36 h 70"/>
              <a:gd name="T4" fmla="*/ 18 w 90"/>
              <a:gd name="T5" fmla="*/ 19 h 70"/>
              <a:gd name="T6" fmla="*/ 34 w 90"/>
              <a:gd name="T7" fmla="*/ 36 h 70"/>
              <a:gd name="T8" fmla="*/ 72 w 90"/>
              <a:gd name="T9" fmla="*/ 0 h 70"/>
              <a:gd name="T10" fmla="*/ 90 w 90"/>
              <a:gd name="T11" fmla="*/ 16 h 70"/>
              <a:gd name="T12" fmla="*/ 34 w 90"/>
              <a:gd name="T13" fmla="*/ 70 h 70"/>
              <a:gd name="T14" fmla="*/ 9 w 90"/>
              <a:gd name="T15" fmla="*/ 36 h 70"/>
              <a:gd name="T16" fmla="*/ 34 w 90"/>
              <a:gd name="T17" fmla="*/ 60 h 70"/>
              <a:gd name="T18" fmla="*/ 80 w 90"/>
              <a:gd name="T19" fmla="*/ 16 h 70"/>
              <a:gd name="T20" fmla="*/ 72 w 90"/>
              <a:gd name="T21" fmla="*/ 8 h 70"/>
              <a:gd name="T22" fmla="*/ 34 w 90"/>
              <a:gd name="T23" fmla="*/ 46 h 70"/>
              <a:gd name="T24" fmla="*/ 18 w 90"/>
              <a:gd name="T25" fmla="*/ 28 h 70"/>
              <a:gd name="T26" fmla="*/ 9 w 90"/>
              <a:gd name="T27" fmla="*/ 3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0" h="70">
                <a:moveTo>
                  <a:pt x="34" y="70"/>
                </a:moveTo>
                <a:lnTo>
                  <a:pt x="0" y="36"/>
                </a:lnTo>
                <a:lnTo>
                  <a:pt x="18" y="19"/>
                </a:lnTo>
                <a:lnTo>
                  <a:pt x="34" y="36"/>
                </a:lnTo>
                <a:lnTo>
                  <a:pt x="72" y="0"/>
                </a:lnTo>
                <a:lnTo>
                  <a:pt x="90" y="16"/>
                </a:lnTo>
                <a:lnTo>
                  <a:pt x="34" y="70"/>
                </a:lnTo>
                <a:close/>
                <a:moveTo>
                  <a:pt x="9" y="36"/>
                </a:moveTo>
                <a:lnTo>
                  <a:pt x="34" y="60"/>
                </a:lnTo>
                <a:lnTo>
                  <a:pt x="80" y="16"/>
                </a:lnTo>
                <a:lnTo>
                  <a:pt x="72" y="8"/>
                </a:lnTo>
                <a:lnTo>
                  <a:pt x="34" y="46"/>
                </a:lnTo>
                <a:lnTo>
                  <a:pt x="18" y="28"/>
                </a:lnTo>
                <a:lnTo>
                  <a:pt x="9" y="3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Freeform 93"/>
          <p:cNvSpPr>
            <a:spLocks noEditPoints="1"/>
          </p:cNvSpPr>
          <p:nvPr/>
        </p:nvSpPr>
        <p:spPr bwMode="auto">
          <a:xfrm>
            <a:off x="10155917" y="5304091"/>
            <a:ext cx="189108" cy="193505"/>
          </a:xfrm>
          <a:custGeom>
            <a:avLst/>
            <a:gdLst>
              <a:gd name="T0" fmla="*/ 69 w 79"/>
              <a:gd name="T1" fmla="*/ 22 h 81"/>
              <a:gd name="T2" fmla="*/ 22 w 79"/>
              <a:gd name="T3" fmla="*/ 14 h 81"/>
              <a:gd name="T4" fmla="*/ 19 w 79"/>
              <a:gd name="T5" fmla="*/ 3 h 81"/>
              <a:gd name="T6" fmla="*/ 0 w 79"/>
              <a:gd name="T7" fmla="*/ 5 h 81"/>
              <a:gd name="T8" fmla="*/ 12 w 79"/>
              <a:gd name="T9" fmla="*/ 12 h 81"/>
              <a:gd name="T10" fmla="*/ 14 w 79"/>
              <a:gd name="T11" fmla="*/ 54 h 81"/>
              <a:gd name="T12" fmla="*/ 61 w 79"/>
              <a:gd name="T13" fmla="*/ 59 h 81"/>
              <a:gd name="T14" fmla="*/ 76 w 79"/>
              <a:gd name="T15" fmla="*/ 20 h 81"/>
              <a:gd name="T16" fmla="*/ 36 w 79"/>
              <a:gd name="T17" fmla="*/ 32 h 81"/>
              <a:gd name="T18" fmla="*/ 45 w 79"/>
              <a:gd name="T19" fmla="*/ 39 h 81"/>
              <a:gd name="T20" fmla="*/ 44 w 79"/>
              <a:gd name="T21" fmla="*/ 44 h 81"/>
              <a:gd name="T22" fmla="*/ 33 w 79"/>
              <a:gd name="T23" fmla="*/ 47 h 81"/>
              <a:gd name="T24" fmla="*/ 44 w 79"/>
              <a:gd name="T25" fmla="*/ 44 h 81"/>
              <a:gd name="T26" fmla="*/ 38 w 79"/>
              <a:gd name="T27" fmla="*/ 23 h 81"/>
              <a:gd name="T28" fmla="*/ 47 w 79"/>
              <a:gd name="T29" fmla="*/ 29 h 81"/>
              <a:gd name="T30" fmla="*/ 22 w 79"/>
              <a:gd name="T31" fmla="*/ 19 h 81"/>
              <a:gd name="T32" fmla="*/ 32 w 79"/>
              <a:gd name="T33" fmla="*/ 27 h 81"/>
              <a:gd name="T34" fmla="*/ 22 w 79"/>
              <a:gd name="T35" fmla="*/ 19 h 81"/>
              <a:gd name="T36" fmla="*/ 31 w 79"/>
              <a:gd name="T37" fmla="*/ 32 h 81"/>
              <a:gd name="T38" fmla="*/ 21 w 79"/>
              <a:gd name="T39" fmla="*/ 35 h 81"/>
              <a:gd name="T40" fmla="*/ 20 w 79"/>
              <a:gd name="T41" fmla="*/ 40 h 81"/>
              <a:gd name="T42" fmla="*/ 28 w 79"/>
              <a:gd name="T43" fmla="*/ 46 h 81"/>
              <a:gd name="T44" fmla="*/ 20 w 79"/>
              <a:gd name="T45" fmla="*/ 40 h 81"/>
              <a:gd name="T46" fmla="*/ 48 w 79"/>
              <a:gd name="T47" fmla="*/ 50 h 81"/>
              <a:gd name="T48" fmla="*/ 57 w 79"/>
              <a:gd name="T49" fmla="*/ 47 h 81"/>
              <a:gd name="T50" fmla="*/ 59 w 79"/>
              <a:gd name="T51" fmla="*/ 42 h 81"/>
              <a:gd name="T52" fmla="*/ 51 w 79"/>
              <a:gd name="T53" fmla="*/ 35 h 81"/>
              <a:gd name="T54" fmla="*/ 59 w 79"/>
              <a:gd name="T55" fmla="*/ 42 h 81"/>
              <a:gd name="T56" fmla="*/ 52 w 79"/>
              <a:gd name="T57" fmla="*/ 30 h 81"/>
              <a:gd name="T58" fmla="*/ 66 w 79"/>
              <a:gd name="T59" fmla="*/ 28 h 81"/>
              <a:gd name="T60" fmla="*/ 9 w 79"/>
              <a:gd name="T61" fmla="*/ 66 h 81"/>
              <a:gd name="T62" fmla="*/ 24 w 79"/>
              <a:gd name="T63" fmla="*/ 69 h 81"/>
              <a:gd name="T64" fmla="*/ 18 w 79"/>
              <a:gd name="T65" fmla="*/ 60 h 81"/>
              <a:gd name="T66" fmla="*/ 39 w 79"/>
              <a:gd name="T67" fmla="*/ 72 h 81"/>
              <a:gd name="T68" fmla="*/ 54 w 79"/>
              <a:gd name="T69" fmla="*/ 75 h 81"/>
              <a:gd name="T70" fmla="*/ 48 w 79"/>
              <a:gd name="T71" fmla="*/ 6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9" h="81">
                <a:moveTo>
                  <a:pt x="76" y="20"/>
                </a:moveTo>
                <a:cubicBezTo>
                  <a:pt x="73" y="19"/>
                  <a:pt x="70" y="20"/>
                  <a:pt x="69" y="22"/>
                </a:cubicBezTo>
                <a:cubicBezTo>
                  <a:pt x="68" y="23"/>
                  <a:pt x="68" y="23"/>
                  <a:pt x="68" y="23"/>
                </a:cubicBezTo>
                <a:cubicBezTo>
                  <a:pt x="22" y="14"/>
                  <a:pt x="22" y="14"/>
                  <a:pt x="22" y="14"/>
                </a:cubicBezTo>
                <a:cubicBezTo>
                  <a:pt x="23" y="9"/>
                  <a:pt x="23" y="9"/>
                  <a:pt x="23" y="9"/>
                </a:cubicBezTo>
                <a:cubicBezTo>
                  <a:pt x="23" y="6"/>
                  <a:pt x="21" y="4"/>
                  <a:pt x="19" y="3"/>
                </a:cubicBezTo>
                <a:cubicBezTo>
                  <a:pt x="6" y="1"/>
                  <a:pt x="6" y="1"/>
                  <a:pt x="6" y="1"/>
                </a:cubicBezTo>
                <a:cubicBezTo>
                  <a:pt x="3" y="0"/>
                  <a:pt x="1" y="2"/>
                  <a:pt x="0" y="5"/>
                </a:cubicBezTo>
                <a:cubicBezTo>
                  <a:pt x="0" y="8"/>
                  <a:pt x="1" y="10"/>
                  <a:pt x="4" y="11"/>
                </a:cubicBezTo>
                <a:cubicBezTo>
                  <a:pt x="12" y="12"/>
                  <a:pt x="12" y="12"/>
                  <a:pt x="12" y="12"/>
                </a:cubicBezTo>
                <a:cubicBezTo>
                  <a:pt x="10" y="49"/>
                  <a:pt x="10" y="49"/>
                  <a:pt x="10" y="49"/>
                </a:cubicBezTo>
                <a:cubicBezTo>
                  <a:pt x="10" y="51"/>
                  <a:pt x="11" y="53"/>
                  <a:pt x="14" y="54"/>
                </a:cubicBezTo>
                <a:cubicBezTo>
                  <a:pt x="56" y="62"/>
                  <a:pt x="56" y="62"/>
                  <a:pt x="56" y="62"/>
                </a:cubicBezTo>
                <a:cubicBezTo>
                  <a:pt x="58" y="63"/>
                  <a:pt x="60" y="62"/>
                  <a:pt x="61" y="59"/>
                </a:cubicBezTo>
                <a:cubicBezTo>
                  <a:pt x="78" y="27"/>
                  <a:pt x="78" y="27"/>
                  <a:pt x="78" y="27"/>
                </a:cubicBezTo>
                <a:cubicBezTo>
                  <a:pt x="79" y="24"/>
                  <a:pt x="78" y="21"/>
                  <a:pt x="76" y="20"/>
                </a:cubicBezTo>
                <a:close/>
                <a:moveTo>
                  <a:pt x="35" y="37"/>
                </a:moveTo>
                <a:cubicBezTo>
                  <a:pt x="36" y="32"/>
                  <a:pt x="36" y="32"/>
                  <a:pt x="36" y="32"/>
                </a:cubicBezTo>
                <a:cubicBezTo>
                  <a:pt x="46" y="34"/>
                  <a:pt x="46" y="34"/>
                  <a:pt x="46" y="34"/>
                </a:cubicBezTo>
                <a:cubicBezTo>
                  <a:pt x="45" y="39"/>
                  <a:pt x="45" y="39"/>
                  <a:pt x="45" y="39"/>
                </a:cubicBezTo>
                <a:lnTo>
                  <a:pt x="35" y="37"/>
                </a:lnTo>
                <a:close/>
                <a:moveTo>
                  <a:pt x="44" y="44"/>
                </a:moveTo>
                <a:cubicBezTo>
                  <a:pt x="43" y="49"/>
                  <a:pt x="43" y="49"/>
                  <a:pt x="43" y="49"/>
                </a:cubicBezTo>
                <a:cubicBezTo>
                  <a:pt x="33" y="47"/>
                  <a:pt x="33" y="47"/>
                  <a:pt x="33" y="47"/>
                </a:cubicBezTo>
                <a:cubicBezTo>
                  <a:pt x="34" y="42"/>
                  <a:pt x="34" y="42"/>
                  <a:pt x="34" y="42"/>
                </a:cubicBezTo>
                <a:lnTo>
                  <a:pt x="44" y="44"/>
                </a:lnTo>
                <a:close/>
                <a:moveTo>
                  <a:pt x="37" y="28"/>
                </a:moveTo>
                <a:cubicBezTo>
                  <a:pt x="38" y="23"/>
                  <a:pt x="38" y="23"/>
                  <a:pt x="38" y="23"/>
                </a:cubicBezTo>
                <a:cubicBezTo>
                  <a:pt x="48" y="25"/>
                  <a:pt x="48" y="25"/>
                  <a:pt x="48" y="25"/>
                </a:cubicBezTo>
                <a:cubicBezTo>
                  <a:pt x="47" y="29"/>
                  <a:pt x="47" y="29"/>
                  <a:pt x="47" y="29"/>
                </a:cubicBezTo>
                <a:lnTo>
                  <a:pt x="37" y="28"/>
                </a:lnTo>
                <a:close/>
                <a:moveTo>
                  <a:pt x="22" y="19"/>
                </a:moveTo>
                <a:cubicBezTo>
                  <a:pt x="33" y="22"/>
                  <a:pt x="33" y="22"/>
                  <a:pt x="33" y="22"/>
                </a:cubicBezTo>
                <a:cubicBezTo>
                  <a:pt x="32" y="27"/>
                  <a:pt x="32" y="27"/>
                  <a:pt x="32" y="27"/>
                </a:cubicBezTo>
                <a:cubicBezTo>
                  <a:pt x="21" y="25"/>
                  <a:pt x="21" y="25"/>
                  <a:pt x="21" y="25"/>
                </a:cubicBezTo>
                <a:lnTo>
                  <a:pt x="22" y="19"/>
                </a:lnTo>
                <a:close/>
                <a:moveTo>
                  <a:pt x="21" y="30"/>
                </a:moveTo>
                <a:cubicBezTo>
                  <a:pt x="31" y="32"/>
                  <a:pt x="31" y="32"/>
                  <a:pt x="31" y="32"/>
                </a:cubicBezTo>
                <a:cubicBezTo>
                  <a:pt x="30" y="36"/>
                  <a:pt x="30" y="36"/>
                  <a:pt x="30" y="36"/>
                </a:cubicBezTo>
                <a:cubicBezTo>
                  <a:pt x="21" y="35"/>
                  <a:pt x="21" y="35"/>
                  <a:pt x="21" y="35"/>
                </a:cubicBezTo>
                <a:lnTo>
                  <a:pt x="21" y="30"/>
                </a:lnTo>
                <a:close/>
                <a:moveTo>
                  <a:pt x="20" y="40"/>
                </a:moveTo>
                <a:cubicBezTo>
                  <a:pt x="29" y="41"/>
                  <a:pt x="29" y="41"/>
                  <a:pt x="29" y="41"/>
                </a:cubicBezTo>
                <a:cubicBezTo>
                  <a:pt x="28" y="46"/>
                  <a:pt x="28" y="46"/>
                  <a:pt x="28" y="46"/>
                </a:cubicBezTo>
                <a:cubicBezTo>
                  <a:pt x="20" y="45"/>
                  <a:pt x="20" y="45"/>
                  <a:pt x="20" y="45"/>
                </a:cubicBezTo>
                <a:lnTo>
                  <a:pt x="20" y="40"/>
                </a:lnTo>
                <a:close/>
                <a:moveTo>
                  <a:pt x="54" y="52"/>
                </a:moveTo>
                <a:cubicBezTo>
                  <a:pt x="48" y="50"/>
                  <a:pt x="48" y="50"/>
                  <a:pt x="48" y="50"/>
                </a:cubicBezTo>
                <a:cubicBezTo>
                  <a:pt x="49" y="45"/>
                  <a:pt x="49" y="45"/>
                  <a:pt x="49" y="45"/>
                </a:cubicBezTo>
                <a:cubicBezTo>
                  <a:pt x="57" y="47"/>
                  <a:pt x="57" y="47"/>
                  <a:pt x="57" y="47"/>
                </a:cubicBezTo>
                <a:lnTo>
                  <a:pt x="54" y="52"/>
                </a:lnTo>
                <a:close/>
                <a:moveTo>
                  <a:pt x="59" y="42"/>
                </a:moveTo>
                <a:cubicBezTo>
                  <a:pt x="50" y="40"/>
                  <a:pt x="50" y="40"/>
                  <a:pt x="50" y="40"/>
                </a:cubicBezTo>
                <a:cubicBezTo>
                  <a:pt x="51" y="35"/>
                  <a:pt x="51" y="35"/>
                  <a:pt x="51" y="35"/>
                </a:cubicBezTo>
                <a:cubicBezTo>
                  <a:pt x="61" y="37"/>
                  <a:pt x="61" y="37"/>
                  <a:pt x="61" y="37"/>
                </a:cubicBezTo>
                <a:lnTo>
                  <a:pt x="59" y="42"/>
                </a:lnTo>
                <a:close/>
                <a:moveTo>
                  <a:pt x="64" y="33"/>
                </a:moveTo>
                <a:cubicBezTo>
                  <a:pt x="52" y="30"/>
                  <a:pt x="52" y="30"/>
                  <a:pt x="52" y="30"/>
                </a:cubicBezTo>
                <a:cubicBezTo>
                  <a:pt x="53" y="25"/>
                  <a:pt x="53" y="25"/>
                  <a:pt x="53" y="25"/>
                </a:cubicBezTo>
                <a:cubicBezTo>
                  <a:pt x="66" y="28"/>
                  <a:pt x="66" y="28"/>
                  <a:pt x="66" y="28"/>
                </a:cubicBezTo>
                <a:lnTo>
                  <a:pt x="64" y="33"/>
                </a:lnTo>
                <a:close/>
                <a:moveTo>
                  <a:pt x="9" y="66"/>
                </a:moveTo>
                <a:cubicBezTo>
                  <a:pt x="8" y="70"/>
                  <a:pt x="11" y="74"/>
                  <a:pt x="15" y="75"/>
                </a:cubicBezTo>
                <a:cubicBezTo>
                  <a:pt x="19" y="76"/>
                  <a:pt x="23" y="73"/>
                  <a:pt x="24" y="69"/>
                </a:cubicBezTo>
                <a:cubicBezTo>
                  <a:pt x="24" y="69"/>
                  <a:pt x="24" y="69"/>
                  <a:pt x="24" y="69"/>
                </a:cubicBezTo>
                <a:cubicBezTo>
                  <a:pt x="25" y="65"/>
                  <a:pt x="22" y="61"/>
                  <a:pt x="18" y="60"/>
                </a:cubicBezTo>
                <a:cubicBezTo>
                  <a:pt x="14" y="59"/>
                  <a:pt x="10" y="62"/>
                  <a:pt x="9" y="66"/>
                </a:cubicBezTo>
                <a:close/>
                <a:moveTo>
                  <a:pt x="39" y="72"/>
                </a:moveTo>
                <a:cubicBezTo>
                  <a:pt x="38" y="76"/>
                  <a:pt x="41" y="80"/>
                  <a:pt x="45" y="81"/>
                </a:cubicBezTo>
                <a:cubicBezTo>
                  <a:pt x="49" y="81"/>
                  <a:pt x="53" y="79"/>
                  <a:pt x="54" y="75"/>
                </a:cubicBezTo>
                <a:cubicBezTo>
                  <a:pt x="54" y="75"/>
                  <a:pt x="54" y="75"/>
                  <a:pt x="54" y="75"/>
                </a:cubicBezTo>
                <a:cubicBezTo>
                  <a:pt x="54" y="70"/>
                  <a:pt x="52" y="66"/>
                  <a:pt x="48" y="66"/>
                </a:cubicBezTo>
                <a:cubicBezTo>
                  <a:pt x="43" y="65"/>
                  <a:pt x="39" y="68"/>
                  <a:pt x="39" y="7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7" name="Freeform 94"/>
          <p:cNvSpPr>
            <a:spLocks noEditPoints="1"/>
          </p:cNvSpPr>
          <p:nvPr/>
        </p:nvSpPr>
        <p:spPr bwMode="auto">
          <a:xfrm>
            <a:off x="10295181" y="5016763"/>
            <a:ext cx="112878" cy="114344"/>
          </a:xfrm>
          <a:custGeom>
            <a:avLst/>
            <a:gdLst>
              <a:gd name="T0" fmla="*/ 24 w 47"/>
              <a:gd name="T1" fmla="*/ 0 h 48"/>
              <a:gd name="T2" fmla="*/ 0 w 47"/>
              <a:gd name="T3" fmla="*/ 24 h 48"/>
              <a:gd name="T4" fmla="*/ 24 w 47"/>
              <a:gd name="T5" fmla="*/ 48 h 48"/>
              <a:gd name="T6" fmla="*/ 47 w 47"/>
              <a:gd name="T7" fmla="*/ 24 h 48"/>
              <a:gd name="T8" fmla="*/ 24 w 47"/>
              <a:gd name="T9" fmla="*/ 0 h 48"/>
              <a:gd name="T10" fmla="*/ 6 w 47"/>
              <a:gd name="T11" fmla="*/ 24 h 48"/>
              <a:gd name="T12" fmla="*/ 24 w 47"/>
              <a:gd name="T13" fmla="*/ 6 h 48"/>
              <a:gd name="T14" fmla="*/ 24 w 47"/>
              <a:gd name="T15" fmla="*/ 42 h 48"/>
              <a:gd name="T16" fmla="*/ 6 w 47"/>
              <a:gd name="T17" fmla="*/ 2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48">
                <a:moveTo>
                  <a:pt x="24" y="0"/>
                </a:moveTo>
                <a:cubicBezTo>
                  <a:pt x="11" y="0"/>
                  <a:pt x="0" y="11"/>
                  <a:pt x="0" y="24"/>
                </a:cubicBezTo>
                <a:cubicBezTo>
                  <a:pt x="0" y="37"/>
                  <a:pt x="11" y="48"/>
                  <a:pt x="24" y="48"/>
                </a:cubicBezTo>
                <a:cubicBezTo>
                  <a:pt x="37" y="48"/>
                  <a:pt x="47" y="37"/>
                  <a:pt x="47" y="24"/>
                </a:cubicBezTo>
                <a:cubicBezTo>
                  <a:pt x="47" y="11"/>
                  <a:pt x="37" y="0"/>
                  <a:pt x="24" y="0"/>
                </a:cubicBezTo>
                <a:close/>
                <a:moveTo>
                  <a:pt x="6" y="24"/>
                </a:moveTo>
                <a:cubicBezTo>
                  <a:pt x="6" y="14"/>
                  <a:pt x="14" y="6"/>
                  <a:pt x="24" y="6"/>
                </a:cubicBezTo>
                <a:cubicBezTo>
                  <a:pt x="24" y="42"/>
                  <a:pt x="24" y="42"/>
                  <a:pt x="24" y="42"/>
                </a:cubicBezTo>
                <a:cubicBezTo>
                  <a:pt x="14" y="42"/>
                  <a:pt x="6" y="34"/>
                  <a:pt x="6" y="2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Freeform 95"/>
          <p:cNvSpPr>
            <a:spLocks noEditPoints="1"/>
          </p:cNvSpPr>
          <p:nvPr/>
        </p:nvSpPr>
        <p:spPr bwMode="auto">
          <a:xfrm>
            <a:off x="10045969" y="4631218"/>
            <a:ext cx="284395" cy="277064"/>
          </a:xfrm>
          <a:custGeom>
            <a:avLst/>
            <a:gdLst>
              <a:gd name="T0" fmla="*/ 22 w 119"/>
              <a:gd name="T1" fmla="*/ 19 h 116"/>
              <a:gd name="T2" fmla="*/ 58 w 119"/>
              <a:gd name="T3" fmla="*/ 33 h 116"/>
              <a:gd name="T4" fmla="*/ 62 w 119"/>
              <a:gd name="T5" fmla="*/ 12 h 116"/>
              <a:gd name="T6" fmla="*/ 82 w 119"/>
              <a:gd name="T7" fmla="*/ 3 h 116"/>
              <a:gd name="T8" fmla="*/ 91 w 119"/>
              <a:gd name="T9" fmla="*/ 23 h 116"/>
              <a:gd name="T10" fmla="*/ 95 w 119"/>
              <a:gd name="T11" fmla="*/ 49 h 116"/>
              <a:gd name="T12" fmla="*/ 95 w 119"/>
              <a:gd name="T13" fmla="*/ 50 h 116"/>
              <a:gd name="T14" fmla="*/ 99 w 119"/>
              <a:gd name="T15" fmla="*/ 41 h 116"/>
              <a:gd name="T16" fmla="*/ 119 w 119"/>
              <a:gd name="T17" fmla="*/ 49 h 116"/>
              <a:gd name="T18" fmla="*/ 93 w 119"/>
              <a:gd name="T19" fmla="*/ 116 h 116"/>
              <a:gd name="T20" fmla="*/ 73 w 119"/>
              <a:gd name="T21" fmla="*/ 109 h 116"/>
              <a:gd name="T22" fmla="*/ 75 w 119"/>
              <a:gd name="T23" fmla="*/ 103 h 116"/>
              <a:gd name="T24" fmla="*/ 63 w 119"/>
              <a:gd name="T25" fmla="*/ 103 h 116"/>
              <a:gd name="T26" fmla="*/ 53 w 119"/>
              <a:gd name="T27" fmla="*/ 106 h 116"/>
              <a:gd name="T28" fmla="*/ 35 w 119"/>
              <a:gd name="T29" fmla="*/ 102 h 116"/>
              <a:gd name="T30" fmla="*/ 30 w 119"/>
              <a:gd name="T31" fmla="*/ 100 h 116"/>
              <a:gd name="T32" fmla="*/ 28 w 119"/>
              <a:gd name="T33" fmla="*/ 99 h 116"/>
              <a:gd name="T34" fmla="*/ 21 w 119"/>
              <a:gd name="T35" fmla="*/ 83 h 116"/>
              <a:gd name="T36" fmla="*/ 22 w 119"/>
              <a:gd name="T37" fmla="*/ 80 h 116"/>
              <a:gd name="T38" fmla="*/ 22 w 119"/>
              <a:gd name="T39" fmla="*/ 70 h 116"/>
              <a:gd name="T40" fmla="*/ 24 w 119"/>
              <a:gd name="T41" fmla="*/ 67 h 116"/>
              <a:gd name="T42" fmla="*/ 24 w 119"/>
              <a:gd name="T43" fmla="*/ 57 h 116"/>
              <a:gd name="T44" fmla="*/ 27 w 119"/>
              <a:gd name="T45" fmla="*/ 52 h 116"/>
              <a:gd name="T46" fmla="*/ 11 w 119"/>
              <a:gd name="T47" fmla="*/ 46 h 116"/>
              <a:gd name="T48" fmla="*/ 3 w 119"/>
              <a:gd name="T49" fmla="*/ 28 h 116"/>
              <a:gd name="T50" fmla="*/ 22 w 119"/>
              <a:gd name="T51" fmla="*/ 19 h 116"/>
              <a:gd name="T52" fmla="*/ 86 w 119"/>
              <a:gd name="T53" fmla="*/ 106 h 116"/>
              <a:gd name="T54" fmla="*/ 90 w 119"/>
              <a:gd name="T55" fmla="*/ 104 h 116"/>
              <a:gd name="T56" fmla="*/ 88 w 119"/>
              <a:gd name="T57" fmla="*/ 99 h 116"/>
              <a:gd name="T58" fmla="*/ 84 w 119"/>
              <a:gd name="T59" fmla="*/ 101 h 116"/>
              <a:gd name="T60" fmla="*/ 86 w 119"/>
              <a:gd name="T61" fmla="*/ 106 h 116"/>
              <a:gd name="T62" fmla="*/ 15 w 119"/>
              <a:gd name="T63" fmla="*/ 40 h 116"/>
              <a:gd name="T64" fmla="*/ 41 w 119"/>
              <a:gd name="T65" fmla="*/ 50 h 116"/>
              <a:gd name="T66" fmla="*/ 42 w 119"/>
              <a:gd name="T67" fmla="*/ 50 h 116"/>
              <a:gd name="T68" fmla="*/ 39 w 119"/>
              <a:gd name="T69" fmla="*/ 57 h 116"/>
              <a:gd name="T70" fmla="*/ 38 w 119"/>
              <a:gd name="T71" fmla="*/ 57 h 116"/>
              <a:gd name="T72" fmla="*/ 31 w 119"/>
              <a:gd name="T73" fmla="*/ 60 h 116"/>
              <a:gd name="T74" fmla="*/ 32 w 119"/>
              <a:gd name="T75" fmla="*/ 66 h 116"/>
              <a:gd name="T76" fmla="*/ 34 w 119"/>
              <a:gd name="T77" fmla="*/ 68 h 116"/>
              <a:gd name="T78" fmla="*/ 31 w 119"/>
              <a:gd name="T79" fmla="*/ 70 h 116"/>
              <a:gd name="T80" fmla="*/ 30 w 119"/>
              <a:gd name="T81" fmla="*/ 73 h 116"/>
              <a:gd name="T82" fmla="*/ 30 w 119"/>
              <a:gd name="T83" fmla="*/ 78 h 116"/>
              <a:gd name="T84" fmla="*/ 32 w 119"/>
              <a:gd name="T85" fmla="*/ 81 h 116"/>
              <a:gd name="T86" fmla="*/ 30 w 119"/>
              <a:gd name="T87" fmla="*/ 83 h 116"/>
              <a:gd name="T88" fmla="*/ 28 w 119"/>
              <a:gd name="T89" fmla="*/ 85 h 116"/>
              <a:gd name="T90" fmla="*/ 31 w 119"/>
              <a:gd name="T91" fmla="*/ 93 h 116"/>
              <a:gd name="T92" fmla="*/ 33 w 119"/>
              <a:gd name="T93" fmla="*/ 93 h 116"/>
              <a:gd name="T94" fmla="*/ 38 w 119"/>
              <a:gd name="T95" fmla="*/ 95 h 116"/>
              <a:gd name="T96" fmla="*/ 60 w 119"/>
              <a:gd name="T97" fmla="*/ 96 h 116"/>
              <a:gd name="T98" fmla="*/ 78 w 119"/>
              <a:gd name="T99" fmla="*/ 95 h 116"/>
              <a:gd name="T100" fmla="*/ 92 w 119"/>
              <a:gd name="T101" fmla="*/ 59 h 116"/>
              <a:gd name="T102" fmla="*/ 88 w 119"/>
              <a:gd name="T103" fmla="*/ 55 h 116"/>
              <a:gd name="T104" fmla="*/ 83 w 119"/>
              <a:gd name="T105" fmla="*/ 20 h 116"/>
              <a:gd name="T106" fmla="*/ 79 w 119"/>
              <a:gd name="T107" fmla="*/ 12 h 116"/>
              <a:gd name="T108" fmla="*/ 70 w 119"/>
              <a:gd name="T109" fmla="*/ 15 h 116"/>
              <a:gd name="T110" fmla="*/ 67 w 119"/>
              <a:gd name="T111" fmla="*/ 37 h 116"/>
              <a:gd name="T112" fmla="*/ 66 w 119"/>
              <a:gd name="T113" fmla="*/ 44 h 116"/>
              <a:gd name="T114" fmla="*/ 20 w 119"/>
              <a:gd name="T115" fmla="*/ 26 h 116"/>
              <a:gd name="T116" fmla="*/ 10 w 119"/>
              <a:gd name="T117" fmla="*/ 31 h 116"/>
              <a:gd name="T118" fmla="*/ 15 w 119"/>
              <a:gd name="T119" fmla="*/ 4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9" h="116">
                <a:moveTo>
                  <a:pt x="22" y="19"/>
                </a:moveTo>
                <a:cubicBezTo>
                  <a:pt x="58" y="33"/>
                  <a:pt x="58" y="33"/>
                  <a:pt x="58" y="33"/>
                </a:cubicBezTo>
                <a:cubicBezTo>
                  <a:pt x="59" y="24"/>
                  <a:pt x="59" y="21"/>
                  <a:pt x="62" y="12"/>
                </a:cubicBezTo>
                <a:cubicBezTo>
                  <a:pt x="65" y="4"/>
                  <a:pt x="74" y="0"/>
                  <a:pt x="82" y="3"/>
                </a:cubicBezTo>
                <a:cubicBezTo>
                  <a:pt x="90" y="6"/>
                  <a:pt x="94" y="15"/>
                  <a:pt x="91" y="23"/>
                </a:cubicBezTo>
                <a:cubicBezTo>
                  <a:pt x="87" y="34"/>
                  <a:pt x="89" y="41"/>
                  <a:pt x="95" y="49"/>
                </a:cubicBezTo>
                <a:cubicBezTo>
                  <a:pt x="95" y="50"/>
                  <a:pt x="95" y="50"/>
                  <a:pt x="95" y="50"/>
                </a:cubicBezTo>
                <a:cubicBezTo>
                  <a:pt x="99" y="41"/>
                  <a:pt x="99" y="41"/>
                  <a:pt x="99" y="41"/>
                </a:cubicBezTo>
                <a:cubicBezTo>
                  <a:pt x="119" y="49"/>
                  <a:pt x="119" y="49"/>
                  <a:pt x="119" y="49"/>
                </a:cubicBezTo>
                <a:cubicBezTo>
                  <a:pt x="93" y="116"/>
                  <a:pt x="93" y="116"/>
                  <a:pt x="93" y="116"/>
                </a:cubicBezTo>
                <a:cubicBezTo>
                  <a:pt x="73" y="109"/>
                  <a:pt x="73" y="109"/>
                  <a:pt x="73" y="109"/>
                </a:cubicBezTo>
                <a:cubicBezTo>
                  <a:pt x="75" y="103"/>
                  <a:pt x="75" y="103"/>
                  <a:pt x="75" y="103"/>
                </a:cubicBezTo>
                <a:cubicBezTo>
                  <a:pt x="68" y="101"/>
                  <a:pt x="66" y="102"/>
                  <a:pt x="63" y="103"/>
                </a:cubicBezTo>
                <a:cubicBezTo>
                  <a:pt x="60" y="104"/>
                  <a:pt x="57" y="106"/>
                  <a:pt x="53" y="106"/>
                </a:cubicBezTo>
                <a:cubicBezTo>
                  <a:pt x="48" y="106"/>
                  <a:pt x="42" y="105"/>
                  <a:pt x="35" y="102"/>
                </a:cubicBezTo>
                <a:cubicBezTo>
                  <a:pt x="30" y="100"/>
                  <a:pt x="30" y="100"/>
                  <a:pt x="30" y="100"/>
                </a:cubicBezTo>
                <a:cubicBezTo>
                  <a:pt x="28" y="99"/>
                  <a:pt x="28" y="99"/>
                  <a:pt x="28" y="99"/>
                </a:cubicBezTo>
                <a:cubicBezTo>
                  <a:pt x="21" y="97"/>
                  <a:pt x="18" y="89"/>
                  <a:pt x="21" y="83"/>
                </a:cubicBezTo>
                <a:cubicBezTo>
                  <a:pt x="21" y="82"/>
                  <a:pt x="22" y="81"/>
                  <a:pt x="22" y="80"/>
                </a:cubicBezTo>
                <a:cubicBezTo>
                  <a:pt x="21" y="77"/>
                  <a:pt x="21" y="73"/>
                  <a:pt x="22" y="70"/>
                </a:cubicBezTo>
                <a:cubicBezTo>
                  <a:pt x="23" y="69"/>
                  <a:pt x="23" y="68"/>
                  <a:pt x="24" y="67"/>
                </a:cubicBezTo>
                <a:cubicBezTo>
                  <a:pt x="23" y="64"/>
                  <a:pt x="23" y="60"/>
                  <a:pt x="24" y="57"/>
                </a:cubicBezTo>
                <a:cubicBezTo>
                  <a:pt x="25" y="55"/>
                  <a:pt x="26" y="54"/>
                  <a:pt x="27" y="52"/>
                </a:cubicBezTo>
                <a:cubicBezTo>
                  <a:pt x="11" y="46"/>
                  <a:pt x="11" y="46"/>
                  <a:pt x="11" y="46"/>
                </a:cubicBezTo>
                <a:cubicBezTo>
                  <a:pt x="4" y="44"/>
                  <a:pt x="0" y="35"/>
                  <a:pt x="3" y="28"/>
                </a:cubicBezTo>
                <a:cubicBezTo>
                  <a:pt x="6" y="20"/>
                  <a:pt x="14" y="16"/>
                  <a:pt x="22" y="19"/>
                </a:cubicBezTo>
                <a:close/>
                <a:moveTo>
                  <a:pt x="86" y="106"/>
                </a:moveTo>
                <a:cubicBezTo>
                  <a:pt x="88" y="106"/>
                  <a:pt x="90" y="106"/>
                  <a:pt x="90" y="104"/>
                </a:cubicBezTo>
                <a:cubicBezTo>
                  <a:pt x="91" y="102"/>
                  <a:pt x="90" y="100"/>
                  <a:pt x="88" y="99"/>
                </a:cubicBezTo>
                <a:cubicBezTo>
                  <a:pt x="86" y="98"/>
                  <a:pt x="84" y="99"/>
                  <a:pt x="84" y="101"/>
                </a:cubicBezTo>
                <a:cubicBezTo>
                  <a:pt x="83" y="103"/>
                  <a:pt x="84" y="105"/>
                  <a:pt x="86" y="106"/>
                </a:cubicBezTo>
                <a:close/>
                <a:moveTo>
                  <a:pt x="15" y="40"/>
                </a:moveTo>
                <a:cubicBezTo>
                  <a:pt x="41" y="50"/>
                  <a:pt x="41" y="50"/>
                  <a:pt x="41" y="50"/>
                </a:cubicBezTo>
                <a:cubicBezTo>
                  <a:pt x="42" y="50"/>
                  <a:pt x="42" y="50"/>
                  <a:pt x="42" y="50"/>
                </a:cubicBezTo>
                <a:cubicBezTo>
                  <a:pt x="39" y="57"/>
                  <a:pt x="39" y="57"/>
                  <a:pt x="39" y="57"/>
                </a:cubicBezTo>
                <a:cubicBezTo>
                  <a:pt x="38" y="57"/>
                  <a:pt x="38" y="57"/>
                  <a:pt x="38" y="57"/>
                </a:cubicBezTo>
                <a:cubicBezTo>
                  <a:pt x="36" y="56"/>
                  <a:pt x="32" y="57"/>
                  <a:pt x="31" y="60"/>
                </a:cubicBezTo>
                <a:cubicBezTo>
                  <a:pt x="31" y="62"/>
                  <a:pt x="31" y="64"/>
                  <a:pt x="32" y="66"/>
                </a:cubicBezTo>
                <a:cubicBezTo>
                  <a:pt x="34" y="68"/>
                  <a:pt x="34" y="68"/>
                  <a:pt x="34" y="68"/>
                </a:cubicBezTo>
                <a:cubicBezTo>
                  <a:pt x="31" y="70"/>
                  <a:pt x="31" y="70"/>
                  <a:pt x="31" y="70"/>
                </a:cubicBezTo>
                <a:cubicBezTo>
                  <a:pt x="31" y="71"/>
                  <a:pt x="30" y="72"/>
                  <a:pt x="30" y="73"/>
                </a:cubicBezTo>
                <a:cubicBezTo>
                  <a:pt x="29" y="75"/>
                  <a:pt x="29" y="77"/>
                  <a:pt x="30" y="78"/>
                </a:cubicBezTo>
                <a:cubicBezTo>
                  <a:pt x="32" y="81"/>
                  <a:pt x="32" y="81"/>
                  <a:pt x="32" y="81"/>
                </a:cubicBezTo>
                <a:cubicBezTo>
                  <a:pt x="30" y="83"/>
                  <a:pt x="30" y="83"/>
                  <a:pt x="30" y="83"/>
                </a:cubicBezTo>
                <a:cubicBezTo>
                  <a:pt x="29" y="84"/>
                  <a:pt x="28" y="85"/>
                  <a:pt x="28" y="85"/>
                </a:cubicBezTo>
                <a:cubicBezTo>
                  <a:pt x="27" y="88"/>
                  <a:pt x="28" y="92"/>
                  <a:pt x="31" y="93"/>
                </a:cubicBezTo>
                <a:cubicBezTo>
                  <a:pt x="33" y="93"/>
                  <a:pt x="33" y="93"/>
                  <a:pt x="33" y="93"/>
                </a:cubicBezTo>
                <a:cubicBezTo>
                  <a:pt x="38" y="95"/>
                  <a:pt x="38" y="95"/>
                  <a:pt x="38" y="95"/>
                </a:cubicBezTo>
                <a:cubicBezTo>
                  <a:pt x="51" y="100"/>
                  <a:pt x="56" y="97"/>
                  <a:pt x="60" y="96"/>
                </a:cubicBezTo>
                <a:cubicBezTo>
                  <a:pt x="64" y="94"/>
                  <a:pt x="68" y="92"/>
                  <a:pt x="78" y="95"/>
                </a:cubicBezTo>
                <a:cubicBezTo>
                  <a:pt x="92" y="59"/>
                  <a:pt x="92" y="59"/>
                  <a:pt x="92" y="59"/>
                </a:cubicBezTo>
                <a:cubicBezTo>
                  <a:pt x="90" y="58"/>
                  <a:pt x="89" y="56"/>
                  <a:pt x="88" y="55"/>
                </a:cubicBezTo>
                <a:cubicBezTo>
                  <a:pt x="81" y="43"/>
                  <a:pt x="78" y="34"/>
                  <a:pt x="83" y="20"/>
                </a:cubicBezTo>
                <a:cubicBezTo>
                  <a:pt x="85" y="17"/>
                  <a:pt x="83" y="13"/>
                  <a:pt x="79" y="12"/>
                </a:cubicBezTo>
                <a:cubicBezTo>
                  <a:pt x="76" y="10"/>
                  <a:pt x="72" y="12"/>
                  <a:pt x="70" y="15"/>
                </a:cubicBezTo>
                <a:cubicBezTo>
                  <a:pt x="67" y="24"/>
                  <a:pt x="67" y="27"/>
                  <a:pt x="67" y="37"/>
                </a:cubicBezTo>
                <a:cubicBezTo>
                  <a:pt x="67" y="39"/>
                  <a:pt x="66" y="42"/>
                  <a:pt x="66" y="44"/>
                </a:cubicBezTo>
                <a:cubicBezTo>
                  <a:pt x="20" y="26"/>
                  <a:pt x="20" y="26"/>
                  <a:pt x="20" y="26"/>
                </a:cubicBezTo>
                <a:cubicBezTo>
                  <a:pt x="16" y="25"/>
                  <a:pt x="12" y="27"/>
                  <a:pt x="10" y="31"/>
                </a:cubicBezTo>
                <a:cubicBezTo>
                  <a:pt x="9" y="34"/>
                  <a:pt x="11" y="38"/>
                  <a:pt x="15" y="4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9" name="Freeform 96"/>
          <p:cNvSpPr>
            <a:spLocks noEditPoints="1"/>
          </p:cNvSpPr>
          <p:nvPr/>
        </p:nvSpPr>
        <p:spPr bwMode="auto">
          <a:xfrm>
            <a:off x="9936023" y="4922942"/>
            <a:ext cx="344500" cy="301987"/>
          </a:xfrm>
          <a:custGeom>
            <a:avLst/>
            <a:gdLst>
              <a:gd name="T0" fmla="*/ 144 w 144"/>
              <a:gd name="T1" fmla="*/ 41 h 126"/>
              <a:gd name="T2" fmla="*/ 102 w 144"/>
              <a:gd name="T3" fmla="*/ 0 h 126"/>
              <a:gd name="T4" fmla="*/ 72 w 144"/>
              <a:gd name="T5" fmla="*/ 14 h 126"/>
              <a:gd name="T6" fmla="*/ 41 w 144"/>
              <a:gd name="T7" fmla="*/ 0 h 126"/>
              <a:gd name="T8" fmla="*/ 0 w 144"/>
              <a:gd name="T9" fmla="*/ 41 h 126"/>
              <a:gd name="T10" fmla="*/ 13 w 144"/>
              <a:gd name="T11" fmla="*/ 72 h 126"/>
              <a:gd name="T12" fmla="*/ 13 w 144"/>
              <a:gd name="T13" fmla="*/ 72 h 126"/>
              <a:gd name="T14" fmla="*/ 58 w 144"/>
              <a:gd name="T15" fmla="*/ 117 h 126"/>
              <a:gd name="T16" fmla="*/ 72 w 144"/>
              <a:gd name="T17" fmla="*/ 126 h 126"/>
              <a:gd name="T18" fmla="*/ 85 w 144"/>
              <a:gd name="T19" fmla="*/ 117 h 126"/>
              <a:gd name="T20" fmla="*/ 130 w 144"/>
              <a:gd name="T21" fmla="*/ 72 h 126"/>
              <a:gd name="T22" fmla="*/ 130 w 144"/>
              <a:gd name="T23" fmla="*/ 72 h 126"/>
              <a:gd name="T24" fmla="*/ 144 w 144"/>
              <a:gd name="T25" fmla="*/ 41 h 126"/>
              <a:gd name="T26" fmla="*/ 118 w 144"/>
              <a:gd name="T27" fmla="*/ 59 h 126"/>
              <a:gd name="T28" fmla="*/ 73 w 144"/>
              <a:gd name="T29" fmla="*/ 104 h 126"/>
              <a:gd name="T30" fmla="*/ 72 w 144"/>
              <a:gd name="T31" fmla="*/ 105 h 126"/>
              <a:gd name="T32" fmla="*/ 71 w 144"/>
              <a:gd name="T33" fmla="*/ 104 h 126"/>
              <a:gd name="T34" fmla="*/ 25 w 144"/>
              <a:gd name="T35" fmla="*/ 59 h 126"/>
              <a:gd name="T36" fmla="*/ 18 w 144"/>
              <a:gd name="T37" fmla="*/ 41 h 126"/>
              <a:gd name="T38" fmla="*/ 41 w 144"/>
              <a:gd name="T39" fmla="*/ 18 h 126"/>
              <a:gd name="T40" fmla="*/ 58 w 144"/>
              <a:gd name="T41" fmla="*/ 26 h 126"/>
              <a:gd name="T42" fmla="*/ 72 w 144"/>
              <a:gd name="T43" fmla="*/ 40 h 126"/>
              <a:gd name="T44" fmla="*/ 85 w 144"/>
              <a:gd name="T45" fmla="*/ 26 h 126"/>
              <a:gd name="T46" fmla="*/ 102 w 144"/>
              <a:gd name="T47" fmla="*/ 18 h 126"/>
              <a:gd name="T48" fmla="*/ 126 w 144"/>
              <a:gd name="T49" fmla="*/ 41 h 126"/>
              <a:gd name="T50" fmla="*/ 118 w 144"/>
              <a:gd name="T51" fmla="*/ 59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126">
                <a:moveTo>
                  <a:pt x="144" y="41"/>
                </a:moveTo>
                <a:cubicBezTo>
                  <a:pt x="144" y="19"/>
                  <a:pt x="125" y="0"/>
                  <a:pt x="102" y="0"/>
                </a:cubicBezTo>
                <a:cubicBezTo>
                  <a:pt x="90" y="0"/>
                  <a:pt x="79" y="5"/>
                  <a:pt x="72" y="14"/>
                </a:cubicBezTo>
                <a:cubicBezTo>
                  <a:pt x="64" y="5"/>
                  <a:pt x="53" y="0"/>
                  <a:pt x="41" y="0"/>
                </a:cubicBezTo>
                <a:cubicBezTo>
                  <a:pt x="18" y="0"/>
                  <a:pt x="0" y="19"/>
                  <a:pt x="0" y="41"/>
                </a:cubicBezTo>
                <a:cubicBezTo>
                  <a:pt x="0" y="54"/>
                  <a:pt x="5" y="65"/>
                  <a:pt x="13" y="72"/>
                </a:cubicBezTo>
                <a:cubicBezTo>
                  <a:pt x="13" y="72"/>
                  <a:pt x="13" y="72"/>
                  <a:pt x="13" y="72"/>
                </a:cubicBezTo>
                <a:cubicBezTo>
                  <a:pt x="58" y="117"/>
                  <a:pt x="58" y="117"/>
                  <a:pt x="58" y="117"/>
                </a:cubicBezTo>
                <a:cubicBezTo>
                  <a:pt x="63" y="122"/>
                  <a:pt x="67" y="126"/>
                  <a:pt x="72" y="126"/>
                </a:cubicBezTo>
                <a:cubicBezTo>
                  <a:pt x="76" y="126"/>
                  <a:pt x="81" y="122"/>
                  <a:pt x="85" y="117"/>
                </a:cubicBezTo>
                <a:cubicBezTo>
                  <a:pt x="130" y="72"/>
                  <a:pt x="130" y="72"/>
                  <a:pt x="130" y="72"/>
                </a:cubicBezTo>
                <a:cubicBezTo>
                  <a:pt x="130" y="72"/>
                  <a:pt x="130" y="72"/>
                  <a:pt x="130" y="72"/>
                </a:cubicBezTo>
                <a:cubicBezTo>
                  <a:pt x="139" y="65"/>
                  <a:pt x="144" y="54"/>
                  <a:pt x="144" y="41"/>
                </a:cubicBezTo>
                <a:close/>
                <a:moveTo>
                  <a:pt x="118" y="59"/>
                </a:moveTo>
                <a:cubicBezTo>
                  <a:pt x="73" y="104"/>
                  <a:pt x="73" y="104"/>
                  <a:pt x="73" y="104"/>
                </a:cubicBezTo>
                <a:cubicBezTo>
                  <a:pt x="72" y="105"/>
                  <a:pt x="72" y="105"/>
                  <a:pt x="72" y="105"/>
                </a:cubicBezTo>
                <a:cubicBezTo>
                  <a:pt x="72" y="105"/>
                  <a:pt x="71" y="105"/>
                  <a:pt x="71" y="104"/>
                </a:cubicBezTo>
                <a:cubicBezTo>
                  <a:pt x="25" y="59"/>
                  <a:pt x="25" y="59"/>
                  <a:pt x="25" y="59"/>
                </a:cubicBezTo>
                <a:cubicBezTo>
                  <a:pt x="20" y="54"/>
                  <a:pt x="18" y="48"/>
                  <a:pt x="18" y="41"/>
                </a:cubicBezTo>
                <a:cubicBezTo>
                  <a:pt x="18" y="29"/>
                  <a:pt x="28" y="18"/>
                  <a:pt x="41" y="18"/>
                </a:cubicBezTo>
                <a:cubicBezTo>
                  <a:pt x="48" y="18"/>
                  <a:pt x="54" y="21"/>
                  <a:pt x="58" y="26"/>
                </a:cubicBezTo>
                <a:cubicBezTo>
                  <a:pt x="72" y="40"/>
                  <a:pt x="72" y="40"/>
                  <a:pt x="72" y="40"/>
                </a:cubicBezTo>
                <a:cubicBezTo>
                  <a:pt x="85" y="26"/>
                  <a:pt x="85" y="26"/>
                  <a:pt x="85" y="26"/>
                </a:cubicBezTo>
                <a:cubicBezTo>
                  <a:pt x="90" y="21"/>
                  <a:pt x="96" y="18"/>
                  <a:pt x="102" y="18"/>
                </a:cubicBezTo>
                <a:cubicBezTo>
                  <a:pt x="115" y="18"/>
                  <a:pt x="126" y="29"/>
                  <a:pt x="126" y="41"/>
                </a:cubicBezTo>
                <a:cubicBezTo>
                  <a:pt x="126" y="48"/>
                  <a:pt x="123" y="54"/>
                  <a:pt x="118" y="5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0" name="Freeform 97"/>
          <p:cNvSpPr>
            <a:spLocks noEditPoints="1"/>
          </p:cNvSpPr>
          <p:nvPr/>
        </p:nvSpPr>
        <p:spPr bwMode="auto">
          <a:xfrm>
            <a:off x="9982933" y="5248384"/>
            <a:ext cx="146595" cy="146595"/>
          </a:xfrm>
          <a:custGeom>
            <a:avLst/>
            <a:gdLst>
              <a:gd name="T0" fmla="*/ 31 w 61"/>
              <a:gd name="T1" fmla="*/ 0 h 61"/>
              <a:gd name="T2" fmla="*/ 0 w 61"/>
              <a:gd name="T3" fmla="*/ 30 h 61"/>
              <a:gd name="T4" fmla="*/ 31 w 61"/>
              <a:gd name="T5" fmla="*/ 61 h 61"/>
              <a:gd name="T6" fmla="*/ 61 w 61"/>
              <a:gd name="T7" fmla="*/ 30 h 61"/>
              <a:gd name="T8" fmla="*/ 31 w 61"/>
              <a:gd name="T9" fmla="*/ 0 h 61"/>
              <a:gd name="T10" fmla="*/ 31 w 61"/>
              <a:gd name="T11" fmla="*/ 55 h 61"/>
              <a:gd name="T12" fmla="*/ 6 w 61"/>
              <a:gd name="T13" fmla="*/ 30 h 61"/>
              <a:gd name="T14" fmla="*/ 31 w 61"/>
              <a:gd name="T15" fmla="*/ 6 h 61"/>
              <a:gd name="T16" fmla="*/ 55 w 61"/>
              <a:gd name="T17" fmla="*/ 30 h 61"/>
              <a:gd name="T18" fmla="*/ 31 w 61"/>
              <a:gd name="T19" fmla="*/ 55 h 61"/>
              <a:gd name="T20" fmla="*/ 27 w 61"/>
              <a:gd name="T21" fmla="*/ 15 h 61"/>
              <a:gd name="T22" fmla="*/ 34 w 61"/>
              <a:gd name="T23" fmla="*/ 15 h 61"/>
              <a:gd name="T24" fmla="*/ 34 w 61"/>
              <a:gd name="T25" fmla="*/ 23 h 61"/>
              <a:gd name="T26" fmla="*/ 27 w 61"/>
              <a:gd name="T27" fmla="*/ 23 h 61"/>
              <a:gd name="T28" fmla="*/ 27 w 61"/>
              <a:gd name="T29" fmla="*/ 15 h 61"/>
              <a:gd name="T30" fmla="*/ 38 w 61"/>
              <a:gd name="T31" fmla="*/ 46 h 61"/>
              <a:gd name="T32" fmla="*/ 23 w 61"/>
              <a:gd name="T33" fmla="*/ 46 h 61"/>
              <a:gd name="T34" fmla="*/ 23 w 61"/>
              <a:gd name="T35" fmla="*/ 42 h 61"/>
              <a:gd name="T36" fmla="*/ 27 w 61"/>
              <a:gd name="T37" fmla="*/ 42 h 61"/>
              <a:gd name="T38" fmla="*/ 27 w 61"/>
              <a:gd name="T39" fmla="*/ 30 h 61"/>
              <a:gd name="T40" fmla="*/ 23 w 61"/>
              <a:gd name="T41" fmla="*/ 30 h 61"/>
              <a:gd name="T42" fmla="*/ 23 w 61"/>
              <a:gd name="T43" fmla="*/ 27 h 61"/>
              <a:gd name="T44" fmla="*/ 34 w 61"/>
              <a:gd name="T45" fmla="*/ 27 h 61"/>
              <a:gd name="T46" fmla="*/ 34 w 61"/>
              <a:gd name="T47" fmla="*/ 42 h 61"/>
              <a:gd name="T48" fmla="*/ 38 w 61"/>
              <a:gd name="T49" fmla="*/ 42 h 61"/>
              <a:gd name="T50" fmla="*/ 38 w 61"/>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1" h="61">
                <a:moveTo>
                  <a:pt x="31" y="0"/>
                </a:moveTo>
                <a:cubicBezTo>
                  <a:pt x="14" y="0"/>
                  <a:pt x="0" y="14"/>
                  <a:pt x="0" y="30"/>
                </a:cubicBezTo>
                <a:cubicBezTo>
                  <a:pt x="0" y="47"/>
                  <a:pt x="14" y="61"/>
                  <a:pt x="31" y="61"/>
                </a:cubicBezTo>
                <a:cubicBezTo>
                  <a:pt x="47" y="61"/>
                  <a:pt x="61" y="47"/>
                  <a:pt x="61" y="30"/>
                </a:cubicBezTo>
                <a:cubicBezTo>
                  <a:pt x="61" y="14"/>
                  <a:pt x="47" y="0"/>
                  <a:pt x="31" y="0"/>
                </a:cubicBezTo>
                <a:close/>
                <a:moveTo>
                  <a:pt x="31" y="55"/>
                </a:moveTo>
                <a:cubicBezTo>
                  <a:pt x="17" y="55"/>
                  <a:pt x="6" y="44"/>
                  <a:pt x="6" y="30"/>
                </a:cubicBezTo>
                <a:cubicBezTo>
                  <a:pt x="6" y="17"/>
                  <a:pt x="17" y="6"/>
                  <a:pt x="31" y="6"/>
                </a:cubicBezTo>
                <a:cubicBezTo>
                  <a:pt x="44" y="6"/>
                  <a:pt x="55" y="17"/>
                  <a:pt x="55" y="30"/>
                </a:cubicBezTo>
                <a:cubicBezTo>
                  <a:pt x="55" y="44"/>
                  <a:pt x="44" y="55"/>
                  <a:pt x="31" y="55"/>
                </a:cubicBezTo>
                <a:close/>
                <a:moveTo>
                  <a:pt x="27" y="15"/>
                </a:moveTo>
                <a:cubicBezTo>
                  <a:pt x="34" y="15"/>
                  <a:pt x="34" y="15"/>
                  <a:pt x="34" y="15"/>
                </a:cubicBezTo>
                <a:cubicBezTo>
                  <a:pt x="34" y="23"/>
                  <a:pt x="34" y="23"/>
                  <a:pt x="34" y="23"/>
                </a:cubicBezTo>
                <a:cubicBezTo>
                  <a:pt x="27" y="23"/>
                  <a:pt x="27" y="23"/>
                  <a:pt x="27" y="23"/>
                </a:cubicBezTo>
                <a:lnTo>
                  <a:pt x="27" y="15"/>
                </a:lnTo>
                <a:close/>
                <a:moveTo>
                  <a:pt x="38" y="46"/>
                </a:moveTo>
                <a:cubicBezTo>
                  <a:pt x="23" y="46"/>
                  <a:pt x="23" y="46"/>
                  <a:pt x="23" y="46"/>
                </a:cubicBezTo>
                <a:cubicBezTo>
                  <a:pt x="23" y="42"/>
                  <a:pt x="23" y="42"/>
                  <a:pt x="23" y="42"/>
                </a:cubicBezTo>
                <a:cubicBezTo>
                  <a:pt x="27" y="42"/>
                  <a:pt x="27" y="42"/>
                  <a:pt x="27" y="42"/>
                </a:cubicBezTo>
                <a:cubicBezTo>
                  <a:pt x="27" y="30"/>
                  <a:pt x="27" y="30"/>
                  <a:pt x="27" y="30"/>
                </a:cubicBezTo>
                <a:cubicBezTo>
                  <a:pt x="23" y="30"/>
                  <a:pt x="23" y="30"/>
                  <a:pt x="23" y="30"/>
                </a:cubicBezTo>
                <a:cubicBezTo>
                  <a:pt x="23" y="27"/>
                  <a:pt x="23" y="27"/>
                  <a:pt x="23" y="27"/>
                </a:cubicBezTo>
                <a:cubicBezTo>
                  <a:pt x="34" y="27"/>
                  <a:pt x="34" y="27"/>
                  <a:pt x="34" y="27"/>
                </a:cubicBezTo>
                <a:cubicBezTo>
                  <a:pt x="34" y="42"/>
                  <a:pt x="34" y="42"/>
                  <a:pt x="34" y="42"/>
                </a:cubicBezTo>
                <a:cubicBezTo>
                  <a:pt x="38" y="42"/>
                  <a:pt x="38" y="42"/>
                  <a:pt x="38" y="42"/>
                </a:cubicBezTo>
                <a:lnTo>
                  <a:pt x="38" y="4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1" name="Freeform 98"/>
          <p:cNvSpPr>
            <a:spLocks noEditPoints="1"/>
          </p:cNvSpPr>
          <p:nvPr/>
        </p:nvSpPr>
        <p:spPr bwMode="auto">
          <a:xfrm>
            <a:off x="10019582" y="5493199"/>
            <a:ext cx="224291" cy="225757"/>
          </a:xfrm>
          <a:custGeom>
            <a:avLst/>
            <a:gdLst>
              <a:gd name="T0" fmla="*/ 85 w 94"/>
              <a:gd name="T1" fmla="*/ 20 h 94"/>
              <a:gd name="T2" fmla="*/ 37 w 94"/>
              <a:gd name="T3" fmla="*/ 2 h 94"/>
              <a:gd name="T4" fmla="*/ 20 w 94"/>
              <a:gd name="T5" fmla="*/ 10 h 94"/>
              <a:gd name="T6" fmla="*/ 2 w 94"/>
              <a:gd name="T7" fmla="*/ 57 h 94"/>
              <a:gd name="T8" fmla="*/ 10 w 94"/>
              <a:gd name="T9" fmla="*/ 74 h 94"/>
              <a:gd name="T10" fmla="*/ 57 w 94"/>
              <a:gd name="T11" fmla="*/ 92 h 94"/>
              <a:gd name="T12" fmla="*/ 74 w 94"/>
              <a:gd name="T13" fmla="*/ 84 h 94"/>
              <a:gd name="T14" fmla="*/ 92 w 94"/>
              <a:gd name="T15" fmla="*/ 37 h 94"/>
              <a:gd name="T16" fmla="*/ 85 w 94"/>
              <a:gd name="T17" fmla="*/ 20 h 94"/>
              <a:gd name="T18" fmla="*/ 36 w 94"/>
              <a:gd name="T19" fmla="*/ 38 h 94"/>
              <a:gd name="T20" fmla="*/ 62 w 94"/>
              <a:gd name="T21" fmla="*/ 47 h 94"/>
              <a:gd name="T22" fmla="*/ 61 w 94"/>
              <a:gd name="T23" fmla="*/ 52 h 94"/>
              <a:gd name="T24" fmla="*/ 42 w 94"/>
              <a:gd name="T25" fmla="*/ 61 h 94"/>
              <a:gd name="T26" fmla="*/ 33 w 94"/>
              <a:gd name="T27" fmla="*/ 42 h 94"/>
              <a:gd name="T28" fmla="*/ 36 w 94"/>
              <a:gd name="T29" fmla="*/ 38 h 94"/>
              <a:gd name="T30" fmla="*/ 76 w 94"/>
              <a:gd name="T31" fmla="*/ 53 h 94"/>
              <a:gd name="T32" fmla="*/ 69 w 94"/>
              <a:gd name="T33" fmla="*/ 71 h 94"/>
              <a:gd name="T34" fmla="*/ 66 w 94"/>
              <a:gd name="T35" fmla="*/ 80 h 94"/>
              <a:gd name="T36" fmla="*/ 59 w 94"/>
              <a:gd name="T37" fmla="*/ 82 h 94"/>
              <a:gd name="T38" fmla="*/ 15 w 94"/>
              <a:gd name="T39" fmla="*/ 65 h 94"/>
              <a:gd name="T40" fmla="*/ 12 w 94"/>
              <a:gd name="T41" fmla="*/ 59 h 94"/>
              <a:gd name="T42" fmla="*/ 15 w 94"/>
              <a:gd name="T43" fmla="*/ 50 h 94"/>
              <a:gd name="T44" fmla="*/ 22 w 94"/>
              <a:gd name="T45" fmla="*/ 32 h 94"/>
              <a:gd name="T46" fmla="*/ 22 w 94"/>
              <a:gd name="T47" fmla="*/ 32 h 94"/>
              <a:gd name="T48" fmla="*/ 29 w 94"/>
              <a:gd name="T49" fmla="*/ 35 h 94"/>
              <a:gd name="T50" fmla="*/ 27 w 94"/>
              <a:gd name="T51" fmla="*/ 39 h 94"/>
              <a:gd name="T52" fmla="*/ 39 w 94"/>
              <a:gd name="T53" fmla="*/ 67 h 94"/>
              <a:gd name="T54" fmla="*/ 67 w 94"/>
              <a:gd name="T55" fmla="*/ 55 h 94"/>
              <a:gd name="T56" fmla="*/ 69 w 94"/>
              <a:gd name="T57" fmla="*/ 50 h 94"/>
              <a:gd name="T58" fmla="*/ 76 w 94"/>
              <a:gd name="T59" fmla="*/ 53 h 94"/>
              <a:gd name="T60" fmla="*/ 82 w 94"/>
              <a:gd name="T61" fmla="*/ 37 h 94"/>
              <a:gd name="T62" fmla="*/ 79 w 94"/>
              <a:gd name="T63" fmla="*/ 38 h 94"/>
              <a:gd name="T64" fmla="*/ 74 w 94"/>
              <a:gd name="T65" fmla="*/ 37 h 94"/>
              <a:gd name="T66" fmla="*/ 73 w 94"/>
              <a:gd name="T67" fmla="*/ 34 h 94"/>
              <a:gd name="T68" fmla="*/ 74 w 94"/>
              <a:gd name="T69" fmla="*/ 29 h 94"/>
              <a:gd name="T70" fmla="*/ 77 w 94"/>
              <a:gd name="T71" fmla="*/ 28 h 94"/>
              <a:gd name="T72" fmla="*/ 82 w 94"/>
              <a:gd name="T73" fmla="*/ 29 h 94"/>
              <a:gd name="T74" fmla="*/ 83 w 94"/>
              <a:gd name="T75" fmla="*/ 33 h 94"/>
              <a:gd name="T76" fmla="*/ 82 w 94"/>
              <a:gd name="T77" fmla="*/ 3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4" h="94">
                <a:moveTo>
                  <a:pt x="85" y="20"/>
                </a:moveTo>
                <a:cubicBezTo>
                  <a:pt x="37" y="2"/>
                  <a:pt x="37" y="2"/>
                  <a:pt x="37" y="2"/>
                </a:cubicBezTo>
                <a:cubicBezTo>
                  <a:pt x="30" y="0"/>
                  <a:pt x="23" y="3"/>
                  <a:pt x="20" y="10"/>
                </a:cubicBezTo>
                <a:cubicBezTo>
                  <a:pt x="2" y="57"/>
                  <a:pt x="2" y="57"/>
                  <a:pt x="2" y="57"/>
                </a:cubicBezTo>
                <a:cubicBezTo>
                  <a:pt x="0" y="64"/>
                  <a:pt x="3" y="71"/>
                  <a:pt x="10" y="74"/>
                </a:cubicBezTo>
                <a:cubicBezTo>
                  <a:pt x="57" y="92"/>
                  <a:pt x="57" y="92"/>
                  <a:pt x="57" y="92"/>
                </a:cubicBezTo>
                <a:cubicBezTo>
                  <a:pt x="64" y="94"/>
                  <a:pt x="71" y="91"/>
                  <a:pt x="74" y="84"/>
                </a:cubicBezTo>
                <a:cubicBezTo>
                  <a:pt x="92" y="37"/>
                  <a:pt x="92" y="37"/>
                  <a:pt x="92" y="37"/>
                </a:cubicBezTo>
                <a:cubicBezTo>
                  <a:pt x="94" y="30"/>
                  <a:pt x="91" y="23"/>
                  <a:pt x="85" y="20"/>
                </a:cubicBezTo>
                <a:close/>
                <a:moveTo>
                  <a:pt x="36" y="38"/>
                </a:moveTo>
                <a:cubicBezTo>
                  <a:pt x="62" y="47"/>
                  <a:pt x="62" y="47"/>
                  <a:pt x="62" y="47"/>
                </a:cubicBezTo>
                <a:cubicBezTo>
                  <a:pt x="62" y="49"/>
                  <a:pt x="61" y="51"/>
                  <a:pt x="61" y="52"/>
                </a:cubicBezTo>
                <a:cubicBezTo>
                  <a:pt x="58" y="60"/>
                  <a:pt x="49" y="64"/>
                  <a:pt x="42" y="61"/>
                </a:cubicBezTo>
                <a:cubicBezTo>
                  <a:pt x="34" y="58"/>
                  <a:pt x="31" y="49"/>
                  <a:pt x="33" y="42"/>
                </a:cubicBezTo>
                <a:cubicBezTo>
                  <a:pt x="34" y="40"/>
                  <a:pt x="35" y="39"/>
                  <a:pt x="36" y="38"/>
                </a:cubicBezTo>
                <a:close/>
                <a:moveTo>
                  <a:pt x="76" y="53"/>
                </a:moveTo>
                <a:cubicBezTo>
                  <a:pt x="69" y="71"/>
                  <a:pt x="69" y="71"/>
                  <a:pt x="69" y="71"/>
                </a:cubicBezTo>
                <a:cubicBezTo>
                  <a:pt x="66" y="80"/>
                  <a:pt x="66" y="80"/>
                  <a:pt x="66" y="80"/>
                </a:cubicBezTo>
                <a:cubicBezTo>
                  <a:pt x="65" y="82"/>
                  <a:pt x="62" y="83"/>
                  <a:pt x="59" y="82"/>
                </a:cubicBezTo>
                <a:cubicBezTo>
                  <a:pt x="15" y="65"/>
                  <a:pt x="15" y="65"/>
                  <a:pt x="15" y="65"/>
                </a:cubicBezTo>
                <a:cubicBezTo>
                  <a:pt x="12" y="64"/>
                  <a:pt x="11" y="62"/>
                  <a:pt x="12" y="59"/>
                </a:cubicBezTo>
                <a:cubicBezTo>
                  <a:pt x="15" y="50"/>
                  <a:pt x="15" y="50"/>
                  <a:pt x="15" y="50"/>
                </a:cubicBezTo>
                <a:cubicBezTo>
                  <a:pt x="22" y="32"/>
                  <a:pt x="22" y="32"/>
                  <a:pt x="22" y="32"/>
                </a:cubicBezTo>
                <a:cubicBezTo>
                  <a:pt x="22" y="32"/>
                  <a:pt x="22" y="32"/>
                  <a:pt x="22" y="32"/>
                </a:cubicBezTo>
                <a:cubicBezTo>
                  <a:pt x="29" y="35"/>
                  <a:pt x="29" y="35"/>
                  <a:pt x="29" y="35"/>
                </a:cubicBezTo>
                <a:cubicBezTo>
                  <a:pt x="28" y="36"/>
                  <a:pt x="27" y="38"/>
                  <a:pt x="27" y="39"/>
                </a:cubicBezTo>
                <a:cubicBezTo>
                  <a:pt x="23" y="51"/>
                  <a:pt x="28" y="63"/>
                  <a:pt x="39" y="67"/>
                </a:cubicBezTo>
                <a:cubicBezTo>
                  <a:pt x="51" y="72"/>
                  <a:pt x="63" y="66"/>
                  <a:pt x="67" y="55"/>
                </a:cubicBezTo>
                <a:cubicBezTo>
                  <a:pt x="68" y="53"/>
                  <a:pt x="68" y="52"/>
                  <a:pt x="69" y="50"/>
                </a:cubicBezTo>
                <a:cubicBezTo>
                  <a:pt x="76" y="53"/>
                  <a:pt x="76" y="53"/>
                  <a:pt x="76" y="53"/>
                </a:cubicBezTo>
                <a:close/>
                <a:moveTo>
                  <a:pt x="82" y="37"/>
                </a:moveTo>
                <a:cubicBezTo>
                  <a:pt x="81" y="38"/>
                  <a:pt x="80" y="39"/>
                  <a:pt x="79" y="38"/>
                </a:cubicBezTo>
                <a:cubicBezTo>
                  <a:pt x="74" y="37"/>
                  <a:pt x="74" y="37"/>
                  <a:pt x="74" y="37"/>
                </a:cubicBezTo>
                <a:cubicBezTo>
                  <a:pt x="73" y="36"/>
                  <a:pt x="72" y="35"/>
                  <a:pt x="73" y="34"/>
                </a:cubicBezTo>
                <a:cubicBezTo>
                  <a:pt x="74" y="29"/>
                  <a:pt x="74" y="29"/>
                  <a:pt x="74" y="29"/>
                </a:cubicBezTo>
                <a:cubicBezTo>
                  <a:pt x="75" y="28"/>
                  <a:pt x="76" y="27"/>
                  <a:pt x="77" y="28"/>
                </a:cubicBezTo>
                <a:cubicBezTo>
                  <a:pt x="82" y="29"/>
                  <a:pt x="82" y="29"/>
                  <a:pt x="82" y="29"/>
                </a:cubicBezTo>
                <a:cubicBezTo>
                  <a:pt x="83" y="30"/>
                  <a:pt x="84" y="31"/>
                  <a:pt x="83" y="33"/>
                </a:cubicBezTo>
                <a:lnTo>
                  <a:pt x="82" y="3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2" name="Freeform 99"/>
          <p:cNvSpPr>
            <a:spLocks noEditPoints="1"/>
          </p:cNvSpPr>
          <p:nvPr/>
        </p:nvSpPr>
        <p:spPr bwMode="auto">
          <a:xfrm>
            <a:off x="10158848" y="4472896"/>
            <a:ext cx="126072" cy="126072"/>
          </a:xfrm>
          <a:custGeom>
            <a:avLst/>
            <a:gdLst>
              <a:gd name="T0" fmla="*/ 44 w 53"/>
              <a:gd name="T1" fmla="*/ 0 h 53"/>
              <a:gd name="T2" fmla="*/ 9 w 53"/>
              <a:gd name="T3" fmla="*/ 0 h 53"/>
              <a:gd name="T4" fmla="*/ 0 w 53"/>
              <a:gd name="T5" fmla="*/ 9 h 53"/>
              <a:gd name="T6" fmla="*/ 0 w 53"/>
              <a:gd name="T7" fmla="*/ 44 h 53"/>
              <a:gd name="T8" fmla="*/ 9 w 53"/>
              <a:gd name="T9" fmla="*/ 53 h 53"/>
              <a:gd name="T10" fmla="*/ 44 w 53"/>
              <a:gd name="T11" fmla="*/ 53 h 53"/>
              <a:gd name="T12" fmla="*/ 53 w 53"/>
              <a:gd name="T13" fmla="*/ 44 h 53"/>
              <a:gd name="T14" fmla="*/ 53 w 53"/>
              <a:gd name="T15" fmla="*/ 9 h 53"/>
              <a:gd name="T16" fmla="*/ 44 w 53"/>
              <a:gd name="T17" fmla="*/ 0 h 53"/>
              <a:gd name="T18" fmla="*/ 20 w 53"/>
              <a:gd name="T19" fmla="*/ 43 h 53"/>
              <a:gd name="T20" fmla="*/ 13 w 53"/>
              <a:gd name="T21" fmla="*/ 43 h 53"/>
              <a:gd name="T22" fmla="*/ 13 w 53"/>
              <a:gd name="T23" fmla="*/ 20 h 53"/>
              <a:gd name="T24" fmla="*/ 20 w 53"/>
              <a:gd name="T25" fmla="*/ 20 h 53"/>
              <a:gd name="T26" fmla="*/ 20 w 53"/>
              <a:gd name="T27" fmla="*/ 43 h 53"/>
              <a:gd name="T28" fmla="*/ 17 w 53"/>
              <a:gd name="T29" fmla="*/ 16 h 53"/>
              <a:gd name="T30" fmla="*/ 13 w 53"/>
              <a:gd name="T31" fmla="*/ 13 h 53"/>
              <a:gd name="T32" fmla="*/ 17 w 53"/>
              <a:gd name="T33" fmla="*/ 10 h 53"/>
              <a:gd name="T34" fmla="*/ 20 w 53"/>
              <a:gd name="T35" fmla="*/ 13 h 53"/>
              <a:gd name="T36" fmla="*/ 17 w 53"/>
              <a:gd name="T37" fmla="*/ 16 h 53"/>
              <a:gd name="T38" fmla="*/ 43 w 53"/>
              <a:gd name="T39" fmla="*/ 43 h 53"/>
              <a:gd name="T40" fmla="*/ 37 w 53"/>
              <a:gd name="T41" fmla="*/ 43 h 53"/>
              <a:gd name="T42" fmla="*/ 37 w 53"/>
              <a:gd name="T43" fmla="*/ 30 h 53"/>
              <a:gd name="T44" fmla="*/ 33 w 53"/>
              <a:gd name="T45" fmla="*/ 26 h 53"/>
              <a:gd name="T46" fmla="*/ 30 w 53"/>
              <a:gd name="T47" fmla="*/ 30 h 53"/>
              <a:gd name="T48" fmla="*/ 30 w 53"/>
              <a:gd name="T49" fmla="*/ 43 h 53"/>
              <a:gd name="T50" fmla="*/ 23 w 53"/>
              <a:gd name="T51" fmla="*/ 43 h 53"/>
              <a:gd name="T52" fmla="*/ 23 w 53"/>
              <a:gd name="T53" fmla="*/ 20 h 53"/>
              <a:gd name="T54" fmla="*/ 30 w 53"/>
              <a:gd name="T55" fmla="*/ 20 h 53"/>
              <a:gd name="T56" fmla="*/ 30 w 53"/>
              <a:gd name="T57" fmla="*/ 24 h 53"/>
              <a:gd name="T58" fmla="*/ 36 w 53"/>
              <a:gd name="T59" fmla="*/ 20 h 53"/>
              <a:gd name="T60" fmla="*/ 43 w 53"/>
              <a:gd name="T61" fmla="*/ 28 h 53"/>
              <a:gd name="T62" fmla="*/ 43 w 53"/>
              <a:gd name="T63"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3" h="53">
                <a:moveTo>
                  <a:pt x="44" y="0"/>
                </a:moveTo>
                <a:cubicBezTo>
                  <a:pt x="9" y="0"/>
                  <a:pt x="9" y="0"/>
                  <a:pt x="9" y="0"/>
                </a:cubicBezTo>
                <a:cubicBezTo>
                  <a:pt x="4" y="0"/>
                  <a:pt x="0" y="4"/>
                  <a:pt x="0" y="9"/>
                </a:cubicBezTo>
                <a:cubicBezTo>
                  <a:pt x="0" y="44"/>
                  <a:pt x="0" y="44"/>
                  <a:pt x="0" y="44"/>
                </a:cubicBezTo>
                <a:cubicBezTo>
                  <a:pt x="0" y="49"/>
                  <a:pt x="4" y="53"/>
                  <a:pt x="9" y="53"/>
                </a:cubicBezTo>
                <a:cubicBezTo>
                  <a:pt x="44" y="53"/>
                  <a:pt x="44" y="53"/>
                  <a:pt x="44" y="53"/>
                </a:cubicBezTo>
                <a:cubicBezTo>
                  <a:pt x="49" y="53"/>
                  <a:pt x="53" y="49"/>
                  <a:pt x="53" y="44"/>
                </a:cubicBezTo>
                <a:cubicBezTo>
                  <a:pt x="53" y="9"/>
                  <a:pt x="53" y="9"/>
                  <a:pt x="53" y="9"/>
                </a:cubicBezTo>
                <a:cubicBezTo>
                  <a:pt x="53" y="4"/>
                  <a:pt x="49" y="0"/>
                  <a:pt x="44" y="0"/>
                </a:cubicBezTo>
                <a:close/>
                <a:moveTo>
                  <a:pt x="20" y="43"/>
                </a:moveTo>
                <a:cubicBezTo>
                  <a:pt x="13" y="43"/>
                  <a:pt x="13" y="43"/>
                  <a:pt x="13" y="43"/>
                </a:cubicBezTo>
                <a:cubicBezTo>
                  <a:pt x="13" y="20"/>
                  <a:pt x="13" y="20"/>
                  <a:pt x="13" y="20"/>
                </a:cubicBezTo>
                <a:cubicBezTo>
                  <a:pt x="20" y="20"/>
                  <a:pt x="20" y="20"/>
                  <a:pt x="20" y="20"/>
                </a:cubicBezTo>
                <a:lnTo>
                  <a:pt x="20" y="43"/>
                </a:lnTo>
                <a:close/>
                <a:moveTo>
                  <a:pt x="17" y="16"/>
                </a:moveTo>
                <a:cubicBezTo>
                  <a:pt x="15" y="16"/>
                  <a:pt x="13" y="15"/>
                  <a:pt x="13" y="13"/>
                </a:cubicBezTo>
                <a:cubicBezTo>
                  <a:pt x="13" y="11"/>
                  <a:pt x="15" y="10"/>
                  <a:pt x="17" y="10"/>
                </a:cubicBezTo>
                <a:cubicBezTo>
                  <a:pt x="18" y="10"/>
                  <a:pt x="20" y="11"/>
                  <a:pt x="20" y="13"/>
                </a:cubicBezTo>
                <a:cubicBezTo>
                  <a:pt x="20" y="15"/>
                  <a:pt x="18" y="16"/>
                  <a:pt x="17" y="16"/>
                </a:cubicBezTo>
                <a:close/>
                <a:moveTo>
                  <a:pt x="43" y="43"/>
                </a:moveTo>
                <a:cubicBezTo>
                  <a:pt x="37" y="43"/>
                  <a:pt x="37" y="43"/>
                  <a:pt x="37" y="43"/>
                </a:cubicBezTo>
                <a:cubicBezTo>
                  <a:pt x="37" y="30"/>
                  <a:pt x="37" y="30"/>
                  <a:pt x="37" y="30"/>
                </a:cubicBezTo>
                <a:cubicBezTo>
                  <a:pt x="37" y="28"/>
                  <a:pt x="35" y="26"/>
                  <a:pt x="33" y="26"/>
                </a:cubicBezTo>
                <a:cubicBezTo>
                  <a:pt x="31" y="26"/>
                  <a:pt x="30" y="28"/>
                  <a:pt x="30" y="30"/>
                </a:cubicBezTo>
                <a:cubicBezTo>
                  <a:pt x="30" y="43"/>
                  <a:pt x="30" y="43"/>
                  <a:pt x="30" y="43"/>
                </a:cubicBezTo>
                <a:cubicBezTo>
                  <a:pt x="23" y="43"/>
                  <a:pt x="23" y="43"/>
                  <a:pt x="23" y="43"/>
                </a:cubicBezTo>
                <a:cubicBezTo>
                  <a:pt x="23" y="20"/>
                  <a:pt x="23" y="20"/>
                  <a:pt x="23" y="20"/>
                </a:cubicBezTo>
                <a:cubicBezTo>
                  <a:pt x="30" y="20"/>
                  <a:pt x="30" y="20"/>
                  <a:pt x="30" y="20"/>
                </a:cubicBezTo>
                <a:cubicBezTo>
                  <a:pt x="30" y="24"/>
                  <a:pt x="30" y="24"/>
                  <a:pt x="30" y="24"/>
                </a:cubicBezTo>
                <a:cubicBezTo>
                  <a:pt x="31" y="22"/>
                  <a:pt x="33" y="20"/>
                  <a:pt x="36" y="20"/>
                </a:cubicBezTo>
                <a:cubicBezTo>
                  <a:pt x="40" y="20"/>
                  <a:pt x="43" y="23"/>
                  <a:pt x="43" y="28"/>
                </a:cubicBezTo>
                <a:lnTo>
                  <a:pt x="43" y="4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3" name="Freeform 100"/>
          <p:cNvSpPr>
            <a:spLocks noEditPoints="1"/>
          </p:cNvSpPr>
          <p:nvPr/>
        </p:nvSpPr>
        <p:spPr bwMode="auto">
          <a:xfrm>
            <a:off x="10048902" y="4298446"/>
            <a:ext cx="231620" cy="145129"/>
          </a:xfrm>
          <a:custGeom>
            <a:avLst/>
            <a:gdLst>
              <a:gd name="T0" fmla="*/ 49 w 158"/>
              <a:gd name="T1" fmla="*/ 70 h 99"/>
              <a:gd name="T2" fmla="*/ 49 w 158"/>
              <a:gd name="T3" fmla="*/ 39 h 99"/>
              <a:gd name="T4" fmla="*/ 78 w 158"/>
              <a:gd name="T5" fmla="*/ 39 h 99"/>
              <a:gd name="T6" fmla="*/ 39 w 158"/>
              <a:gd name="T7" fmla="*/ 0 h 99"/>
              <a:gd name="T8" fmla="*/ 0 w 158"/>
              <a:gd name="T9" fmla="*/ 39 h 99"/>
              <a:gd name="T10" fmla="*/ 29 w 158"/>
              <a:gd name="T11" fmla="*/ 39 h 99"/>
              <a:gd name="T12" fmla="*/ 29 w 158"/>
              <a:gd name="T13" fmla="*/ 89 h 99"/>
              <a:gd name="T14" fmla="*/ 88 w 158"/>
              <a:gd name="T15" fmla="*/ 89 h 99"/>
              <a:gd name="T16" fmla="*/ 68 w 158"/>
              <a:gd name="T17" fmla="*/ 70 h 99"/>
              <a:gd name="T18" fmla="*/ 49 w 158"/>
              <a:gd name="T19" fmla="*/ 70 h 99"/>
              <a:gd name="T20" fmla="*/ 129 w 158"/>
              <a:gd name="T21" fmla="*/ 58 h 99"/>
              <a:gd name="T22" fmla="*/ 129 w 158"/>
              <a:gd name="T23" fmla="*/ 9 h 99"/>
              <a:gd name="T24" fmla="*/ 68 w 158"/>
              <a:gd name="T25" fmla="*/ 9 h 99"/>
              <a:gd name="T26" fmla="*/ 88 w 158"/>
              <a:gd name="T27" fmla="*/ 29 h 99"/>
              <a:gd name="T28" fmla="*/ 107 w 158"/>
              <a:gd name="T29" fmla="*/ 29 h 99"/>
              <a:gd name="T30" fmla="*/ 107 w 158"/>
              <a:gd name="T31" fmla="*/ 58 h 99"/>
              <a:gd name="T32" fmla="*/ 78 w 158"/>
              <a:gd name="T33" fmla="*/ 58 h 99"/>
              <a:gd name="T34" fmla="*/ 119 w 158"/>
              <a:gd name="T35" fmla="*/ 99 h 99"/>
              <a:gd name="T36" fmla="*/ 158 w 158"/>
              <a:gd name="T37" fmla="*/ 58 h 99"/>
              <a:gd name="T38" fmla="*/ 129 w 158"/>
              <a:gd name="T39" fmla="*/ 5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8" h="99">
                <a:moveTo>
                  <a:pt x="49" y="70"/>
                </a:moveTo>
                <a:lnTo>
                  <a:pt x="49" y="39"/>
                </a:lnTo>
                <a:lnTo>
                  <a:pt x="78" y="39"/>
                </a:lnTo>
                <a:lnTo>
                  <a:pt x="39" y="0"/>
                </a:lnTo>
                <a:lnTo>
                  <a:pt x="0" y="39"/>
                </a:lnTo>
                <a:lnTo>
                  <a:pt x="29" y="39"/>
                </a:lnTo>
                <a:lnTo>
                  <a:pt x="29" y="89"/>
                </a:lnTo>
                <a:lnTo>
                  <a:pt x="88" y="89"/>
                </a:lnTo>
                <a:lnTo>
                  <a:pt x="68" y="70"/>
                </a:lnTo>
                <a:lnTo>
                  <a:pt x="49" y="70"/>
                </a:lnTo>
                <a:close/>
                <a:moveTo>
                  <a:pt x="129" y="58"/>
                </a:moveTo>
                <a:lnTo>
                  <a:pt x="129" y="9"/>
                </a:lnTo>
                <a:lnTo>
                  <a:pt x="68" y="9"/>
                </a:lnTo>
                <a:lnTo>
                  <a:pt x="88" y="29"/>
                </a:lnTo>
                <a:lnTo>
                  <a:pt x="107" y="29"/>
                </a:lnTo>
                <a:lnTo>
                  <a:pt x="107" y="58"/>
                </a:lnTo>
                <a:lnTo>
                  <a:pt x="78" y="58"/>
                </a:lnTo>
                <a:lnTo>
                  <a:pt x="119" y="99"/>
                </a:lnTo>
                <a:lnTo>
                  <a:pt x="158" y="58"/>
                </a:lnTo>
                <a:lnTo>
                  <a:pt x="129" y="5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4" name="Freeform 101"/>
          <p:cNvSpPr>
            <a:spLocks noEditPoints="1"/>
          </p:cNvSpPr>
          <p:nvPr/>
        </p:nvSpPr>
        <p:spPr bwMode="auto">
          <a:xfrm>
            <a:off x="10246804" y="3528822"/>
            <a:ext cx="240416" cy="241882"/>
          </a:xfrm>
          <a:custGeom>
            <a:avLst/>
            <a:gdLst>
              <a:gd name="T0" fmla="*/ 96 w 100"/>
              <a:gd name="T1" fmla="*/ 85 h 101"/>
              <a:gd name="T2" fmla="*/ 73 w 100"/>
              <a:gd name="T3" fmla="*/ 65 h 101"/>
              <a:gd name="T4" fmla="*/ 66 w 100"/>
              <a:gd name="T5" fmla="*/ 62 h 101"/>
              <a:gd name="T6" fmla="*/ 74 w 100"/>
              <a:gd name="T7" fmla="*/ 37 h 101"/>
              <a:gd name="T8" fmla="*/ 37 w 100"/>
              <a:gd name="T9" fmla="*/ 0 h 101"/>
              <a:gd name="T10" fmla="*/ 0 w 100"/>
              <a:gd name="T11" fmla="*/ 37 h 101"/>
              <a:gd name="T12" fmla="*/ 37 w 100"/>
              <a:gd name="T13" fmla="*/ 75 h 101"/>
              <a:gd name="T14" fmla="*/ 61 w 100"/>
              <a:gd name="T15" fmla="*/ 66 h 101"/>
              <a:gd name="T16" fmla="*/ 64 w 100"/>
              <a:gd name="T17" fmla="*/ 73 h 101"/>
              <a:gd name="T18" fmla="*/ 84 w 100"/>
              <a:gd name="T19" fmla="*/ 96 h 101"/>
              <a:gd name="T20" fmla="*/ 97 w 100"/>
              <a:gd name="T21" fmla="*/ 97 h 101"/>
              <a:gd name="T22" fmla="*/ 96 w 100"/>
              <a:gd name="T23" fmla="*/ 85 h 101"/>
              <a:gd name="T24" fmla="*/ 37 w 100"/>
              <a:gd name="T25" fmla="*/ 62 h 101"/>
              <a:gd name="T26" fmla="*/ 12 w 100"/>
              <a:gd name="T27" fmla="*/ 37 h 101"/>
              <a:gd name="T28" fmla="*/ 37 w 100"/>
              <a:gd name="T29" fmla="*/ 12 h 101"/>
              <a:gd name="T30" fmla="*/ 62 w 100"/>
              <a:gd name="T31" fmla="*/ 37 h 101"/>
              <a:gd name="T32" fmla="*/ 37 w 100"/>
              <a:gd name="T33" fmla="*/ 6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0" h="101">
                <a:moveTo>
                  <a:pt x="96" y="85"/>
                </a:moveTo>
                <a:cubicBezTo>
                  <a:pt x="73" y="65"/>
                  <a:pt x="73" y="65"/>
                  <a:pt x="73" y="65"/>
                </a:cubicBezTo>
                <a:cubicBezTo>
                  <a:pt x="70" y="62"/>
                  <a:pt x="68" y="61"/>
                  <a:pt x="66" y="62"/>
                </a:cubicBezTo>
                <a:cubicBezTo>
                  <a:pt x="71" y="55"/>
                  <a:pt x="74" y="47"/>
                  <a:pt x="74" y="37"/>
                </a:cubicBezTo>
                <a:cubicBezTo>
                  <a:pt x="74" y="17"/>
                  <a:pt x="58" y="0"/>
                  <a:pt x="37" y="0"/>
                </a:cubicBezTo>
                <a:cubicBezTo>
                  <a:pt x="17" y="0"/>
                  <a:pt x="0" y="17"/>
                  <a:pt x="0" y="37"/>
                </a:cubicBezTo>
                <a:cubicBezTo>
                  <a:pt x="0" y="58"/>
                  <a:pt x="17" y="75"/>
                  <a:pt x="37" y="75"/>
                </a:cubicBezTo>
                <a:cubicBezTo>
                  <a:pt x="46" y="75"/>
                  <a:pt x="55" y="71"/>
                  <a:pt x="61" y="66"/>
                </a:cubicBezTo>
                <a:cubicBezTo>
                  <a:pt x="61" y="68"/>
                  <a:pt x="62" y="70"/>
                  <a:pt x="64" y="73"/>
                </a:cubicBezTo>
                <a:cubicBezTo>
                  <a:pt x="84" y="96"/>
                  <a:pt x="84" y="96"/>
                  <a:pt x="84" y="96"/>
                </a:cubicBezTo>
                <a:cubicBezTo>
                  <a:pt x="88" y="100"/>
                  <a:pt x="94" y="101"/>
                  <a:pt x="97" y="97"/>
                </a:cubicBezTo>
                <a:cubicBezTo>
                  <a:pt x="100" y="94"/>
                  <a:pt x="100" y="88"/>
                  <a:pt x="96" y="85"/>
                </a:cubicBezTo>
                <a:close/>
                <a:moveTo>
                  <a:pt x="37" y="62"/>
                </a:moveTo>
                <a:cubicBezTo>
                  <a:pt x="23" y="62"/>
                  <a:pt x="12" y="51"/>
                  <a:pt x="12" y="37"/>
                </a:cubicBezTo>
                <a:cubicBezTo>
                  <a:pt x="12" y="24"/>
                  <a:pt x="23" y="12"/>
                  <a:pt x="37" y="12"/>
                </a:cubicBezTo>
                <a:cubicBezTo>
                  <a:pt x="51" y="12"/>
                  <a:pt x="62" y="24"/>
                  <a:pt x="62" y="37"/>
                </a:cubicBezTo>
                <a:cubicBezTo>
                  <a:pt x="62" y="51"/>
                  <a:pt x="51" y="62"/>
                  <a:pt x="37" y="6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5" name="Freeform 102"/>
          <p:cNvSpPr/>
          <p:nvPr/>
        </p:nvSpPr>
        <p:spPr bwMode="auto">
          <a:xfrm>
            <a:off x="10000525" y="3499503"/>
            <a:ext cx="296122" cy="287327"/>
          </a:xfrm>
          <a:custGeom>
            <a:avLst/>
            <a:gdLst>
              <a:gd name="T0" fmla="*/ 78 w 124"/>
              <a:gd name="T1" fmla="*/ 84 h 120"/>
              <a:gd name="T2" fmla="*/ 75 w 124"/>
              <a:gd name="T3" fmla="*/ 75 h 120"/>
              <a:gd name="T4" fmla="*/ 86 w 124"/>
              <a:gd name="T5" fmla="*/ 54 h 120"/>
              <a:gd name="T6" fmla="*/ 89 w 124"/>
              <a:gd name="T7" fmla="*/ 37 h 120"/>
              <a:gd name="T8" fmla="*/ 62 w 124"/>
              <a:gd name="T9" fmla="*/ 0 h 120"/>
              <a:gd name="T10" fmla="*/ 36 w 124"/>
              <a:gd name="T11" fmla="*/ 37 h 120"/>
              <a:gd name="T12" fmla="*/ 39 w 124"/>
              <a:gd name="T13" fmla="*/ 54 h 120"/>
              <a:gd name="T14" fmla="*/ 50 w 124"/>
              <a:gd name="T15" fmla="*/ 75 h 120"/>
              <a:gd name="T16" fmla="*/ 47 w 124"/>
              <a:gd name="T17" fmla="*/ 84 h 120"/>
              <a:gd name="T18" fmla="*/ 0 w 124"/>
              <a:gd name="T19" fmla="*/ 120 h 120"/>
              <a:gd name="T20" fmla="*/ 62 w 124"/>
              <a:gd name="T21" fmla="*/ 120 h 120"/>
              <a:gd name="T22" fmla="*/ 124 w 124"/>
              <a:gd name="T23" fmla="*/ 120 h 120"/>
              <a:gd name="T24" fmla="*/ 78 w 124"/>
              <a:gd name="T25" fmla="*/ 84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 h="120">
                <a:moveTo>
                  <a:pt x="78" y="84"/>
                </a:moveTo>
                <a:cubicBezTo>
                  <a:pt x="75" y="84"/>
                  <a:pt x="75" y="75"/>
                  <a:pt x="75" y="75"/>
                </a:cubicBezTo>
                <a:cubicBezTo>
                  <a:pt x="75" y="75"/>
                  <a:pt x="84" y="66"/>
                  <a:pt x="86" y="54"/>
                </a:cubicBezTo>
                <a:cubicBezTo>
                  <a:pt x="91" y="54"/>
                  <a:pt x="94" y="42"/>
                  <a:pt x="89" y="37"/>
                </a:cubicBezTo>
                <a:cubicBezTo>
                  <a:pt x="89" y="32"/>
                  <a:pt x="96" y="0"/>
                  <a:pt x="62" y="0"/>
                </a:cubicBezTo>
                <a:cubicBezTo>
                  <a:pt x="29" y="0"/>
                  <a:pt x="36" y="32"/>
                  <a:pt x="36" y="37"/>
                </a:cubicBezTo>
                <a:cubicBezTo>
                  <a:pt x="31" y="42"/>
                  <a:pt x="34" y="54"/>
                  <a:pt x="39" y="54"/>
                </a:cubicBezTo>
                <a:cubicBezTo>
                  <a:pt x="41" y="66"/>
                  <a:pt x="50" y="75"/>
                  <a:pt x="50" y="75"/>
                </a:cubicBezTo>
                <a:cubicBezTo>
                  <a:pt x="50" y="75"/>
                  <a:pt x="50" y="84"/>
                  <a:pt x="47" y="84"/>
                </a:cubicBezTo>
                <a:cubicBezTo>
                  <a:pt x="37" y="86"/>
                  <a:pt x="0" y="102"/>
                  <a:pt x="0" y="120"/>
                </a:cubicBezTo>
                <a:cubicBezTo>
                  <a:pt x="62" y="120"/>
                  <a:pt x="62" y="120"/>
                  <a:pt x="62" y="120"/>
                </a:cubicBezTo>
                <a:cubicBezTo>
                  <a:pt x="124" y="120"/>
                  <a:pt x="124" y="120"/>
                  <a:pt x="124" y="120"/>
                </a:cubicBezTo>
                <a:cubicBezTo>
                  <a:pt x="124" y="102"/>
                  <a:pt x="88" y="86"/>
                  <a:pt x="78" y="8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6" name="Freeform 103"/>
          <p:cNvSpPr>
            <a:spLocks noEditPoints="1"/>
          </p:cNvSpPr>
          <p:nvPr/>
        </p:nvSpPr>
        <p:spPr bwMode="auto">
          <a:xfrm>
            <a:off x="10057696" y="5727751"/>
            <a:ext cx="98219" cy="155392"/>
          </a:xfrm>
          <a:custGeom>
            <a:avLst/>
            <a:gdLst>
              <a:gd name="T0" fmla="*/ 21 w 41"/>
              <a:gd name="T1" fmla="*/ 0 h 65"/>
              <a:gd name="T2" fmla="*/ 0 w 41"/>
              <a:gd name="T3" fmla="*/ 20 h 65"/>
              <a:gd name="T4" fmla="*/ 21 w 41"/>
              <a:gd name="T5" fmla="*/ 65 h 65"/>
              <a:gd name="T6" fmla="*/ 41 w 41"/>
              <a:gd name="T7" fmla="*/ 20 h 65"/>
              <a:gd name="T8" fmla="*/ 21 w 41"/>
              <a:gd name="T9" fmla="*/ 0 h 65"/>
              <a:gd name="T10" fmla="*/ 21 w 41"/>
              <a:gd name="T11" fmla="*/ 33 h 65"/>
              <a:gd name="T12" fmla="*/ 8 w 41"/>
              <a:gd name="T13" fmla="*/ 20 h 65"/>
              <a:gd name="T14" fmla="*/ 21 w 41"/>
              <a:gd name="T15" fmla="*/ 8 h 65"/>
              <a:gd name="T16" fmla="*/ 33 w 41"/>
              <a:gd name="T17" fmla="*/ 20 h 65"/>
              <a:gd name="T18" fmla="*/ 21 w 41"/>
              <a:gd name="T19" fmla="*/ 33 h 65"/>
              <a:gd name="T20" fmla="*/ 13 w 41"/>
              <a:gd name="T21" fmla="*/ 20 h 65"/>
              <a:gd name="T22" fmla="*/ 21 w 41"/>
              <a:gd name="T23" fmla="*/ 28 h 65"/>
              <a:gd name="T24" fmla="*/ 29 w 41"/>
              <a:gd name="T25" fmla="*/ 20 h 65"/>
              <a:gd name="T26" fmla="*/ 21 w 41"/>
              <a:gd name="T27" fmla="*/ 12 h 65"/>
              <a:gd name="T28" fmla="*/ 13 w 41"/>
              <a:gd name="T29" fmla="*/ 2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65">
                <a:moveTo>
                  <a:pt x="21" y="0"/>
                </a:moveTo>
                <a:cubicBezTo>
                  <a:pt x="9" y="0"/>
                  <a:pt x="0" y="9"/>
                  <a:pt x="0" y="20"/>
                </a:cubicBezTo>
                <a:cubicBezTo>
                  <a:pt x="0" y="41"/>
                  <a:pt x="21" y="65"/>
                  <a:pt x="21" y="65"/>
                </a:cubicBezTo>
                <a:cubicBezTo>
                  <a:pt x="21" y="65"/>
                  <a:pt x="41" y="41"/>
                  <a:pt x="41" y="20"/>
                </a:cubicBezTo>
                <a:cubicBezTo>
                  <a:pt x="41" y="9"/>
                  <a:pt x="32" y="0"/>
                  <a:pt x="21" y="0"/>
                </a:cubicBezTo>
                <a:close/>
                <a:moveTo>
                  <a:pt x="21" y="33"/>
                </a:moveTo>
                <a:cubicBezTo>
                  <a:pt x="14" y="33"/>
                  <a:pt x="8" y="27"/>
                  <a:pt x="8" y="20"/>
                </a:cubicBezTo>
                <a:cubicBezTo>
                  <a:pt x="8" y="13"/>
                  <a:pt x="14" y="8"/>
                  <a:pt x="21" y="8"/>
                </a:cubicBezTo>
                <a:cubicBezTo>
                  <a:pt x="28" y="8"/>
                  <a:pt x="33" y="13"/>
                  <a:pt x="33" y="20"/>
                </a:cubicBezTo>
                <a:cubicBezTo>
                  <a:pt x="33" y="27"/>
                  <a:pt x="28" y="33"/>
                  <a:pt x="21" y="33"/>
                </a:cubicBezTo>
                <a:close/>
                <a:moveTo>
                  <a:pt x="13" y="20"/>
                </a:moveTo>
                <a:cubicBezTo>
                  <a:pt x="13" y="25"/>
                  <a:pt x="16" y="28"/>
                  <a:pt x="21" y="28"/>
                </a:cubicBezTo>
                <a:cubicBezTo>
                  <a:pt x="25" y="28"/>
                  <a:pt x="29" y="25"/>
                  <a:pt x="29" y="20"/>
                </a:cubicBezTo>
                <a:cubicBezTo>
                  <a:pt x="29" y="16"/>
                  <a:pt x="25" y="12"/>
                  <a:pt x="21" y="12"/>
                </a:cubicBezTo>
                <a:cubicBezTo>
                  <a:pt x="16" y="12"/>
                  <a:pt x="13" y="16"/>
                  <a:pt x="13" y="2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7" name="Freeform 104"/>
          <p:cNvSpPr>
            <a:spLocks noEditPoints="1"/>
          </p:cNvSpPr>
          <p:nvPr/>
        </p:nvSpPr>
        <p:spPr bwMode="auto">
          <a:xfrm>
            <a:off x="9950682" y="5894870"/>
            <a:ext cx="152459" cy="206699"/>
          </a:xfrm>
          <a:custGeom>
            <a:avLst/>
            <a:gdLst>
              <a:gd name="T0" fmla="*/ 58 w 64"/>
              <a:gd name="T1" fmla="*/ 9 h 86"/>
              <a:gd name="T2" fmla="*/ 24 w 64"/>
              <a:gd name="T3" fmla="*/ 1 h 86"/>
              <a:gd name="T4" fmla="*/ 16 w 64"/>
              <a:gd name="T5" fmla="*/ 7 h 86"/>
              <a:gd name="T6" fmla="*/ 1 w 64"/>
              <a:gd name="T7" fmla="*/ 68 h 86"/>
              <a:gd name="T8" fmla="*/ 6 w 64"/>
              <a:gd name="T9" fmla="*/ 77 h 86"/>
              <a:gd name="T10" fmla="*/ 39 w 64"/>
              <a:gd name="T11" fmla="*/ 85 h 86"/>
              <a:gd name="T12" fmla="*/ 48 w 64"/>
              <a:gd name="T13" fmla="*/ 80 h 86"/>
              <a:gd name="T14" fmla="*/ 63 w 64"/>
              <a:gd name="T15" fmla="*/ 18 h 86"/>
              <a:gd name="T16" fmla="*/ 58 w 64"/>
              <a:gd name="T17" fmla="*/ 9 h 86"/>
              <a:gd name="T18" fmla="*/ 31 w 64"/>
              <a:gd name="T19" fmla="*/ 7 h 86"/>
              <a:gd name="T20" fmla="*/ 50 w 64"/>
              <a:gd name="T21" fmla="*/ 11 h 86"/>
              <a:gd name="T22" fmla="*/ 49 w 64"/>
              <a:gd name="T23" fmla="*/ 14 h 86"/>
              <a:gd name="T24" fmla="*/ 30 w 64"/>
              <a:gd name="T25" fmla="*/ 9 h 86"/>
              <a:gd name="T26" fmla="*/ 31 w 64"/>
              <a:gd name="T27" fmla="*/ 7 h 86"/>
              <a:gd name="T28" fmla="*/ 24 w 64"/>
              <a:gd name="T29" fmla="*/ 76 h 86"/>
              <a:gd name="T30" fmla="*/ 20 w 64"/>
              <a:gd name="T31" fmla="*/ 71 h 86"/>
              <a:gd name="T32" fmla="*/ 26 w 64"/>
              <a:gd name="T33" fmla="*/ 67 h 86"/>
              <a:gd name="T34" fmla="*/ 30 w 64"/>
              <a:gd name="T35" fmla="*/ 73 h 86"/>
              <a:gd name="T36" fmla="*/ 24 w 64"/>
              <a:gd name="T37" fmla="*/ 76 h 86"/>
              <a:gd name="T38" fmla="*/ 46 w 64"/>
              <a:gd name="T39" fmla="*/ 67 h 86"/>
              <a:gd name="T40" fmla="*/ 8 w 64"/>
              <a:gd name="T41" fmla="*/ 58 h 86"/>
              <a:gd name="T42" fmla="*/ 20 w 64"/>
              <a:gd name="T43" fmla="*/ 10 h 86"/>
              <a:gd name="T44" fmla="*/ 58 w 64"/>
              <a:gd name="T45" fmla="*/ 19 h 86"/>
              <a:gd name="T46" fmla="*/ 46 w 64"/>
              <a:gd name="T47" fmla="*/ 6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86">
                <a:moveTo>
                  <a:pt x="58" y="9"/>
                </a:moveTo>
                <a:cubicBezTo>
                  <a:pt x="24" y="1"/>
                  <a:pt x="24" y="1"/>
                  <a:pt x="24" y="1"/>
                </a:cubicBezTo>
                <a:cubicBezTo>
                  <a:pt x="21" y="0"/>
                  <a:pt x="17" y="3"/>
                  <a:pt x="16" y="7"/>
                </a:cubicBezTo>
                <a:cubicBezTo>
                  <a:pt x="1" y="68"/>
                  <a:pt x="1" y="68"/>
                  <a:pt x="1" y="68"/>
                </a:cubicBezTo>
                <a:cubicBezTo>
                  <a:pt x="0" y="72"/>
                  <a:pt x="2" y="76"/>
                  <a:pt x="6" y="77"/>
                </a:cubicBezTo>
                <a:cubicBezTo>
                  <a:pt x="39" y="85"/>
                  <a:pt x="39" y="85"/>
                  <a:pt x="39" y="85"/>
                </a:cubicBezTo>
                <a:cubicBezTo>
                  <a:pt x="43" y="86"/>
                  <a:pt x="47" y="84"/>
                  <a:pt x="48" y="80"/>
                </a:cubicBezTo>
                <a:cubicBezTo>
                  <a:pt x="63" y="18"/>
                  <a:pt x="63" y="18"/>
                  <a:pt x="63" y="18"/>
                </a:cubicBezTo>
                <a:cubicBezTo>
                  <a:pt x="64" y="14"/>
                  <a:pt x="61" y="10"/>
                  <a:pt x="58" y="9"/>
                </a:cubicBezTo>
                <a:close/>
                <a:moveTo>
                  <a:pt x="31" y="7"/>
                </a:moveTo>
                <a:cubicBezTo>
                  <a:pt x="50" y="11"/>
                  <a:pt x="50" y="11"/>
                  <a:pt x="50" y="11"/>
                </a:cubicBezTo>
                <a:cubicBezTo>
                  <a:pt x="49" y="14"/>
                  <a:pt x="49" y="14"/>
                  <a:pt x="49" y="14"/>
                </a:cubicBezTo>
                <a:cubicBezTo>
                  <a:pt x="30" y="9"/>
                  <a:pt x="30" y="9"/>
                  <a:pt x="30" y="9"/>
                </a:cubicBezTo>
                <a:lnTo>
                  <a:pt x="31" y="7"/>
                </a:lnTo>
                <a:close/>
                <a:moveTo>
                  <a:pt x="24" y="76"/>
                </a:moveTo>
                <a:cubicBezTo>
                  <a:pt x="21" y="76"/>
                  <a:pt x="19" y="73"/>
                  <a:pt x="20" y="71"/>
                </a:cubicBezTo>
                <a:cubicBezTo>
                  <a:pt x="21" y="68"/>
                  <a:pt x="23" y="66"/>
                  <a:pt x="26" y="67"/>
                </a:cubicBezTo>
                <a:cubicBezTo>
                  <a:pt x="29" y="68"/>
                  <a:pt x="30" y="70"/>
                  <a:pt x="30" y="73"/>
                </a:cubicBezTo>
                <a:cubicBezTo>
                  <a:pt x="29" y="75"/>
                  <a:pt x="26" y="77"/>
                  <a:pt x="24" y="76"/>
                </a:cubicBezTo>
                <a:close/>
                <a:moveTo>
                  <a:pt x="46" y="67"/>
                </a:moveTo>
                <a:cubicBezTo>
                  <a:pt x="8" y="58"/>
                  <a:pt x="8" y="58"/>
                  <a:pt x="8" y="58"/>
                </a:cubicBezTo>
                <a:cubicBezTo>
                  <a:pt x="20" y="10"/>
                  <a:pt x="20" y="10"/>
                  <a:pt x="20" y="10"/>
                </a:cubicBezTo>
                <a:cubicBezTo>
                  <a:pt x="58" y="19"/>
                  <a:pt x="58" y="19"/>
                  <a:pt x="58" y="19"/>
                </a:cubicBezTo>
                <a:lnTo>
                  <a:pt x="46" y="6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8" name="Freeform 105"/>
          <p:cNvSpPr>
            <a:spLocks noEditPoints="1"/>
          </p:cNvSpPr>
          <p:nvPr/>
        </p:nvSpPr>
        <p:spPr bwMode="auto">
          <a:xfrm>
            <a:off x="9916966" y="4480225"/>
            <a:ext cx="205233" cy="155392"/>
          </a:xfrm>
          <a:custGeom>
            <a:avLst/>
            <a:gdLst>
              <a:gd name="T0" fmla="*/ 75 w 86"/>
              <a:gd name="T1" fmla="*/ 11 h 65"/>
              <a:gd name="T2" fmla="*/ 75 w 86"/>
              <a:gd name="T3" fmla="*/ 0 h 65"/>
              <a:gd name="T4" fmla="*/ 0 w 86"/>
              <a:gd name="T5" fmla="*/ 0 h 65"/>
              <a:gd name="T6" fmla="*/ 0 w 86"/>
              <a:gd name="T7" fmla="*/ 60 h 65"/>
              <a:gd name="T8" fmla="*/ 5 w 86"/>
              <a:gd name="T9" fmla="*/ 65 h 65"/>
              <a:gd name="T10" fmla="*/ 78 w 86"/>
              <a:gd name="T11" fmla="*/ 65 h 65"/>
              <a:gd name="T12" fmla="*/ 86 w 86"/>
              <a:gd name="T13" fmla="*/ 57 h 65"/>
              <a:gd name="T14" fmla="*/ 86 w 86"/>
              <a:gd name="T15" fmla="*/ 11 h 65"/>
              <a:gd name="T16" fmla="*/ 75 w 86"/>
              <a:gd name="T17" fmla="*/ 11 h 65"/>
              <a:gd name="T18" fmla="*/ 70 w 86"/>
              <a:gd name="T19" fmla="*/ 60 h 65"/>
              <a:gd name="T20" fmla="*/ 5 w 86"/>
              <a:gd name="T21" fmla="*/ 60 h 65"/>
              <a:gd name="T22" fmla="*/ 5 w 86"/>
              <a:gd name="T23" fmla="*/ 5 h 65"/>
              <a:gd name="T24" fmla="*/ 70 w 86"/>
              <a:gd name="T25" fmla="*/ 5 h 65"/>
              <a:gd name="T26" fmla="*/ 70 w 86"/>
              <a:gd name="T27" fmla="*/ 60 h 65"/>
              <a:gd name="T28" fmla="*/ 10 w 86"/>
              <a:gd name="T29" fmla="*/ 16 h 65"/>
              <a:gd name="T30" fmla="*/ 64 w 86"/>
              <a:gd name="T31" fmla="*/ 16 h 65"/>
              <a:gd name="T32" fmla="*/ 64 w 86"/>
              <a:gd name="T33" fmla="*/ 22 h 65"/>
              <a:gd name="T34" fmla="*/ 10 w 86"/>
              <a:gd name="T35" fmla="*/ 22 h 65"/>
              <a:gd name="T36" fmla="*/ 10 w 86"/>
              <a:gd name="T37" fmla="*/ 16 h 65"/>
              <a:gd name="T38" fmla="*/ 43 w 86"/>
              <a:gd name="T39" fmla="*/ 27 h 65"/>
              <a:gd name="T40" fmla="*/ 64 w 86"/>
              <a:gd name="T41" fmla="*/ 27 h 65"/>
              <a:gd name="T42" fmla="*/ 64 w 86"/>
              <a:gd name="T43" fmla="*/ 32 h 65"/>
              <a:gd name="T44" fmla="*/ 43 w 86"/>
              <a:gd name="T45" fmla="*/ 32 h 65"/>
              <a:gd name="T46" fmla="*/ 43 w 86"/>
              <a:gd name="T47" fmla="*/ 27 h 65"/>
              <a:gd name="T48" fmla="*/ 43 w 86"/>
              <a:gd name="T49" fmla="*/ 38 h 65"/>
              <a:gd name="T50" fmla="*/ 64 w 86"/>
              <a:gd name="T51" fmla="*/ 38 h 65"/>
              <a:gd name="T52" fmla="*/ 64 w 86"/>
              <a:gd name="T53" fmla="*/ 43 h 65"/>
              <a:gd name="T54" fmla="*/ 43 w 86"/>
              <a:gd name="T55" fmla="*/ 43 h 65"/>
              <a:gd name="T56" fmla="*/ 43 w 86"/>
              <a:gd name="T57" fmla="*/ 38 h 65"/>
              <a:gd name="T58" fmla="*/ 43 w 86"/>
              <a:gd name="T59" fmla="*/ 49 h 65"/>
              <a:gd name="T60" fmla="*/ 59 w 86"/>
              <a:gd name="T61" fmla="*/ 49 h 65"/>
              <a:gd name="T62" fmla="*/ 59 w 86"/>
              <a:gd name="T63" fmla="*/ 54 h 65"/>
              <a:gd name="T64" fmla="*/ 43 w 86"/>
              <a:gd name="T65" fmla="*/ 54 h 65"/>
              <a:gd name="T66" fmla="*/ 43 w 86"/>
              <a:gd name="T67" fmla="*/ 49 h 65"/>
              <a:gd name="T68" fmla="*/ 10 w 86"/>
              <a:gd name="T69" fmla="*/ 27 h 65"/>
              <a:gd name="T70" fmla="*/ 37 w 86"/>
              <a:gd name="T71" fmla="*/ 27 h 65"/>
              <a:gd name="T72" fmla="*/ 37 w 86"/>
              <a:gd name="T73" fmla="*/ 54 h 65"/>
              <a:gd name="T74" fmla="*/ 10 w 86"/>
              <a:gd name="T75" fmla="*/ 54 h 65"/>
              <a:gd name="T76" fmla="*/ 10 w 86"/>
              <a:gd name="T77" fmla="*/ 2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6" h="65">
                <a:moveTo>
                  <a:pt x="75" y="11"/>
                </a:moveTo>
                <a:cubicBezTo>
                  <a:pt x="75" y="0"/>
                  <a:pt x="75" y="0"/>
                  <a:pt x="75" y="0"/>
                </a:cubicBezTo>
                <a:cubicBezTo>
                  <a:pt x="0" y="0"/>
                  <a:pt x="0" y="0"/>
                  <a:pt x="0" y="0"/>
                </a:cubicBezTo>
                <a:cubicBezTo>
                  <a:pt x="0" y="60"/>
                  <a:pt x="0" y="60"/>
                  <a:pt x="0" y="60"/>
                </a:cubicBezTo>
                <a:cubicBezTo>
                  <a:pt x="0" y="62"/>
                  <a:pt x="2" y="65"/>
                  <a:pt x="5" y="65"/>
                </a:cubicBezTo>
                <a:cubicBezTo>
                  <a:pt x="78" y="65"/>
                  <a:pt x="78" y="65"/>
                  <a:pt x="78" y="65"/>
                </a:cubicBezTo>
                <a:cubicBezTo>
                  <a:pt x="82" y="65"/>
                  <a:pt x="86" y="61"/>
                  <a:pt x="86" y="57"/>
                </a:cubicBezTo>
                <a:cubicBezTo>
                  <a:pt x="86" y="11"/>
                  <a:pt x="86" y="11"/>
                  <a:pt x="86" y="11"/>
                </a:cubicBezTo>
                <a:lnTo>
                  <a:pt x="75" y="11"/>
                </a:lnTo>
                <a:close/>
                <a:moveTo>
                  <a:pt x="70" y="60"/>
                </a:moveTo>
                <a:cubicBezTo>
                  <a:pt x="5" y="60"/>
                  <a:pt x="5" y="60"/>
                  <a:pt x="5" y="60"/>
                </a:cubicBezTo>
                <a:cubicBezTo>
                  <a:pt x="5" y="5"/>
                  <a:pt x="5" y="5"/>
                  <a:pt x="5" y="5"/>
                </a:cubicBezTo>
                <a:cubicBezTo>
                  <a:pt x="70" y="5"/>
                  <a:pt x="70" y="5"/>
                  <a:pt x="70" y="5"/>
                </a:cubicBezTo>
                <a:lnTo>
                  <a:pt x="70" y="60"/>
                </a:lnTo>
                <a:close/>
                <a:moveTo>
                  <a:pt x="10" y="16"/>
                </a:moveTo>
                <a:cubicBezTo>
                  <a:pt x="64" y="16"/>
                  <a:pt x="64" y="16"/>
                  <a:pt x="64" y="16"/>
                </a:cubicBezTo>
                <a:cubicBezTo>
                  <a:pt x="64" y="22"/>
                  <a:pt x="64" y="22"/>
                  <a:pt x="64" y="22"/>
                </a:cubicBezTo>
                <a:cubicBezTo>
                  <a:pt x="10" y="22"/>
                  <a:pt x="10" y="22"/>
                  <a:pt x="10" y="22"/>
                </a:cubicBezTo>
                <a:lnTo>
                  <a:pt x="10" y="16"/>
                </a:lnTo>
                <a:close/>
                <a:moveTo>
                  <a:pt x="43" y="27"/>
                </a:moveTo>
                <a:cubicBezTo>
                  <a:pt x="64" y="27"/>
                  <a:pt x="64" y="27"/>
                  <a:pt x="64" y="27"/>
                </a:cubicBezTo>
                <a:cubicBezTo>
                  <a:pt x="64" y="32"/>
                  <a:pt x="64" y="32"/>
                  <a:pt x="64" y="32"/>
                </a:cubicBezTo>
                <a:cubicBezTo>
                  <a:pt x="43" y="32"/>
                  <a:pt x="43" y="32"/>
                  <a:pt x="43" y="32"/>
                </a:cubicBezTo>
                <a:lnTo>
                  <a:pt x="43" y="27"/>
                </a:lnTo>
                <a:close/>
                <a:moveTo>
                  <a:pt x="43" y="38"/>
                </a:moveTo>
                <a:cubicBezTo>
                  <a:pt x="64" y="38"/>
                  <a:pt x="64" y="38"/>
                  <a:pt x="64" y="38"/>
                </a:cubicBezTo>
                <a:cubicBezTo>
                  <a:pt x="64" y="43"/>
                  <a:pt x="64" y="43"/>
                  <a:pt x="64" y="43"/>
                </a:cubicBezTo>
                <a:cubicBezTo>
                  <a:pt x="43" y="43"/>
                  <a:pt x="43" y="43"/>
                  <a:pt x="43" y="43"/>
                </a:cubicBezTo>
                <a:lnTo>
                  <a:pt x="43" y="38"/>
                </a:lnTo>
                <a:close/>
                <a:moveTo>
                  <a:pt x="43" y="49"/>
                </a:moveTo>
                <a:cubicBezTo>
                  <a:pt x="59" y="49"/>
                  <a:pt x="59" y="49"/>
                  <a:pt x="59" y="49"/>
                </a:cubicBezTo>
                <a:cubicBezTo>
                  <a:pt x="59" y="54"/>
                  <a:pt x="59" y="54"/>
                  <a:pt x="59" y="54"/>
                </a:cubicBezTo>
                <a:cubicBezTo>
                  <a:pt x="43" y="54"/>
                  <a:pt x="43" y="54"/>
                  <a:pt x="43" y="54"/>
                </a:cubicBezTo>
                <a:lnTo>
                  <a:pt x="43" y="49"/>
                </a:lnTo>
                <a:close/>
                <a:moveTo>
                  <a:pt x="10" y="27"/>
                </a:moveTo>
                <a:cubicBezTo>
                  <a:pt x="37" y="27"/>
                  <a:pt x="37" y="27"/>
                  <a:pt x="37" y="27"/>
                </a:cubicBezTo>
                <a:cubicBezTo>
                  <a:pt x="37" y="54"/>
                  <a:pt x="37" y="54"/>
                  <a:pt x="37" y="54"/>
                </a:cubicBezTo>
                <a:cubicBezTo>
                  <a:pt x="10" y="54"/>
                  <a:pt x="10" y="54"/>
                  <a:pt x="10" y="54"/>
                </a:cubicBezTo>
                <a:lnTo>
                  <a:pt x="10" y="2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79" name="Freeform 106"/>
          <p:cNvSpPr>
            <a:spLocks noEditPoints="1"/>
          </p:cNvSpPr>
          <p:nvPr/>
        </p:nvSpPr>
        <p:spPr bwMode="auto">
          <a:xfrm>
            <a:off x="10136858" y="3827876"/>
            <a:ext cx="192040" cy="192039"/>
          </a:xfrm>
          <a:custGeom>
            <a:avLst/>
            <a:gdLst>
              <a:gd name="T0" fmla="*/ 0 w 131"/>
              <a:gd name="T1" fmla="*/ 131 h 131"/>
              <a:gd name="T2" fmla="*/ 65 w 131"/>
              <a:gd name="T3" fmla="*/ 131 h 131"/>
              <a:gd name="T4" fmla="*/ 65 w 131"/>
              <a:gd name="T5" fmla="*/ 0 h 131"/>
              <a:gd name="T6" fmla="*/ 0 w 131"/>
              <a:gd name="T7" fmla="*/ 0 h 131"/>
              <a:gd name="T8" fmla="*/ 0 w 131"/>
              <a:gd name="T9" fmla="*/ 131 h 131"/>
              <a:gd name="T10" fmla="*/ 41 w 131"/>
              <a:gd name="T11" fmla="*/ 17 h 131"/>
              <a:gd name="T12" fmla="*/ 57 w 131"/>
              <a:gd name="T13" fmla="*/ 17 h 131"/>
              <a:gd name="T14" fmla="*/ 57 w 131"/>
              <a:gd name="T15" fmla="*/ 33 h 131"/>
              <a:gd name="T16" fmla="*/ 41 w 131"/>
              <a:gd name="T17" fmla="*/ 33 h 131"/>
              <a:gd name="T18" fmla="*/ 41 w 131"/>
              <a:gd name="T19" fmla="*/ 17 h 131"/>
              <a:gd name="T20" fmla="*/ 41 w 131"/>
              <a:gd name="T21" fmla="*/ 49 h 131"/>
              <a:gd name="T22" fmla="*/ 57 w 131"/>
              <a:gd name="T23" fmla="*/ 49 h 131"/>
              <a:gd name="T24" fmla="*/ 57 w 131"/>
              <a:gd name="T25" fmla="*/ 66 h 131"/>
              <a:gd name="T26" fmla="*/ 41 w 131"/>
              <a:gd name="T27" fmla="*/ 66 h 131"/>
              <a:gd name="T28" fmla="*/ 41 w 131"/>
              <a:gd name="T29" fmla="*/ 49 h 131"/>
              <a:gd name="T30" fmla="*/ 41 w 131"/>
              <a:gd name="T31" fmla="*/ 82 h 131"/>
              <a:gd name="T32" fmla="*/ 57 w 131"/>
              <a:gd name="T33" fmla="*/ 82 h 131"/>
              <a:gd name="T34" fmla="*/ 57 w 131"/>
              <a:gd name="T35" fmla="*/ 98 h 131"/>
              <a:gd name="T36" fmla="*/ 41 w 131"/>
              <a:gd name="T37" fmla="*/ 98 h 131"/>
              <a:gd name="T38" fmla="*/ 41 w 131"/>
              <a:gd name="T39" fmla="*/ 82 h 131"/>
              <a:gd name="T40" fmla="*/ 8 w 131"/>
              <a:gd name="T41" fmla="*/ 17 h 131"/>
              <a:gd name="T42" fmla="*/ 24 w 131"/>
              <a:gd name="T43" fmla="*/ 17 h 131"/>
              <a:gd name="T44" fmla="*/ 24 w 131"/>
              <a:gd name="T45" fmla="*/ 33 h 131"/>
              <a:gd name="T46" fmla="*/ 8 w 131"/>
              <a:gd name="T47" fmla="*/ 33 h 131"/>
              <a:gd name="T48" fmla="*/ 8 w 131"/>
              <a:gd name="T49" fmla="*/ 17 h 131"/>
              <a:gd name="T50" fmla="*/ 8 w 131"/>
              <a:gd name="T51" fmla="*/ 49 h 131"/>
              <a:gd name="T52" fmla="*/ 24 w 131"/>
              <a:gd name="T53" fmla="*/ 49 h 131"/>
              <a:gd name="T54" fmla="*/ 24 w 131"/>
              <a:gd name="T55" fmla="*/ 66 h 131"/>
              <a:gd name="T56" fmla="*/ 8 w 131"/>
              <a:gd name="T57" fmla="*/ 66 h 131"/>
              <a:gd name="T58" fmla="*/ 8 w 131"/>
              <a:gd name="T59" fmla="*/ 49 h 131"/>
              <a:gd name="T60" fmla="*/ 8 w 131"/>
              <a:gd name="T61" fmla="*/ 82 h 131"/>
              <a:gd name="T62" fmla="*/ 24 w 131"/>
              <a:gd name="T63" fmla="*/ 82 h 131"/>
              <a:gd name="T64" fmla="*/ 24 w 131"/>
              <a:gd name="T65" fmla="*/ 98 h 131"/>
              <a:gd name="T66" fmla="*/ 8 w 131"/>
              <a:gd name="T67" fmla="*/ 98 h 131"/>
              <a:gd name="T68" fmla="*/ 8 w 131"/>
              <a:gd name="T69" fmla="*/ 82 h 131"/>
              <a:gd name="T70" fmla="*/ 73 w 131"/>
              <a:gd name="T71" fmla="*/ 41 h 131"/>
              <a:gd name="T72" fmla="*/ 131 w 131"/>
              <a:gd name="T73" fmla="*/ 41 h 131"/>
              <a:gd name="T74" fmla="*/ 131 w 131"/>
              <a:gd name="T75" fmla="*/ 49 h 131"/>
              <a:gd name="T76" fmla="*/ 73 w 131"/>
              <a:gd name="T77" fmla="*/ 49 h 131"/>
              <a:gd name="T78" fmla="*/ 73 w 131"/>
              <a:gd name="T79" fmla="*/ 41 h 131"/>
              <a:gd name="T80" fmla="*/ 73 w 131"/>
              <a:gd name="T81" fmla="*/ 131 h 131"/>
              <a:gd name="T82" fmla="*/ 90 w 131"/>
              <a:gd name="T83" fmla="*/ 131 h 131"/>
              <a:gd name="T84" fmla="*/ 90 w 131"/>
              <a:gd name="T85" fmla="*/ 98 h 131"/>
              <a:gd name="T86" fmla="*/ 114 w 131"/>
              <a:gd name="T87" fmla="*/ 98 h 131"/>
              <a:gd name="T88" fmla="*/ 114 w 131"/>
              <a:gd name="T89" fmla="*/ 131 h 131"/>
              <a:gd name="T90" fmla="*/ 131 w 131"/>
              <a:gd name="T91" fmla="*/ 131 h 131"/>
              <a:gd name="T92" fmla="*/ 131 w 131"/>
              <a:gd name="T93" fmla="*/ 57 h 131"/>
              <a:gd name="T94" fmla="*/ 73 w 131"/>
              <a:gd name="T95" fmla="*/ 57 h 131"/>
              <a:gd name="T96" fmla="*/ 73 w 131"/>
              <a:gd name="T9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1">
                <a:moveTo>
                  <a:pt x="0" y="131"/>
                </a:moveTo>
                <a:lnTo>
                  <a:pt x="65" y="131"/>
                </a:lnTo>
                <a:lnTo>
                  <a:pt x="65" y="0"/>
                </a:lnTo>
                <a:lnTo>
                  <a:pt x="0" y="0"/>
                </a:lnTo>
                <a:lnTo>
                  <a:pt x="0" y="131"/>
                </a:lnTo>
                <a:close/>
                <a:moveTo>
                  <a:pt x="41" y="17"/>
                </a:moveTo>
                <a:lnTo>
                  <a:pt x="57" y="17"/>
                </a:lnTo>
                <a:lnTo>
                  <a:pt x="57" y="33"/>
                </a:lnTo>
                <a:lnTo>
                  <a:pt x="41" y="33"/>
                </a:lnTo>
                <a:lnTo>
                  <a:pt x="41" y="17"/>
                </a:lnTo>
                <a:close/>
                <a:moveTo>
                  <a:pt x="41" y="49"/>
                </a:moveTo>
                <a:lnTo>
                  <a:pt x="57" y="49"/>
                </a:lnTo>
                <a:lnTo>
                  <a:pt x="57" y="66"/>
                </a:lnTo>
                <a:lnTo>
                  <a:pt x="41" y="66"/>
                </a:lnTo>
                <a:lnTo>
                  <a:pt x="41" y="49"/>
                </a:lnTo>
                <a:close/>
                <a:moveTo>
                  <a:pt x="41" y="82"/>
                </a:moveTo>
                <a:lnTo>
                  <a:pt x="57" y="82"/>
                </a:lnTo>
                <a:lnTo>
                  <a:pt x="57" y="98"/>
                </a:lnTo>
                <a:lnTo>
                  <a:pt x="41" y="98"/>
                </a:lnTo>
                <a:lnTo>
                  <a:pt x="41" y="82"/>
                </a:lnTo>
                <a:close/>
                <a:moveTo>
                  <a:pt x="8" y="17"/>
                </a:moveTo>
                <a:lnTo>
                  <a:pt x="24" y="17"/>
                </a:lnTo>
                <a:lnTo>
                  <a:pt x="24" y="33"/>
                </a:lnTo>
                <a:lnTo>
                  <a:pt x="8" y="33"/>
                </a:lnTo>
                <a:lnTo>
                  <a:pt x="8" y="17"/>
                </a:lnTo>
                <a:close/>
                <a:moveTo>
                  <a:pt x="8" y="49"/>
                </a:moveTo>
                <a:lnTo>
                  <a:pt x="24" y="49"/>
                </a:lnTo>
                <a:lnTo>
                  <a:pt x="24" y="66"/>
                </a:lnTo>
                <a:lnTo>
                  <a:pt x="8" y="66"/>
                </a:lnTo>
                <a:lnTo>
                  <a:pt x="8" y="49"/>
                </a:lnTo>
                <a:close/>
                <a:moveTo>
                  <a:pt x="8" y="82"/>
                </a:moveTo>
                <a:lnTo>
                  <a:pt x="24" y="82"/>
                </a:lnTo>
                <a:lnTo>
                  <a:pt x="24" y="98"/>
                </a:lnTo>
                <a:lnTo>
                  <a:pt x="8" y="98"/>
                </a:lnTo>
                <a:lnTo>
                  <a:pt x="8" y="82"/>
                </a:lnTo>
                <a:close/>
                <a:moveTo>
                  <a:pt x="73" y="41"/>
                </a:moveTo>
                <a:lnTo>
                  <a:pt x="131" y="41"/>
                </a:lnTo>
                <a:lnTo>
                  <a:pt x="131" y="49"/>
                </a:lnTo>
                <a:lnTo>
                  <a:pt x="73" y="49"/>
                </a:lnTo>
                <a:lnTo>
                  <a:pt x="73" y="41"/>
                </a:lnTo>
                <a:close/>
                <a:moveTo>
                  <a:pt x="73" y="131"/>
                </a:moveTo>
                <a:lnTo>
                  <a:pt x="90" y="131"/>
                </a:lnTo>
                <a:lnTo>
                  <a:pt x="90" y="98"/>
                </a:lnTo>
                <a:lnTo>
                  <a:pt x="114" y="98"/>
                </a:lnTo>
                <a:lnTo>
                  <a:pt x="114" y="131"/>
                </a:lnTo>
                <a:lnTo>
                  <a:pt x="131" y="131"/>
                </a:lnTo>
                <a:lnTo>
                  <a:pt x="131" y="57"/>
                </a:lnTo>
                <a:lnTo>
                  <a:pt x="73" y="57"/>
                </a:lnTo>
                <a:lnTo>
                  <a:pt x="73" y="13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0" name="Freeform 107"/>
          <p:cNvSpPr>
            <a:spLocks noEditPoints="1"/>
          </p:cNvSpPr>
          <p:nvPr/>
        </p:nvSpPr>
        <p:spPr bwMode="auto">
          <a:xfrm>
            <a:off x="10098743" y="4062429"/>
            <a:ext cx="203767" cy="203767"/>
          </a:xfrm>
          <a:custGeom>
            <a:avLst/>
            <a:gdLst>
              <a:gd name="T0" fmla="*/ 79 w 85"/>
              <a:gd name="T1" fmla="*/ 24 h 85"/>
              <a:gd name="T2" fmla="*/ 61 w 85"/>
              <a:gd name="T3" fmla="*/ 6 h 85"/>
              <a:gd name="T4" fmla="*/ 66 w 85"/>
              <a:gd name="T5" fmla="*/ 0 h 85"/>
              <a:gd name="T6" fmla="*/ 85 w 85"/>
              <a:gd name="T7" fmla="*/ 19 h 85"/>
              <a:gd name="T8" fmla="*/ 79 w 85"/>
              <a:gd name="T9" fmla="*/ 24 h 85"/>
              <a:gd name="T10" fmla="*/ 74 w 85"/>
              <a:gd name="T11" fmla="*/ 30 h 85"/>
              <a:gd name="T12" fmla="*/ 71 w 85"/>
              <a:gd name="T13" fmla="*/ 59 h 85"/>
              <a:gd name="T14" fmla="*/ 13 w 85"/>
              <a:gd name="T15" fmla="*/ 85 h 85"/>
              <a:gd name="T16" fmla="*/ 8 w 85"/>
              <a:gd name="T17" fmla="*/ 81 h 85"/>
              <a:gd name="T18" fmla="*/ 31 w 85"/>
              <a:gd name="T19" fmla="*/ 58 h 85"/>
              <a:gd name="T20" fmla="*/ 34 w 85"/>
              <a:gd name="T21" fmla="*/ 59 h 85"/>
              <a:gd name="T22" fmla="*/ 42 w 85"/>
              <a:gd name="T23" fmla="*/ 51 h 85"/>
              <a:gd name="T24" fmla="*/ 34 w 85"/>
              <a:gd name="T25" fmla="*/ 43 h 85"/>
              <a:gd name="T26" fmla="*/ 26 w 85"/>
              <a:gd name="T27" fmla="*/ 51 h 85"/>
              <a:gd name="T28" fmla="*/ 27 w 85"/>
              <a:gd name="T29" fmla="*/ 54 h 85"/>
              <a:gd name="T30" fmla="*/ 4 w 85"/>
              <a:gd name="T31" fmla="*/ 76 h 85"/>
              <a:gd name="T32" fmla="*/ 0 w 85"/>
              <a:gd name="T33" fmla="*/ 72 h 85"/>
              <a:gd name="T34" fmla="*/ 26 w 85"/>
              <a:gd name="T35" fmla="*/ 14 h 85"/>
              <a:gd name="T36" fmla="*/ 55 w 85"/>
              <a:gd name="T37" fmla="*/ 11 h 85"/>
              <a:gd name="T38" fmla="*/ 74 w 85"/>
              <a:gd name="T39" fmla="*/ 3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85">
                <a:moveTo>
                  <a:pt x="79" y="24"/>
                </a:moveTo>
                <a:cubicBezTo>
                  <a:pt x="61" y="6"/>
                  <a:pt x="61" y="6"/>
                  <a:pt x="61" y="6"/>
                </a:cubicBezTo>
                <a:cubicBezTo>
                  <a:pt x="66" y="0"/>
                  <a:pt x="66" y="0"/>
                  <a:pt x="66" y="0"/>
                </a:cubicBezTo>
                <a:cubicBezTo>
                  <a:pt x="85" y="19"/>
                  <a:pt x="85" y="19"/>
                  <a:pt x="85" y="19"/>
                </a:cubicBezTo>
                <a:lnTo>
                  <a:pt x="79" y="24"/>
                </a:lnTo>
                <a:close/>
                <a:moveTo>
                  <a:pt x="74" y="30"/>
                </a:moveTo>
                <a:cubicBezTo>
                  <a:pt x="71" y="59"/>
                  <a:pt x="71" y="59"/>
                  <a:pt x="71" y="59"/>
                </a:cubicBezTo>
                <a:cubicBezTo>
                  <a:pt x="47" y="59"/>
                  <a:pt x="13" y="85"/>
                  <a:pt x="13" y="85"/>
                </a:cubicBezTo>
                <a:cubicBezTo>
                  <a:pt x="8" y="81"/>
                  <a:pt x="8" y="81"/>
                  <a:pt x="8" y="81"/>
                </a:cubicBezTo>
                <a:cubicBezTo>
                  <a:pt x="31" y="58"/>
                  <a:pt x="31" y="58"/>
                  <a:pt x="31" y="58"/>
                </a:cubicBezTo>
                <a:cubicBezTo>
                  <a:pt x="32" y="59"/>
                  <a:pt x="33" y="59"/>
                  <a:pt x="34" y="59"/>
                </a:cubicBezTo>
                <a:cubicBezTo>
                  <a:pt x="38" y="59"/>
                  <a:pt x="42" y="55"/>
                  <a:pt x="42" y="51"/>
                </a:cubicBezTo>
                <a:cubicBezTo>
                  <a:pt x="42" y="46"/>
                  <a:pt x="38" y="43"/>
                  <a:pt x="34" y="43"/>
                </a:cubicBezTo>
                <a:cubicBezTo>
                  <a:pt x="30" y="43"/>
                  <a:pt x="26" y="46"/>
                  <a:pt x="26" y="51"/>
                </a:cubicBezTo>
                <a:cubicBezTo>
                  <a:pt x="26" y="52"/>
                  <a:pt x="26" y="53"/>
                  <a:pt x="27" y="54"/>
                </a:cubicBezTo>
                <a:cubicBezTo>
                  <a:pt x="4" y="76"/>
                  <a:pt x="4" y="76"/>
                  <a:pt x="4" y="76"/>
                </a:cubicBezTo>
                <a:cubicBezTo>
                  <a:pt x="0" y="72"/>
                  <a:pt x="0" y="72"/>
                  <a:pt x="0" y="72"/>
                </a:cubicBezTo>
                <a:cubicBezTo>
                  <a:pt x="0" y="72"/>
                  <a:pt x="26" y="37"/>
                  <a:pt x="26" y="14"/>
                </a:cubicBezTo>
                <a:cubicBezTo>
                  <a:pt x="55" y="11"/>
                  <a:pt x="55" y="11"/>
                  <a:pt x="55" y="11"/>
                </a:cubicBezTo>
                <a:lnTo>
                  <a:pt x="74" y="3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1" name="Freeform 108"/>
          <p:cNvSpPr>
            <a:spLocks noEditPoints="1"/>
          </p:cNvSpPr>
          <p:nvPr/>
        </p:nvSpPr>
        <p:spPr bwMode="auto">
          <a:xfrm>
            <a:off x="9914034" y="3820546"/>
            <a:ext cx="184710" cy="184710"/>
          </a:xfrm>
          <a:custGeom>
            <a:avLst/>
            <a:gdLst>
              <a:gd name="T0" fmla="*/ 53 w 77"/>
              <a:gd name="T1" fmla="*/ 30 h 77"/>
              <a:gd name="T2" fmla="*/ 26 w 77"/>
              <a:gd name="T3" fmla="*/ 2 h 77"/>
              <a:gd name="T4" fmla="*/ 39 w 77"/>
              <a:gd name="T5" fmla="*/ 0 h 77"/>
              <a:gd name="T6" fmla="*/ 53 w 77"/>
              <a:gd name="T7" fmla="*/ 3 h 77"/>
              <a:gd name="T8" fmla="*/ 53 w 77"/>
              <a:gd name="T9" fmla="*/ 30 h 77"/>
              <a:gd name="T10" fmla="*/ 58 w 77"/>
              <a:gd name="T11" fmla="*/ 53 h 77"/>
              <a:gd name="T12" fmla="*/ 58 w 77"/>
              <a:gd name="T13" fmla="*/ 5 h 77"/>
              <a:gd name="T14" fmla="*/ 77 w 77"/>
              <a:gd name="T15" fmla="*/ 38 h 77"/>
              <a:gd name="T16" fmla="*/ 74 w 77"/>
              <a:gd name="T17" fmla="*/ 53 h 77"/>
              <a:gd name="T18" fmla="*/ 58 w 77"/>
              <a:gd name="T19" fmla="*/ 53 h 77"/>
              <a:gd name="T20" fmla="*/ 24 w 77"/>
              <a:gd name="T21" fmla="*/ 58 h 77"/>
              <a:gd name="T22" fmla="*/ 72 w 77"/>
              <a:gd name="T23" fmla="*/ 58 h 77"/>
              <a:gd name="T24" fmla="*/ 39 w 77"/>
              <a:gd name="T25" fmla="*/ 77 h 77"/>
              <a:gd name="T26" fmla="*/ 24 w 77"/>
              <a:gd name="T27" fmla="*/ 74 h 77"/>
              <a:gd name="T28" fmla="*/ 24 w 77"/>
              <a:gd name="T29" fmla="*/ 58 h 77"/>
              <a:gd name="T30" fmla="*/ 32 w 77"/>
              <a:gd name="T31" fmla="*/ 17 h 77"/>
              <a:gd name="T32" fmla="*/ 1 w 77"/>
              <a:gd name="T33" fmla="*/ 48 h 77"/>
              <a:gd name="T34" fmla="*/ 0 w 77"/>
              <a:gd name="T35" fmla="*/ 38 h 77"/>
              <a:gd name="T36" fmla="*/ 20 w 77"/>
              <a:gd name="T37" fmla="*/ 5 h 77"/>
              <a:gd name="T38" fmla="*/ 32 w 77"/>
              <a:gd name="T39" fmla="*/ 17 h 77"/>
              <a:gd name="T40" fmla="*/ 20 w 77"/>
              <a:gd name="T41" fmla="*/ 38 h 77"/>
              <a:gd name="T42" fmla="*/ 20 w 77"/>
              <a:gd name="T43" fmla="*/ 72 h 77"/>
              <a:gd name="T44" fmla="*/ 4 w 77"/>
              <a:gd name="T45" fmla="*/ 54 h 77"/>
              <a:gd name="T46" fmla="*/ 20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6" y="2"/>
                  <a:pt x="26" y="2"/>
                  <a:pt x="26" y="2"/>
                </a:cubicBezTo>
                <a:cubicBezTo>
                  <a:pt x="30" y="1"/>
                  <a:pt x="34" y="0"/>
                  <a:pt x="39" y="0"/>
                </a:cubicBezTo>
                <a:cubicBezTo>
                  <a:pt x="44" y="0"/>
                  <a:pt x="49" y="1"/>
                  <a:pt x="53" y="3"/>
                </a:cubicBezTo>
                <a:lnTo>
                  <a:pt x="53" y="30"/>
                </a:lnTo>
                <a:close/>
                <a:moveTo>
                  <a:pt x="58" y="53"/>
                </a:moveTo>
                <a:cubicBezTo>
                  <a:pt x="58" y="5"/>
                  <a:pt x="58" y="5"/>
                  <a:pt x="58" y="5"/>
                </a:cubicBezTo>
                <a:cubicBezTo>
                  <a:pt x="69" y="12"/>
                  <a:pt x="77" y="24"/>
                  <a:pt x="77" y="38"/>
                </a:cubicBezTo>
                <a:cubicBezTo>
                  <a:pt x="77" y="43"/>
                  <a:pt x="76" y="48"/>
                  <a:pt x="74" y="53"/>
                </a:cubicBezTo>
                <a:lnTo>
                  <a:pt x="58" y="53"/>
                </a:lnTo>
                <a:close/>
                <a:moveTo>
                  <a:pt x="24" y="58"/>
                </a:moveTo>
                <a:cubicBezTo>
                  <a:pt x="72" y="58"/>
                  <a:pt x="72" y="58"/>
                  <a:pt x="72" y="58"/>
                </a:cubicBezTo>
                <a:cubicBezTo>
                  <a:pt x="65" y="69"/>
                  <a:pt x="53" y="77"/>
                  <a:pt x="39" y="77"/>
                </a:cubicBezTo>
                <a:cubicBezTo>
                  <a:pt x="34" y="77"/>
                  <a:pt x="29" y="76"/>
                  <a:pt x="24" y="74"/>
                </a:cubicBezTo>
                <a:lnTo>
                  <a:pt x="24" y="58"/>
                </a:lnTo>
                <a:close/>
                <a:moveTo>
                  <a:pt x="32" y="17"/>
                </a:moveTo>
                <a:cubicBezTo>
                  <a:pt x="1" y="48"/>
                  <a:pt x="1" y="48"/>
                  <a:pt x="1" y="48"/>
                </a:cubicBezTo>
                <a:cubicBezTo>
                  <a:pt x="1" y="45"/>
                  <a:pt x="0" y="42"/>
                  <a:pt x="0" y="38"/>
                </a:cubicBezTo>
                <a:cubicBezTo>
                  <a:pt x="0" y="24"/>
                  <a:pt x="8" y="11"/>
                  <a:pt x="20" y="5"/>
                </a:cubicBezTo>
                <a:lnTo>
                  <a:pt x="32" y="17"/>
                </a:lnTo>
                <a:close/>
                <a:moveTo>
                  <a:pt x="20" y="38"/>
                </a:moveTo>
                <a:cubicBezTo>
                  <a:pt x="20" y="72"/>
                  <a:pt x="20" y="72"/>
                  <a:pt x="20" y="72"/>
                </a:cubicBezTo>
                <a:cubicBezTo>
                  <a:pt x="12" y="68"/>
                  <a:pt x="7" y="61"/>
                  <a:pt x="4" y="54"/>
                </a:cubicBezTo>
                <a:lnTo>
                  <a:pt x="20" y="3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2" name="Freeform 109"/>
          <p:cNvSpPr>
            <a:spLocks noEditPoints="1"/>
          </p:cNvSpPr>
          <p:nvPr/>
        </p:nvSpPr>
        <p:spPr bwMode="auto">
          <a:xfrm>
            <a:off x="9911102" y="4038974"/>
            <a:ext cx="172982" cy="139266"/>
          </a:xfrm>
          <a:custGeom>
            <a:avLst/>
            <a:gdLst>
              <a:gd name="T0" fmla="*/ 0 w 72"/>
              <a:gd name="T1" fmla="*/ 0 h 58"/>
              <a:gd name="T2" fmla="*/ 0 w 72"/>
              <a:gd name="T3" fmla="*/ 58 h 58"/>
              <a:gd name="T4" fmla="*/ 72 w 72"/>
              <a:gd name="T5" fmla="*/ 58 h 58"/>
              <a:gd name="T6" fmla="*/ 72 w 72"/>
              <a:gd name="T7" fmla="*/ 0 h 58"/>
              <a:gd name="T8" fmla="*/ 0 w 72"/>
              <a:gd name="T9" fmla="*/ 0 h 58"/>
              <a:gd name="T10" fmla="*/ 67 w 72"/>
              <a:gd name="T11" fmla="*/ 53 h 58"/>
              <a:gd name="T12" fmla="*/ 4 w 72"/>
              <a:gd name="T13" fmla="*/ 53 h 58"/>
              <a:gd name="T14" fmla="*/ 4 w 72"/>
              <a:gd name="T15" fmla="*/ 4 h 58"/>
              <a:gd name="T16" fmla="*/ 67 w 72"/>
              <a:gd name="T17" fmla="*/ 4 h 58"/>
              <a:gd name="T18" fmla="*/ 67 w 72"/>
              <a:gd name="T19" fmla="*/ 53 h 58"/>
              <a:gd name="T20" fmla="*/ 49 w 72"/>
              <a:gd name="T21" fmla="*/ 15 h 58"/>
              <a:gd name="T22" fmla="*/ 56 w 72"/>
              <a:gd name="T23" fmla="*/ 22 h 58"/>
              <a:gd name="T24" fmla="*/ 63 w 72"/>
              <a:gd name="T25" fmla="*/ 15 h 58"/>
              <a:gd name="T26" fmla="*/ 56 w 72"/>
              <a:gd name="T27" fmla="*/ 9 h 58"/>
              <a:gd name="T28" fmla="*/ 49 w 72"/>
              <a:gd name="T29" fmla="*/ 15 h 58"/>
              <a:gd name="T30" fmla="*/ 63 w 72"/>
              <a:gd name="T31" fmla="*/ 49 h 58"/>
              <a:gd name="T32" fmla="*/ 9 w 72"/>
              <a:gd name="T33" fmla="*/ 49 h 58"/>
              <a:gd name="T34" fmla="*/ 22 w 72"/>
              <a:gd name="T35" fmla="*/ 13 h 58"/>
              <a:gd name="T36" fmla="*/ 40 w 72"/>
              <a:gd name="T37" fmla="*/ 35 h 58"/>
              <a:gd name="T38" fmla="*/ 49 w 72"/>
              <a:gd name="T39" fmla="*/ 29 h 58"/>
              <a:gd name="T40" fmla="*/ 63 w 72"/>
              <a:gd name="T41" fmla="*/ 4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2" h="58">
                <a:moveTo>
                  <a:pt x="0" y="0"/>
                </a:moveTo>
                <a:cubicBezTo>
                  <a:pt x="0" y="58"/>
                  <a:pt x="0" y="58"/>
                  <a:pt x="0" y="58"/>
                </a:cubicBezTo>
                <a:cubicBezTo>
                  <a:pt x="72" y="58"/>
                  <a:pt x="72" y="58"/>
                  <a:pt x="72" y="58"/>
                </a:cubicBezTo>
                <a:cubicBezTo>
                  <a:pt x="72" y="0"/>
                  <a:pt x="72" y="0"/>
                  <a:pt x="72" y="0"/>
                </a:cubicBezTo>
                <a:lnTo>
                  <a:pt x="0" y="0"/>
                </a:lnTo>
                <a:close/>
                <a:moveTo>
                  <a:pt x="67" y="53"/>
                </a:moveTo>
                <a:cubicBezTo>
                  <a:pt x="4" y="53"/>
                  <a:pt x="4" y="53"/>
                  <a:pt x="4" y="53"/>
                </a:cubicBezTo>
                <a:cubicBezTo>
                  <a:pt x="4" y="4"/>
                  <a:pt x="4" y="4"/>
                  <a:pt x="4" y="4"/>
                </a:cubicBezTo>
                <a:cubicBezTo>
                  <a:pt x="67" y="4"/>
                  <a:pt x="67" y="4"/>
                  <a:pt x="67" y="4"/>
                </a:cubicBezTo>
                <a:lnTo>
                  <a:pt x="67" y="53"/>
                </a:lnTo>
                <a:close/>
                <a:moveTo>
                  <a:pt x="49" y="15"/>
                </a:moveTo>
                <a:cubicBezTo>
                  <a:pt x="49" y="19"/>
                  <a:pt x="52" y="22"/>
                  <a:pt x="56" y="22"/>
                </a:cubicBezTo>
                <a:cubicBezTo>
                  <a:pt x="60" y="22"/>
                  <a:pt x="63" y="19"/>
                  <a:pt x="63" y="15"/>
                </a:cubicBezTo>
                <a:cubicBezTo>
                  <a:pt x="63" y="12"/>
                  <a:pt x="60" y="9"/>
                  <a:pt x="56" y="9"/>
                </a:cubicBezTo>
                <a:cubicBezTo>
                  <a:pt x="52" y="9"/>
                  <a:pt x="49" y="12"/>
                  <a:pt x="49" y="15"/>
                </a:cubicBezTo>
                <a:close/>
                <a:moveTo>
                  <a:pt x="63" y="49"/>
                </a:moveTo>
                <a:cubicBezTo>
                  <a:pt x="9" y="49"/>
                  <a:pt x="9" y="49"/>
                  <a:pt x="9" y="49"/>
                </a:cubicBezTo>
                <a:cubicBezTo>
                  <a:pt x="22" y="13"/>
                  <a:pt x="22" y="13"/>
                  <a:pt x="22" y="13"/>
                </a:cubicBezTo>
                <a:cubicBezTo>
                  <a:pt x="40" y="35"/>
                  <a:pt x="40" y="35"/>
                  <a:pt x="40" y="35"/>
                </a:cubicBezTo>
                <a:cubicBezTo>
                  <a:pt x="49" y="29"/>
                  <a:pt x="49" y="29"/>
                  <a:pt x="49" y="29"/>
                </a:cubicBezTo>
                <a:lnTo>
                  <a:pt x="63" y="4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3" name="Freeform 110"/>
          <p:cNvSpPr>
            <a:spLocks noEditPoints="1"/>
          </p:cNvSpPr>
          <p:nvPr/>
        </p:nvSpPr>
        <p:spPr bwMode="auto">
          <a:xfrm>
            <a:off x="9842203" y="4231013"/>
            <a:ext cx="181779" cy="211097"/>
          </a:xfrm>
          <a:custGeom>
            <a:avLst/>
            <a:gdLst>
              <a:gd name="T0" fmla="*/ 54 w 76"/>
              <a:gd name="T1" fmla="*/ 0 h 88"/>
              <a:gd name="T2" fmla="*/ 14 w 76"/>
              <a:gd name="T3" fmla="*/ 28 h 88"/>
              <a:gd name="T4" fmla="*/ 16 w 76"/>
              <a:gd name="T5" fmla="*/ 65 h 88"/>
              <a:gd name="T6" fmla="*/ 49 w 76"/>
              <a:gd name="T7" fmla="*/ 27 h 88"/>
              <a:gd name="T8" fmla="*/ 32 w 76"/>
              <a:gd name="T9" fmla="*/ 75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0" y="23"/>
                  <a:pt x="30" y="12"/>
                  <a:pt x="14" y="28"/>
                </a:cubicBezTo>
                <a:cubicBezTo>
                  <a:pt x="0" y="42"/>
                  <a:pt x="5" y="60"/>
                  <a:pt x="16" y="65"/>
                </a:cubicBezTo>
                <a:cubicBezTo>
                  <a:pt x="28" y="60"/>
                  <a:pt x="40" y="46"/>
                  <a:pt x="49" y="27"/>
                </a:cubicBezTo>
                <a:cubicBezTo>
                  <a:pt x="49" y="27"/>
                  <a:pt x="57" y="51"/>
                  <a:pt x="32" y="75"/>
                </a:cubicBezTo>
                <a:cubicBezTo>
                  <a:pt x="44" y="88"/>
                  <a:pt x="64" y="79"/>
                  <a:pt x="70" y="57"/>
                </a:cubicBezTo>
                <a:cubicBezTo>
                  <a:pt x="76" y="33"/>
                  <a:pt x="60" y="9"/>
                  <a:pt x="54" y="0"/>
                </a:cubicBezTo>
                <a:close/>
                <a:moveTo>
                  <a:pt x="4" y="78"/>
                </a:moveTo>
                <a:cubicBezTo>
                  <a:pt x="4" y="79"/>
                  <a:pt x="4" y="83"/>
                  <a:pt x="10" y="83"/>
                </a:cubicBezTo>
                <a:cubicBezTo>
                  <a:pt x="14" y="83"/>
                  <a:pt x="36" y="71"/>
                  <a:pt x="47" y="41"/>
                </a:cubicBezTo>
                <a:cubicBezTo>
                  <a:pt x="30" y="71"/>
                  <a:pt x="6" y="78"/>
                  <a:pt x="4" y="78"/>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4" name="Freeform 111"/>
          <p:cNvSpPr>
            <a:spLocks noEditPoints="1"/>
          </p:cNvSpPr>
          <p:nvPr/>
        </p:nvSpPr>
        <p:spPr bwMode="auto">
          <a:xfrm>
            <a:off x="9792360" y="3512696"/>
            <a:ext cx="246279" cy="183244"/>
          </a:xfrm>
          <a:custGeom>
            <a:avLst/>
            <a:gdLst>
              <a:gd name="T0" fmla="*/ 99 w 103"/>
              <a:gd name="T1" fmla="*/ 3 h 77"/>
              <a:gd name="T2" fmla="*/ 52 w 103"/>
              <a:gd name="T3" fmla="*/ 0 h 77"/>
              <a:gd name="T4" fmla="*/ 4 w 103"/>
              <a:gd name="T5" fmla="*/ 3 h 77"/>
              <a:gd name="T6" fmla="*/ 0 w 103"/>
              <a:gd name="T7" fmla="*/ 38 h 77"/>
              <a:gd name="T8" fmla="*/ 4 w 103"/>
              <a:gd name="T9" fmla="*/ 73 h 77"/>
              <a:gd name="T10" fmla="*/ 52 w 103"/>
              <a:gd name="T11" fmla="*/ 77 h 77"/>
              <a:gd name="T12" fmla="*/ 99 w 103"/>
              <a:gd name="T13" fmla="*/ 73 h 77"/>
              <a:gd name="T14" fmla="*/ 103 w 103"/>
              <a:gd name="T15" fmla="*/ 38 h 77"/>
              <a:gd name="T16" fmla="*/ 99 w 103"/>
              <a:gd name="T17" fmla="*/ 3 h 77"/>
              <a:gd name="T18" fmla="*/ 39 w 103"/>
              <a:gd name="T19" fmla="*/ 57 h 77"/>
              <a:gd name="T20" fmla="*/ 39 w 103"/>
              <a:gd name="T21" fmla="*/ 19 h 77"/>
              <a:gd name="T22" fmla="*/ 71 w 103"/>
              <a:gd name="T23" fmla="*/ 38 h 77"/>
              <a:gd name="T24" fmla="*/ 39 w 103"/>
              <a:gd name="T25" fmla="*/ 5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3" h="77">
                <a:moveTo>
                  <a:pt x="99" y="3"/>
                </a:moveTo>
                <a:cubicBezTo>
                  <a:pt x="84" y="1"/>
                  <a:pt x="68" y="0"/>
                  <a:pt x="52" y="0"/>
                </a:cubicBezTo>
                <a:cubicBezTo>
                  <a:pt x="35" y="0"/>
                  <a:pt x="19" y="1"/>
                  <a:pt x="4" y="3"/>
                </a:cubicBezTo>
                <a:cubicBezTo>
                  <a:pt x="2" y="14"/>
                  <a:pt x="0" y="26"/>
                  <a:pt x="0" y="38"/>
                </a:cubicBezTo>
                <a:cubicBezTo>
                  <a:pt x="0" y="51"/>
                  <a:pt x="2" y="63"/>
                  <a:pt x="4" y="73"/>
                </a:cubicBezTo>
                <a:cubicBezTo>
                  <a:pt x="19" y="75"/>
                  <a:pt x="35" y="77"/>
                  <a:pt x="52" y="77"/>
                </a:cubicBezTo>
                <a:cubicBezTo>
                  <a:pt x="68" y="77"/>
                  <a:pt x="84" y="75"/>
                  <a:pt x="99" y="73"/>
                </a:cubicBezTo>
                <a:cubicBezTo>
                  <a:pt x="101" y="63"/>
                  <a:pt x="103" y="51"/>
                  <a:pt x="103" y="38"/>
                </a:cubicBezTo>
                <a:cubicBezTo>
                  <a:pt x="103" y="26"/>
                  <a:pt x="101" y="14"/>
                  <a:pt x="99" y="3"/>
                </a:cubicBezTo>
                <a:close/>
                <a:moveTo>
                  <a:pt x="39" y="57"/>
                </a:moveTo>
                <a:cubicBezTo>
                  <a:pt x="39" y="19"/>
                  <a:pt x="39" y="19"/>
                  <a:pt x="39" y="19"/>
                </a:cubicBezTo>
                <a:cubicBezTo>
                  <a:pt x="71" y="38"/>
                  <a:pt x="71" y="38"/>
                  <a:pt x="71" y="38"/>
                </a:cubicBezTo>
                <a:lnTo>
                  <a:pt x="39"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5" name="Freeform 112"/>
          <p:cNvSpPr>
            <a:spLocks noEditPoints="1"/>
          </p:cNvSpPr>
          <p:nvPr/>
        </p:nvSpPr>
        <p:spPr bwMode="auto">
          <a:xfrm>
            <a:off x="9773302" y="4697186"/>
            <a:ext cx="275599" cy="275599"/>
          </a:xfrm>
          <a:custGeom>
            <a:avLst/>
            <a:gdLst>
              <a:gd name="T0" fmla="*/ 115 w 115"/>
              <a:gd name="T1" fmla="*/ 32 h 115"/>
              <a:gd name="T2" fmla="*/ 104 w 115"/>
              <a:gd name="T3" fmla="*/ 22 h 115"/>
              <a:gd name="T4" fmla="*/ 84 w 115"/>
              <a:gd name="T5" fmla="*/ 42 h 115"/>
              <a:gd name="T6" fmla="*/ 73 w 115"/>
              <a:gd name="T7" fmla="*/ 30 h 115"/>
              <a:gd name="T8" fmla="*/ 93 w 115"/>
              <a:gd name="T9" fmla="*/ 10 h 115"/>
              <a:gd name="T10" fmla="*/ 83 w 115"/>
              <a:gd name="T11" fmla="*/ 0 h 115"/>
              <a:gd name="T12" fmla="*/ 63 w 115"/>
              <a:gd name="T13" fmla="*/ 20 h 115"/>
              <a:gd name="T14" fmla="*/ 50 w 115"/>
              <a:gd name="T15" fmla="*/ 7 h 115"/>
              <a:gd name="T16" fmla="*/ 40 w 115"/>
              <a:gd name="T17" fmla="*/ 17 h 115"/>
              <a:gd name="T18" fmla="*/ 98 w 115"/>
              <a:gd name="T19" fmla="*/ 74 h 115"/>
              <a:gd name="T20" fmla="*/ 107 w 115"/>
              <a:gd name="T21" fmla="*/ 65 h 115"/>
              <a:gd name="T22" fmla="*/ 95 w 115"/>
              <a:gd name="T23" fmla="*/ 52 h 115"/>
              <a:gd name="T24" fmla="*/ 115 w 115"/>
              <a:gd name="T25" fmla="*/ 32 h 115"/>
              <a:gd name="T26" fmla="*/ 31 w 115"/>
              <a:gd name="T27" fmla="*/ 84 h 115"/>
              <a:gd name="T28" fmla="*/ 89 w 115"/>
              <a:gd name="T29" fmla="*/ 76 h 115"/>
              <a:gd name="T30" fmla="*/ 39 w 115"/>
              <a:gd name="T31" fmla="*/ 26 h 115"/>
              <a:gd name="T32" fmla="*/ 31 w 115"/>
              <a:gd name="T33" fmla="*/ 84 h 115"/>
              <a:gd name="T34" fmla="*/ 21 w 115"/>
              <a:gd name="T35" fmla="*/ 79 h 115"/>
              <a:gd name="T36" fmla="*/ 36 w 115"/>
              <a:gd name="T37" fmla="*/ 93 h 115"/>
              <a:gd name="T38" fmla="*/ 14 w 115"/>
              <a:gd name="T39" fmla="*/ 115 h 115"/>
              <a:gd name="T40" fmla="*/ 0 w 115"/>
              <a:gd name="T41" fmla="*/ 100 h 115"/>
              <a:gd name="T42" fmla="*/ 21 w 115"/>
              <a:gd name="T43" fmla="*/ 7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5" h="115">
                <a:moveTo>
                  <a:pt x="115" y="32"/>
                </a:moveTo>
                <a:cubicBezTo>
                  <a:pt x="104" y="22"/>
                  <a:pt x="104" y="22"/>
                  <a:pt x="104" y="22"/>
                </a:cubicBezTo>
                <a:cubicBezTo>
                  <a:pt x="84" y="42"/>
                  <a:pt x="84" y="42"/>
                  <a:pt x="84" y="42"/>
                </a:cubicBezTo>
                <a:cubicBezTo>
                  <a:pt x="73" y="30"/>
                  <a:pt x="73" y="30"/>
                  <a:pt x="73" y="30"/>
                </a:cubicBezTo>
                <a:cubicBezTo>
                  <a:pt x="93" y="10"/>
                  <a:pt x="93" y="10"/>
                  <a:pt x="93" y="10"/>
                </a:cubicBezTo>
                <a:cubicBezTo>
                  <a:pt x="83" y="0"/>
                  <a:pt x="83" y="0"/>
                  <a:pt x="83" y="0"/>
                </a:cubicBezTo>
                <a:cubicBezTo>
                  <a:pt x="63" y="20"/>
                  <a:pt x="63" y="20"/>
                  <a:pt x="63" y="20"/>
                </a:cubicBezTo>
                <a:cubicBezTo>
                  <a:pt x="50" y="7"/>
                  <a:pt x="50" y="7"/>
                  <a:pt x="50" y="7"/>
                </a:cubicBezTo>
                <a:cubicBezTo>
                  <a:pt x="40" y="17"/>
                  <a:pt x="40" y="17"/>
                  <a:pt x="40" y="17"/>
                </a:cubicBezTo>
                <a:cubicBezTo>
                  <a:pt x="98" y="74"/>
                  <a:pt x="98" y="74"/>
                  <a:pt x="98" y="74"/>
                </a:cubicBezTo>
                <a:cubicBezTo>
                  <a:pt x="107" y="65"/>
                  <a:pt x="107" y="65"/>
                  <a:pt x="107" y="65"/>
                </a:cubicBezTo>
                <a:cubicBezTo>
                  <a:pt x="95" y="52"/>
                  <a:pt x="95" y="52"/>
                  <a:pt x="95" y="52"/>
                </a:cubicBezTo>
                <a:lnTo>
                  <a:pt x="115" y="32"/>
                </a:lnTo>
                <a:close/>
                <a:moveTo>
                  <a:pt x="31" y="84"/>
                </a:moveTo>
                <a:cubicBezTo>
                  <a:pt x="49" y="103"/>
                  <a:pt x="74" y="88"/>
                  <a:pt x="89" y="76"/>
                </a:cubicBezTo>
                <a:cubicBezTo>
                  <a:pt x="39" y="26"/>
                  <a:pt x="39" y="26"/>
                  <a:pt x="39" y="26"/>
                </a:cubicBezTo>
                <a:cubicBezTo>
                  <a:pt x="27" y="41"/>
                  <a:pt x="12" y="66"/>
                  <a:pt x="31" y="84"/>
                </a:cubicBezTo>
                <a:close/>
                <a:moveTo>
                  <a:pt x="21" y="79"/>
                </a:moveTo>
                <a:cubicBezTo>
                  <a:pt x="36" y="93"/>
                  <a:pt x="36" y="93"/>
                  <a:pt x="36" y="93"/>
                </a:cubicBezTo>
                <a:cubicBezTo>
                  <a:pt x="14" y="115"/>
                  <a:pt x="14" y="115"/>
                  <a:pt x="14" y="115"/>
                </a:cubicBezTo>
                <a:cubicBezTo>
                  <a:pt x="0" y="100"/>
                  <a:pt x="0" y="100"/>
                  <a:pt x="0" y="100"/>
                </a:cubicBezTo>
                <a:lnTo>
                  <a:pt x="21" y="7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6" name="Freeform 113"/>
          <p:cNvSpPr>
            <a:spLocks noEditPoints="1"/>
          </p:cNvSpPr>
          <p:nvPr/>
        </p:nvSpPr>
        <p:spPr bwMode="auto">
          <a:xfrm>
            <a:off x="9727858" y="5032890"/>
            <a:ext cx="202301" cy="234553"/>
          </a:xfrm>
          <a:custGeom>
            <a:avLst/>
            <a:gdLst>
              <a:gd name="T0" fmla="*/ 55 w 85"/>
              <a:gd name="T1" fmla="*/ 14 h 98"/>
              <a:gd name="T2" fmla="*/ 55 w 85"/>
              <a:gd name="T3" fmla="*/ 27 h 98"/>
              <a:gd name="T4" fmla="*/ 64 w 85"/>
              <a:gd name="T5" fmla="*/ 33 h 98"/>
              <a:gd name="T6" fmla="*/ 73 w 85"/>
              <a:gd name="T7" fmla="*/ 55 h 98"/>
              <a:gd name="T8" fmla="*/ 64 w 85"/>
              <a:gd name="T9" fmla="*/ 77 h 98"/>
              <a:gd name="T10" fmla="*/ 43 w 85"/>
              <a:gd name="T11" fmla="*/ 86 h 98"/>
              <a:gd name="T12" fmla="*/ 21 w 85"/>
              <a:gd name="T13" fmla="*/ 77 h 98"/>
              <a:gd name="T14" fmla="*/ 12 w 85"/>
              <a:gd name="T15" fmla="*/ 55 h 98"/>
              <a:gd name="T16" fmla="*/ 21 w 85"/>
              <a:gd name="T17" fmla="*/ 33 h 98"/>
              <a:gd name="T18" fmla="*/ 30 w 85"/>
              <a:gd name="T19" fmla="*/ 27 h 98"/>
              <a:gd name="T20" fmla="*/ 30 w 85"/>
              <a:gd name="T21" fmla="*/ 14 h 98"/>
              <a:gd name="T22" fmla="*/ 0 w 85"/>
              <a:gd name="T23" fmla="*/ 55 h 98"/>
              <a:gd name="T24" fmla="*/ 43 w 85"/>
              <a:gd name="T25" fmla="*/ 98 h 98"/>
              <a:gd name="T26" fmla="*/ 85 w 85"/>
              <a:gd name="T27" fmla="*/ 55 h 98"/>
              <a:gd name="T28" fmla="*/ 55 w 85"/>
              <a:gd name="T29" fmla="*/ 14 h 98"/>
              <a:gd name="T30" fmla="*/ 37 w 85"/>
              <a:gd name="T31" fmla="*/ 0 h 98"/>
              <a:gd name="T32" fmla="*/ 49 w 85"/>
              <a:gd name="T33" fmla="*/ 0 h 98"/>
              <a:gd name="T34" fmla="*/ 49 w 85"/>
              <a:gd name="T35" fmla="*/ 49 h 98"/>
              <a:gd name="T36" fmla="*/ 37 w 85"/>
              <a:gd name="T37" fmla="*/ 49 h 98"/>
              <a:gd name="T38" fmla="*/ 37 w 85"/>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5" h="98">
                <a:moveTo>
                  <a:pt x="55" y="14"/>
                </a:moveTo>
                <a:cubicBezTo>
                  <a:pt x="55" y="27"/>
                  <a:pt x="55" y="27"/>
                  <a:pt x="55" y="27"/>
                </a:cubicBezTo>
                <a:cubicBezTo>
                  <a:pt x="58" y="29"/>
                  <a:pt x="62" y="31"/>
                  <a:pt x="64" y="33"/>
                </a:cubicBezTo>
                <a:cubicBezTo>
                  <a:pt x="70" y="39"/>
                  <a:pt x="73" y="47"/>
                  <a:pt x="73" y="55"/>
                </a:cubicBezTo>
                <a:cubicBezTo>
                  <a:pt x="73" y="63"/>
                  <a:pt x="70" y="71"/>
                  <a:pt x="64" y="77"/>
                </a:cubicBezTo>
                <a:cubicBezTo>
                  <a:pt x="58" y="82"/>
                  <a:pt x="51" y="86"/>
                  <a:pt x="43" y="86"/>
                </a:cubicBezTo>
                <a:cubicBezTo>
                  <a:pt x="34" y="86"/>
                  <a:pt x="27" y="82"/>
                  <a:pt x="21" y="77"/>
                </a:cubicBezTo>
                <a:cubicBezTo>
                  <a:pt x="15" y="71"/>
                  <a:pt x="12" y="63"/>
                  <a:pt x="12" y="55"/>
                </a:cubicBezTo>
                <a:cubicBezTo>
                  <a:pt x="12" y="47"/>
                  <a:pt x="15" y="39"/>
                  <a:pt x="21" y="33"/>
                </a:cubicBezTo>
                <a:cubicBezTo>
                  <a:pt x="24" y="31"/>
                  <a:pt x="27" y="29"/>
                  <a:pt x="30" y="27"/>
                </a:cubicBezTo>
                <a:cubicBezTo>
                  <a:pt x="30" y="14"/>
                  <a:pt x="30" y="14"/>
                  <a:pt x="30" y="14"/>
                </a:cubicBezTo>
                <a:cubicBezTo>
                  <a:pt x="13" y="19"/>
                  <a:pt x="0" y="36"/>
                  <a:pt x="0" y="55"/>
                </a:cubicBezTo>
                <a:cubicBezTo>
                  <a:pt x="0" y="79"/>
                  <a:pt x="19" y="98"/>
                  <a:pt x="43" y="98"/>
                </a:cubicBezTo>
                <a:cubicBezTo>
                  <a:pt x="66" y="98"/>
                  <a:pt x="85" y="79"/>
                  <a:pt x="85" y="55"/>
                </a:cubicBezTo>
                <a:cubicBezTo>
                  <a:pt x="85"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7" name="Freeform 114"/>
          <p:cNvSpPr/>
          <p:nvPr/>
        </p:nvSpPr>
        <p:spPr bwMode="auto">
          <a:xfrm>
            <a:off x="9751313" y="4481691"/>
            <a:ext cx="109947" cy="192039"/>
          </a:xfrm>
          <a:custGeom>
            <a:avLst/>
            <a:gdLst>
              <a:gd name="T0" fmla="*/ 0 w 75"/>
              <a:gd name="T1" fmla="*/ 131 h 131"/>
              <a:gd name="T2" fmla="*/ 0 w 75"/>
              <a:gd name="T3" fmla="*/ 0 h 131"/>
              <a:gd name="T4" fmla="*/ 21 w 75"/>
              <a:gd name="T5" fmla="*/ 0 h 131"/>
              <a:gd name="T6" fmla="*/ 21 w 75"/>
              <a:gd name="T7" fmla="*/ 59 h 131"/>
              <a:gd name="T8" fmla="*/ 75 w 75"/>
              <a:gd name="T9" fmla="*/ 5 h 131"/>
              <a:gd name="T10" fmla="*/ 75 w 75"/>
              <a:gd name="T11" fmla="*/ 125 h 131"/>
              <a:gd name="T12" fmla="*/ 21 w 75"/>
              <a:gd name="T13" fmla="*/ 71 h 131"/>
              <a:gd name="T14" fmla="*/ 21 w 75"/>
              <a:gd name="T15" fmla="*/ 131 h 131"/>
              <a:gd name="T16" fmla="*/ 0 w 75"/>
              <a:gd name="T17"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131">
                <a:moveTo>
                  <a:pt x="0" y="131"/>
                </a:moveTo>
                <a:lnTo>
                  <a:pt x="0" y="0"/>
                </a:lnTo>
                <a:lnTo>
                  <a:pt x="21" y="0"/>
                </a:lnTo>
                <a:lnTo>
                  <a:pt x="21" y="59"/>
                </a:lnTo>
                <a:lnTo>
                  <a:pt x="75" y="5"/>
                </a:lnTo>
                <a:lnTo>
                  <a:pt x="75" y="125"/>
                </a:lnTo>
                <a:lnTo>
                  <a:pt x="21" y="71"/>
                </a:lnTo>
                <a:lnTo>
                  <a:pt x="21" y="131"/>
                </a:lnTo>
                <a:lnTo>
                  <a:pt x="0" y="13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8" name="Freeform 115"/>
          <p:cNvSpPr>
            <a:spLocks noEditPoints="1"/>
          </p:cNvSpPr>
          <p:nvPr/>
        </p:nvSpPr>
        <p:spPr bwMode="auto">
          <a:xfrm>
            <a:off x="9682412" y="3741385"/>
            <a:ext cx="209632" cy="187642"/>
          </a:xfrm>
          <a:custGeom>
            <a:avLst/>
            <a:gdLst>
              <a:gd name="T0" fmla="*/ 22 w 88"/>
              <a:gd name="T1" fmla="*/ 0 h 78"/>
              <a:gd name="T2" fmla="*/ 66 w 88"/>
              <a:gd name="T3" fmla="*/ 0 h 78"/>
              <a:gd name="T4" fmla="*/ 66 w 88"/>
              <a:gd name="T5" fmla="*/ 11 h 78"/>
              <a:gd name="T6" fmla="*/ 22 w 88"/>
              <a:gd name="T7" fmla="*/ 11 h 78"/>
              <a:gd name="T8" fmla="*/ 22 w 88"/>
              <a:gd name="T9" fmla="*/ 0 h 78"/>
              <a:gd name="T10" fmla="*/ 83 w 88"/>
              <a:gd name="T11" fmla="*/ 17 h 78"/>
              <a:gd name="T12" fmla="*/ 5 w 88"/>
              <a:gd name="T13" fmla="*/ 17 h 78"/>
              <a:gd name="T14" fmla="*/ 0 w 88"/>
              <a:gd name="T15" fmla="*/ 22 h 78"/>
              <a:gd name="T16" fmla="*/ 0 w 88"/>
              <a:gd name="T17" fmla="*/ 50 h 78"/>
              <a:gd name="T18" fmla="*/ 5 w 88"/>
              <a:gd name="T19" fmla="*/ 56 h 78"/>
              <a:gd name="T20" fmla="*/ 22 w 88"/>
              <a:gd name="T21" fmla="*/ 56 h 78"/>
              <a:gd name="T22" fmla="*/ 22 w 88"/>
              <a:gd name="T23" fmla="*/ 78 h 78"/>
              <a:gd name="T24" fmla="*/ 66 w 88"/>
              <a:gd name="T25" fmla="*/ 78 h 78"/>
              <a:gd name="T26" fmla="*/ 66 w 88"/>
              <a:gd name="T27" fmla="*/ 56 h 78"/>
              <a:gd name="T28" fmla="*/ 83 w 88"/>
              <a:gd name="T29" fmla="*/ 56 h 78"/>
              <a:gd name="T30" fmla="*/ 88 w 88"/>
              <a:gd name="T31" fmla="*/ 50 h 78"/>
              <a:gd name="T32" fmla="*/ 88 w 88"/>
              <a:gd name="T33" fmla="*/ 22 h 78"/>
              <a:gd name="T34" fmla="*/ 83 w 88"/>
              <a:gd name="T35" fmla="*/ 17 h 78"/>
              <a:gd name="T36" fmla="*/ 60 w 88"/>
              <a:gd name="T37" fmla="*/ 72 h 78"/>
              <a:gd name="T38" fmla="*/ 27 w 88"/>
              <a:gd name="T39" fmla="*/ 72 h 78"/>
              <a:gd name="T40" fmla="*/ 27 w 88"/>
              <a:gd name="T41" fmla="*/ 45 h 78"/>
              <a:gd name="T42" fmla="*/ 60 w 88"/>
              <a:gd name="T43" fmla="*/ 45 h 78"/>
              <a:gd name="T44" fmla="*/ 60 w 88"/>
              <a:gd name="T45" fmla="*/ 72 h 78"/>
              <a:gd name="T46" fmla="*/ 84 w 88"/>
              <a:gd name="T47" fmla="*/ 25 h 78"/>
              <a:gd name="T48" fmla="*/ 80 w 88"/>
              <a:gd name="T49" fmla="*/ 29 h 78"/>
              <a:gd name="T50" fmla="*/ 76 w 88"/>
              <a:gd name="T51" fmla="*/ 25 h 78"/>
              <a:gd name="T52" fmla="*/ 80 w 88"/>
              <a:gd name="T53" fmla="*/ 21 h 78"/>
              <a:gd name="T54" fmla="*/ 84 w 88"/>
              <a:gd name="T55" fmla="*/ 2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88" h="78">
                <a:moveTo>
                  <a:pt x="22" y="0"/>
                </a:moveTo>
                <a:cubicBezTo>
                  <a:pt x="66" y="0"/>
                  <a:pt x="66" y="0"/>
                  <a:pt x="66" y="0"/>
                </a:cubicBezTo>
                <a:cubicBezTo>
                  <a:pt x="66" y="11"/>
                  <a:pt x="66" y="11"/>
                  <a:pt x="66" y="11"/>
                </a:cubicBezTo>
                <a:cubicBezTo>
                  <a:pt x="22" y="11"/>
                  <a:pt x="22" y="11"/>
                  <a:pt x="22" y="11"/>
                </a:cubicBezTo>
                <a:lnTo>
                  <a:pt x="22" y="0"/>
                </a:lnTo>
                <a:close/>
                <a:moveTo>
                  <a:pt x="83" y="17"/>
                </a:moveTo>
                <a:cubicBezTo>
                  <a:pt x="5" y="17"/>
                  <a:pt x="5" y="17"/>
                  <a:pt x="5" y="17"/>
                </a:cubicBezTo>
                <a:cubicBezTo>
                  <a:pt x="2" y="17"/>
                  <a:pt x="0" y="19"/>
                  <a:pt x="0" y="22"/>
                </a:cubicBezTo>
                <a:cubicBezTo>
                  <a:pt x="0" y="50"/>
                  <a:pt x="0" y="50"/>
                  <a:pt x="0" y="50"/>
                </a:cubicBezTo>
                <a:cubicBezTo>
                  <a:pt x="0" y="53"/>
                  <a:pt x="2" y="56"/>
                  <a:pt x="5" y="56"/>
                </a:cubicBezTo>
                <a:cubicBezTo>
                  <a:pt x="22" y="56"/>
                  <a:pt x="22" y="56"/>
                  <a:pt x="22" y="56"/>
                </a:cubicBezTo>
                <a:cubicBezTo>
                  <a:pt x="22" y="78"/>
                  <a:pt x="22" y="78"/>
                  <a:pt x="22" y="78"/>
                </a:cubicBezTo>
                <a:cubicBezTo>
                  <a:pt x="66" y="78"/>
                  <a:pt x="66" y="78"/>
                  <a:pt x="66" y="78"/>
                </a:cubicBezTo>
                <a:cubicBezTo>
                  <a:pt x="66" y="56"/>
                  <a:pt x="66" y="56"/>
                  <a:pt x="66" y="56"/>
                </a:cubicBezTo>
                <a:cubicBezTo>
                  <a:pt x="83" y="56"/>
                  <a:pt x="83" y="56"/>
                  <a:pt x="83" y="56"/>
                </a:cubicBezTo>
                <a:cubicBezTo>
                  <a:pt x="86" y="56"/>
                  <a:pt x="88" y="53"/>
                  <a:pt x="88" y="50"/>
                </a:cubicBezTo>
                <a:cubicBezTo>
                  <a:pt x="88" y="22"/>
                  <a:pt x="88" y="22"/>
                  <a:pt x="88" y="22"/>
                </a:cubicBezTo>
                <a:cubicBezTo>
                  <a:pt x="88" y="19"/>
                  <a:pt x="86" y="17"/>
                  <a:pt x="83" y="17"/>
                </a:cubicBezTo>
                <a:close/>
                <a:moveTo>
                  <a:pt x="60" y="72"/>
                </a:moveTo>
                <a:cubicBezTo>
                  <a:pt x="27" y="72"/>
                  <a:pt x="27" y="72"/>
                  <a:pt x="27" y="72"/>
                </a:cubicBezTo>
                <a:cubicBezTo>
                  <a:pt x="27" y="45"/>
                  <a:pt x="27" y="45"/>
                  <a:pt x="27" y="45"/>
                </a:cubicBezTo>
                <a:cubicBezTo>
                  <a:pt x="60" y="45"/>
                  <a:pt x="60" y="45"/>
                  <a:pt x="60" y="45"/>
                </a:cubicBezTo>
                <a:lnTo>
                  <a:pt x="60" y="72"/>
                </a:lnTo>
                <a:close/>
                <a:moveTo>
                  <a:pt x="84" y="25"/>
                </a:moveTo>
                <a:cubicBezTo>
                  <a:pt x="84" y="27"/>
                  <a:pt x="82" y="29"/>
                  <a:pt x="80" y="29"/>
                </a:cubicBezTo>
                <a:cubicBezTo>
                  <a:pt x="78" y="29"/>
                  <a:pt x="76" y="27"/>
                  <a:pt x="76" y="25"/>
                </a:cubicBezTo>
                <a:cubicBezTo>
                  <a:pt x="76" y="23"/>
                  <a:pt x="78" y="21"/>
                  <a:pt x="80" y="21"/>
                </a:cubicBezTo>
                <a:cubicBezTo>
                  <a:pt x="82" y="21"/>
                  <a:pt x="84" y="23"/>
                  <a:pt x="84" y="2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9" name="Freeform 116"/>
          <p:cNvSpPr>
            <a:spLocks noEditPoints="1"/>
          </p:cNvSpPr>
          <p:nvPr/>
        </p:nvSpPr>
        <p:spPr bwMode="auto">
          <a:xfrm>
            <a:off x="9688277" y="3967142"/>
            <a:ext cx="183245" cy="193505"/>
          </a:xfrm>
          <a:custGeom>
            <a:avLst/>
            <a:gdLst>
              <a:gd name="T0" fmla="*/ 69 w 76"/>
              <a:gd name="T1" fmla="*/ 0 h 81"/>
              <a:gd name="T2" fmla="*/ 8 w 76"/>
              <a:gd name="T3" fmla="*/ 0 h 81"/>
              <a:gd name="T4" fmla="*/ 0 w 76"/>
              <a:gd name="T5" fmla="*/ 7 h 81"/>
              <a:gd name="T6" fmla="*/ 0 w 76"/>
              <a:gd name="T7" fmla="*/ 73 h 81"/>
              <a:gd name="T8" fmla="*/ 8 w 76"/>
              <a:gd name="T9" fmla="*/ 81 h 81"/>
              <a:gd name="T10" fmla="*/ 69 w 76"/>
              <a:gd name="T11" fmla="*/ 81 h 81"/>
              <a:gd name="T12" fmla="*/ 76 w 76"/>
              <a:gd name="T13" fmla="*/ 73 h 81"/>
              <a:gd name="T14" fmla="*/ 76 w 76"/>
              <a:gd name="T15" fmla="*/ 7 h 81"/>
              <a:gd name="T16" fmla="*/ 69 w 76"/>
              <a:gd name="T17" fmla="*/ 0 h 81"/>
              <a:gd name="T18" fmla="*/ 66 w 76"/>
              <a:gd name="T19" fmla="*/ 71 h 81"/>
              <a:gd name="T20" fmla="*/ 11 w 76"/>
              <a:gd name="T21" fmla="*/ 71 h 81"/>
              <a:gd name="T22" fmla="*/ 11 w 76"/>
              <a:gd name="T23" fmla="*/ 10 h 81"/>
              <a:gd name="T24" fmla="*/ 66 w 76"/>
              <a:gd name="T25" fmla="*/ 10 h 81"/>
              <a:gd name="T26" fmla="*/ 66 w 76"/>
              <a:gd name="T27" fmla="*/ 71 h 81"/>
              <a:gd name="T28" fmla="*/ 21 w 76"/>
              <a:gd name="T29" fmla="*/ 45 h 81"/>
              <a:gd name="T30" fmla="*/ 56 w 76"/>
              <a:gd name="T31" fmla="*/ 45 h 81"/>
              <a:gd name="T32" fmla="*/ 56 w 76"/>
              <a:gd name="T33" fmla="*/ 50 h 81"/>
              <a:gd name="T34" fmla="*/ 21 w 76"/>
              <a:gd name="T35" fmla="*/ 50 h 81"/>
              <a:gd name="T36" fmla="*/ 21 w 76"/>
              <a:gd name="T37" fmla="*/ 45 h 81"/>
              <a:gd name="T38" fmla="*/ 21 w 76"/>
              <a:gd name="T39" fmla="*/ 55 h 81"/>
              <a:gd name="T40" fmla="*/ 56 w 76"/>
              <a:gd name="T41" fmla="*/ 55 h 81"/>
              <a:gd name="T42" fmla="*/ 56 w 76"/>
              <a:gd name="T43" fmla="*/ 60 h 81"/>
              <a:gd name="T44" fmla="*/ 21 w 76"/>
              <a:gd name="T45" fmla="*/ 60 h 81"/>
              <a:gd name="T46" fmla="*/ 21 w 76"/>
              <a:gd name="T47" fmla="*/ 55 h 81"/>
              <a:gd name="T48" fmla="*/ 26 w 76"/>
              <a:gd name="T49" fmla="*/ 23 h 81"/>
              <a:gd name="T50" fmla="*/ 33 w 76"/>
              <a:gd name="T51" fmla="*/ 30 h 81"/>
              <a:gd name="T52" fmla="*/ 41 w 76"/>
              <a:gd name="T53" fmla="*/ 23 h 81"/>
              <a:gd name="T54" fmla="*/ 33 w 76"/>
              <a:gd name="T55" fmla="*/ 15 h 81"/>
              <a:gd name="T56" fmla="*/ 26 w 76"/>
              <a:gd name="T57" fmla="*/ 23 h 81"/>
              <a:gd name="T58" fmla="*/ 38 w 76"/>
              <a:gd name="T59" fmla="*/ 30 h 81"/>
              <a:gd name="T60" fmla="*/ 28 w 76"/>
              <a:gd name="T61" fmla="*/ 30 h 81"/>
              <a:gd name="T62" fmla="*/ 21 w 76"/>
              <a:gd name="T63" fmla="*/ 35 h 81"/>
              <a:gd name="T64" fmla="*/ 21 w 76"/>
              <a:gd name="T65" fmla="*/ 40 h 81"/>
              <a:gd name="T66" fmla="*/ 46 w 76"/>
              <a:gd name="T67" fmla="*/ 40 h 81"/>
              <a:gd name="T68" fmla="*/ 46 w 76"/>
              <a:gd name="T69" fmla="*/ 35 h 81"/>
              <a:gd name="T70" fmla="*/ 38 w 76"/>
              <a:gd name="T71" fmla="*/ 3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6" h="81">
                <a:moveTo>
                  <a:pt x="69" y="0"/>
                </a:moveTo>
                <a:cubicBezTo>
                  <a:pt x="8" y="0"/>
                  <a:pt x="8" y="0"/>
                  <a:pt x="8" y="0"/>
                </a:cubicBezTo>
                <a:cubicBezTo>
                  <a:pt x="4" y="0"/>
                  <a:pt x="0" y="3"/>
                  <a:pt x="0" y="7"/>
                </a:cubicBezTo>
                <a:cubicBezTo>
                  <a:pt x="0" y="73"/>
                  <a:pt x="0" y="73"/>
                  <a:pt x="0" y="73"/>
                </a:cubicBezTo>
                <a:cubicBezTo>
                  <a:pt x="0" y="77"/>
                  <a:pt x="4" y="81"/>
                  <a:pt x="8" y="81"/>
                </a:cubicBezTo>
                <a:cubicBezTo>
                  <a:pt x="69" y="81"/>
                  <a:pt x="69" y="81"/>
                  <a:pt x="69" y="81"/>
                </a:cubicBezTo>
                <a:cubicBezTo>
                  <a:pt x="73" y="81"/>
                  <a:pt x="76" y="77"/>
                  <a:pt x="76" y="73"/>
                </a:cubicBezTo>
                <a:cubicBezTo>
                  <a:pt x="76" y="7"/>
                  <a:pt x="76" y="7"/>
                  <a:pt x="76" y="7"/>
                </a:cubicBezTo>
                <a:cubicBezTo>
                  <a:pt x="76" y="3"/>
                  <a:pt x="73" y="0"/>
                  <a:pt x="69" y="0"/>
                </a:cubicBezTo>
                <a:close/>
                <a:moveTo>
                  <a:pt x="66" y="71"/>
                </a:moveTo>
                <a:cubicBezTo>
                  <a:pt x="11" y="71"/>
                  <a:pt x="11" y="71"/>
                  <a:pt x="11" y="71"/>
                </a:cubicBezTo>
                <a:cubicBezTo>
                  <a:pt x="11" y="10"/>
                  <a:pt x="11" y="10"/>
                  <a:pt x="11" y="10"/>
                </a:cubicBezTo>
                <a:cubicBezTo>
                  <a:pt x="66" y="10"/>
                  <a:pt x="66" y="10"/>
                  <a:pt x="66" y="10"/>
                </a:cubicBezTo>
                <a:lnTo>
                  <a:pt x="66" y="71"/>
                </a:lnTo>
                <a:close/>
                <a:moveTo>
                  <a:pt x="21" y="45"/>
                </a:moveTo>
                <a:cubicBezTo>
                  <a:pt x="56" y="45"/>
                  <a:pt x="56" y="45"/>
                  <a:pt x="56" y="45"/>
                </a:cubicBezTo>
                <a:cubicBezTo>
                  <a:pt x="56" y="50"/>
                  <a:pt x="56" y="50"/>
                  <a:pt x="56" y="50"/>
                </a:cubicBezTo>
                <a:cubicBezTo>
                  <a:pt x="21" y="50"/>
                  <a:pt x="21" y="50"/>
                  <a:pt x="21" y="50"/>
                </a:cubicBezTo>
                <a:lnTo>
                  <a:pt x="21" y="45"/>
                </a:lnTo>
                <a:close/>
                <a:moveTo>
                  <a:pt x="21" y="55"/>
                </a:moveTo>
                <a:cubicBezTo>
                  <a:pt x="56" y="55"/>
                  <a:pt x="56" y="55"/>
                  <a:pt x="56" y="55"/>
                </a:cubicBezTo>
                <a:cubicBezTo>
                  <a:pt x="56" y="60"/>
                  <a:pt x="56" y="60"/>
                  <a:pt x="56" y="60"/>
                </a:cubicBezTo>
                <a:cubicBezTo>
                  <a:pt x="21" y="60"/>
                  <a:pt x="21" y="60"/>
                  <a:pt x="21" y="60"/>
                </a:cubicBezTo>
                <a:lnTo>
                  <a:pt x="21" y="55"/>
                </a:lnTo>
                <a:close/>
                <a:moveTo>
                  <a:pt x="26" y="23"/>
                </a:moveTo>
                <a:cubicBezTo>
                  <a:pt x="26" y="27"/>
                  <a:pt x="29" y="30"/>
                  <a:pt x="33" y="30"/>
                </a:cubicBezTo>
                <a:cubicBezTo>
                  <a:pt x="37" y="30"/>
                  <a:pt x="41" y="27"/>
                  <a:pt x="41" y="23"/>
                </a:cubicBezTo>
                <a:cubicBezTo>
                  <a:pt x="41" y="18"/>
                  <a:pt x="37" y="15"/>
                  <a:pt x="33" y="15"/>
                </a:cubicBezTo>
                <a:cubicBezTo>
                  <a:pt x="29" y="15"/>
                  <a:pt x="26" y="18"/>
                  <a:pt x="26" y="23"/>
                </a:cubicBezTo>
                <a:close/>
                <a:moveTo>
                  <a:pt x="38" y="30"/>
                </a:moveTo>
                <a:cubicBezTo>
                  <a:pt x="28" y="30"/>
                  <a:pt x="28" y="30"/>
                  <a:pt x="28" y="30"/>
                </a:cubicBezTo>
                <a:cubicBezTo>
                  <a:pt x="24" y="30"/>
                  <a:pt x="21" y="32"/>
                  <a:pt x="21" y="35"/>
                </a:cubicBezTo>
                <a:cubicBezTo>
                  <a:pt x="21" y="40"/>
                  <a:pt x="21" y="40"/>
                  <a:pt x="21" y="40"/>
                </a:cubicBezTo>
                <a:cubicBezTo>
                  <a:pt x="46" y="40"/>
                  <a:pt x="46" y="40"/>
                  <a:pt x="46" y="40"/>
                </a:cubicBezTo>
                <a:cubicBezTo>
                  <a:pt x="46" y="35"/>
                  <a:pt x="46" y="35"/>
                  <a:pt x="46" y="35"/>
                </a:cubicBezTo>
                <a:cubicBezTo>
                  <a:pt x="46" y="32"/>
                  <a:pt x="42" y="30"/>
                  <a:pt x="38" y="3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0" name="Freeform 117"/>
          <p:cNvSpPr>
            <a:spLocks noEditPoints="1"/>
          </p:cNvSpPr>
          <p:nvPr/>
        </p:nvSpPr>
        <p:spPr bwMode="auto">
          <a:xfrm>
            <a:off x="9852464" y="3294270"/>
            <a:ext cx="186176" cy="186175"/>
          </a:xfrm>
          <a:custGeom>
            <a:avLst/>
            <a:gdLst>
              <a:gd name="T0" fmla="*/ 67 w 127"/>
              <a:gd name="T1" fmla="*/ 0 h 127"/>
              <a:gd name="T2" fmla="*/ 55 w 127"/>
              <a:gd name="T3" fmla="*/ 11 h 127"/>
              <a:gd name="T4" fmla="*/ 67 w 127"/>
              <a:gd name="T5" fmla="*/ 24 h 127"/>
              <a:gd name="T6" fmla="*/ 39 w 127"/>
              <a:gd name="T7" fmla="*/ 55 h 127"/>
              <a:gd name="T8" fmla="*/ 11 w 127"/>
              <a:gd name="T9" fmla="*/ 55 h 127"/>
              <a:gd name="T10" fmla="*/ 34 w 127"/>
              <a:gd name="T11" fmla="*/ 77 h 127"/>
              <a:gd name="T12" fmla="*/ 0 w 127"/>
              <a:gd name="T13" fmla="*/ 122 h 127"/>
              <a:gd name="T14" fmla="*/ 0 w 127"/>
              <a:gd name="T15" fmla="*/ 127 h 127"/>
              <a:gd name="T16" fmla="*/ 4 w 127"/>
              <a:gd name="T17" fmla="*/ 127 h 127"/>
              <a:gd name="T18" fmla="*/ 49 w 127"/>
              <a:gd name="T19" fmla="*/ 93 h 127"/>
              <a:gd name="T20" fmla="*/ 71 w 127"/>
              <a:gd name="T21" fmla="*/ 114 h 127"/>
              <a:gd name="T22" fmla="*/ 71 w 127"/>
              <a:gd name="T23" fmla="*/ 86 h 127"/>
              <a:gd name="T24" fmla="*/ 102 w 127"/>
              <a:gd name="T25" fmla="*/ 59 h 127"/>
              <a:gd name="T26" fmla="*/ 114 w 127"/>
              <a:gd name="T27" fmla="*/ 72 h 127"/>
              <a:gd name="T28" fmla="*/ 127 w 127"/>
              <a:gd name="T29" fmla="*/ 59 h 127"/>
              <a:gd name="T30" fmla="*/ 67 w 127"/>
              <a:gd name="T31" fmla="*/ 0 h 127"/>
              <a:gd name="T32" fmla="*/ 55 w 127"/>
              <a:gd name="T33" fmla="*/ 67 h 127"/>
              <a:gd name="T34" fmla="*/ 47 w 127"/>
              <a:gd name="T35" fmla="*/ 59 h 127"/>
              <a:gd name="T36" fmla="*/ 75 w 127"/>
              <a:gd name="T37" fmla="*/ 31 h 127"/>
              <a:gd name="T38" fmla="*/ 83 w 127"/>
              <a:gd name="T39" fmla="*/ 39 h 127"/>
              <a:gd name="T40" fmla="*/ 55 w 127"/>
              <a:gd name="T41" fmla="*/ 6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7">
                <a:moveTo>
                  <a:pt x="67" y="0"/>
                </a:moveTo>
                <a:lnTo>
                  <a:pt x="55" y="11"/>
                </a:lnTo>
                <a:lnTo>
                  <a:pt x="67" y="24"/>
                </a:lnTo>
                <a:lnTo>
                  <a:pt x="39" y="55"/>
                </a:lnTo>
                <a:lnTo>
                  <a:pt x="11" y="55"/>
                </a:lnTo>
                <a:lnTo>
                  <a:pt x="34" y="77"/>
                </a:lnTo>
                <a:lnTo>
                  <a:pt x="0" y="122"/>
                </a:lnTo>
                <a:lnTo>
                  <a:pt x="0" y="127"/>
                </a:lnTo>
                <a:lnTo>
                  <a:pt x="4" y="127"/>
                </a:lnTo>
                <a:lnTo>
                  <a:pt x="49" y="93"/>
                </a:lnTo>
                <a:lnTo>
                  <a:pt x="71" y="114"/>
                </a:lnTo>
                <a:lnTo>
                  <a:pt x="71" y="86"/>
                </a:lnTo>
                <a:lnTo>
                  <a:pt x="102" y="59"/>
                </a:lnTo>
                <a:lnTo>
                  <a:pt x="114" y="72"/>
                </a:lnTo>
                <a:lnTo>
                  <a:pt x="127" y="59"/>
                </a:lnTo>
                <a:lnTo>
                  <a:pt x="67" y="0"/>
                </a:lnTo>
                <a:close/>
                <a:moveTo>
                  <a:pt x="55" y="67"/>
                </a:moveTo>
                <a:lnTo>
                  <a:pt x="47" y="59"/>
                </a:lnTo>
                <a:lnTo>
                  <a:pt x="75" y="31"/>
                </a:lnTo>
                <a:lnTo>
                  <a:pt x="83" y="39"/>
                </a:lnTo>
                <a:lnTo>
                  <a:pt x="55" y="6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1" name="Freeform 118"/>
          <p:cNvSpPr>
            <a:spLocks noEditPoints="1"/>
          </p:cNvSpPr>
          <p:nvPr/>
        </p:nvSpPr>
        <p:spPr bwMode="auto">
          <a:xfrm>
            <a:off x="9770371" y="2779720"/>
            <a:ext cx="184710" cy="124606"/>
          </a:xfrm>
          <a:custGeom>
            <a:avLst/>
            <a:gdLst>
              <a:gd name="T0" fmla="*/ 17 w 77"/>
              <a:gd name="T1" fmla="*/ 19 h 52"/>
              <a:gd name="T2" fmla="*/ 34 w 77"/>
              <a:gd name="T3" fmla="*/ 36 h 52"/>
              <a:gd name="T4" fmla="*/ 17 w 77"/>
              <a:gd name="T5" fmla="*/ 52 h 52"/>
              <a:gd name="T6" fmla="*/ 0 w 77"/>
              <a:gd name="T7" fmla="*/ 36 h 52"/>
              <a:gd name="T8" fmla="*/ 0 w 77"/>
              <a:gd name="T9" fmla="*/ 33 h 52"/>
              <a:gd name="T10" fmla="*/ 34 w 77"/>
              <a:gd name="T11" fmla="*/ 0 h 52"/>
              <a:gd name="T12" fmla="*/ 34 w 77"/>
              <a:gd name="T13" fmla="*/ 9 h 52"/>
              <a:gd name="T14" fmla="*/ 17 w 77"/>
              <a:gd name="T15" fmla="*/ 16 h 52"/>
              <a:gd name="T16" fmla="*/ 14 w 77"/>
              <a:gd name="T17" fmla="*/ 19 h 52"/>
              <a:gd name="T18" fmla="*/ 17 w 77"/>
              <a:gd name="T19" fmla="*/ 19 h 52"/>
              <a:gd name="T20" fmla="*/ 60 w 77"/>
              <a:gd name="T21" fmla="*/ 19 h 52"/>
              <a:gd name="T22" fmla="*/ 77 w 77"/>
              <a:gd name="T23" fmla="*/ 36 h 52"/>
              <a:gd name="T24" fmla="*/ 60 w 77"/>
              <a:gd name="T25" fmla="*/ 52 h 52"/>
              <a:gd name="T26" fmla="*/ 43 w 77"/>
              <a:gd name="T27" fmla="*/ 36 h 52"/>
              <a:gd name="T28" fmla="*/ 43 w 77"/>
              <a:gd name="T29" fmla="*/ 33 h 52"/>
              <a:gd name="T30" fmla="*/ 77 w 77"/>
              <a:gd name="T31" fmla="*/ 0 h 52"/>
              <a:gd name="T32" fmla="*/ 77 w 77"/>
              <a:gd name="T33" fmla="*/ 9 h 52"/>
              <a:gd name="T34" fmla="*/ 60 w 77"/>
              <a:gd name="T35" fmla="*/ 16 h 52"/>
              <a:gd name="T36" fmla="*/ 58 w 77"/>
              <a:gd name="T37" fmla="*/ 19 h 52"/>
              <a:gd name="T38" fmla="*/ 60 w 77"/>
              <a:gd name="T39" fmla="*/ 1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7" h="52">
                <a:moveTo>
                  <a:pt x="17" y="19"/>
                </a:moveTo>
                <a:cubicBezTo>
                  <a:pt x="26" y="19"/>
                  <a:pt x="34" y="26"/>
                  <a:pt x="34" y="36"/>
                </a:cubicBezTo>
                <a:cubicBezTo>
                  <a:pt x="34" y="45"/>
                  <a:pt x="26" y="52"/>
                  <a:pt x="17" y="52"/>
                </a:cubicBezTo>
                <a:cubicBezTo>
                  <a:pt x="8" y="52"/>
                  <a:pt x="0" y="45"/>
                  <a:pt x="0" y="36"/>
                </a:cubicBezTo>
                <a:cubicBezTo>
                  <a:pt x="0" y="33"/>
                  <a:pt x="0" y="33"/>
                  <a:pt x="0" y="33"/>
                </a:cubicBezTo>
                <a:cubicBezTo>
                  <a:pt x="0" y="15"/>
                  <a:pt x="15" y="0"/>
                  <a:pt x="34" y="0"/>
                </a:cubicBezTo>
                <a:cubicBezTo>
                  <a:pt x="34" y="9"/>
                  <a:pt x="34" y="9"/>
                  <a:pt x="34" y="9"/>
                </a:cubicBezTo>
                <a:cubicBezTo>
                  <a:pt x="27" y="9"/>
                  <a:pt x="21" y="12"/>
                  <a:pt x="17" y="16"/>
                </a:cubicBezTo>
                <a:cubicBezTo>
                  <a:pt x="16" y="17"/>
                  <a:pt x="15" y="18"/>
                  <a:pt x="14" y="19"/>
                </a:cubicBezTo>
                <a:cubicBezTo>
                  <a:pt x="15" y="19"/>
                  <a:pt x="16" y="19"/>
                  <a:pt x="17" y="19"/>
                </a:cubicBezTo>
                <a:close/>
                <a:moveTo>
                  <a:pt x="60" y="19"/>
                </a:moveTo>
                <a:cubicBezTo>
                  <a:pt x="70" y="19"/>
                  <a:pt x="77" y="26"/>
                  <a:pt x="77" y="36"/>
                </a:cubicBezTo>
                <a:cubicBezTo>
                  <a:pt x="77" y="45"/>
                  <a:pt x="70" y="52"/>
                  <a:pt x="60" y="52"/>
                </a:cubicBezTo>
                <a:cubicBezTo>
                  <a:pt x="51" y="52"/>
                  <a:pt x="43" y="45"/>
                  <a:pt x="43" y="36"/>
                </a:cubicBezTo>
                <a:cubicBezTo>
                  <a:pt x="43" y="33"/>
                  <a:pt x="43" y="33"/>
                  <a:pt x="43" y="33"/>
                </a:cubicBezTo>
                <a:cubicBezTo>
                  <a:pt x="43" y="15"/>
                  <a:pt x="58" y="0"/>
                  <a:pt x="77" y="0"/>
                </a:cubicBezTo>
                <a:cubicBezTo>
                  <a:pt x="77" y="9"/>
                  <a:pt x="77" y="9"/>
                  <a:pt x="77" y="9"/>
                </a:cubicBezTo>
                <a:cubicBezTo>
                  <a:pt x="71" y="9"/>
                  <a:pt x="65" y="12"/>
                  <a:pt x="60" y="16"/>
                </a:cubicBezTo>
                <a:cubicBezTo>
                  <a:pt x="59" y="17"/>
                  <a:pt x="58" y="18"/>
                  <a:pt x="58" y="19"/>
                </a:cubicBezTo>
                <a:cubicBezTo>
                  <a:pt x="58" y="19"/>
                  <a:pt x="59" y="19"/>
                  <a:pt x="60" y="1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2" name="Freeform 119"/>
          <p:cNvSpPr/>
          <p:nvPr/>
        </p:nvSpPr>
        <p:spPr bwMode="auto">
          <a:xfrm>
            <a:off x="9724927" y="3090503"/>
            <a:ext cx="287327" cy="272667"/>
          </a:xfrm>
          <a:custGeom>
            <a:avLst/>
            <a:gdLst>
              <a:gd name="T0" fmla="*/ 78 w 120"/>
              <a:gd name="T1" fmla="*/ 29 h 114"/>
              <a:gd name="T2" fmla="*/ 83 w 120"/>
              <a:gd name="T3" fmla="*/ 0 h 114"/>
              <a:gd name="T4" fmla="*/ 120 w 120"/>
              <a:gd name="T5" fmla="*/ 52 h 114"/>
              <a:gd name="T6" fmla="*/ 68 w 120"/>
              <a:gd name="T7" fmla="*/ 90 h 114"/>
              <a:gd name="T8" fmla="*/ 73 w 120"/>
              <a:gd name="T9" fmla="*/ 60 h 114"/>
              <a:gd name="T10" fmla="*/ 27 w 120"/>
              <a:gd name="T11" fmla="*/ 114 h 114"/>
              <a:gd name="T12" fmla="*/ 78 w 120"/>
              <a:gd name="T13" fmla="*/ 29 h 114"/>
            </a:gdLst>
            <a:ahLst/>
            <a:cxnLst>
              <a:cxn ang="0">
                <a:pos x="T0" y="T1"/>
              </a:cxn>
              <a:cxn ang="0">
                <a:pos x="T2" y="T3"/>
              </a:cxn>
              <a:cxn ang="0">
                <a:pos x="T4" y="T5"/>
              </a:cxn>
              <a:cxn ang="0">
                <a:pos x="T6" y="T7"/>
              </a:cxn>
              <a:cxn ang="0">
                <a:pos x="T8" y="T9"/>
              </a:cxn>
              <a:cxn ang="0">
                <a:pos x="T10" y="T11"/>
              </a:cxn>
              <a:cxn ang="0">
                <a:pos x="T12" y="T13"/>
              </a:cxn>
            </a:cxnLst>
            <a:rect l="0" t="0" r="r" b="b"/>
            <a:pathLst>
              <a:path w="120" h="114">
                <a:moveTo>
                  <a:pt x="78" y="29"/>
                </a:moveTo>
                <a:cubicBezTo>
                  <a:pt x="83" y="0"/>
                  <a:pt x="83" y="0"/>
                  <a:pt x="83" y="0"/>
                </a:cubicBezTo>
                <a:cubicBezTo>
                  <a:pt x="120" y="52"/>
                  <a:pt x="120" y="52"/>
                  <a:pt x="120" y="52"/>
                </a:cubicBezTo>
                <a:cubicBezTo>
                  <a:pt x="68" y="90"/>
                  <a:pt x="68" y="90"/>
                  <a:pt x="68" y="90"/>
                </a:cubicBezTo>
                <a:cubicBezTo>
                  <a:pt x="73" y="60"/>
                  <a:pt x="73" y="60"/>
                  <a:pt x="73" y="60"/>
                </a:cubicBezTo>
                <a:cubicBezTo>
                  <a:pt x="21" y="51"/>
                  <a:pt x="18" y="88"/>
                  <a:pt x="27" y="114"/>
                </a:cubicBezTo>
                <a:cubicBezTo>
                  <a:pt x="0" y="73"/>
                  <a:pt x="16" y="18"/>
                  <a:pt x="78" y="2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3" name="Freeform 120"/>
          <p:cNvSpPr/>
          <p:nvPr/>
        </p:nvSpPr>
        <p:spPr bwMode="auto">
          <a:xfrm>
            <a:off x="9786496" y="2920451"/>
            <a:ext cx="180313" cy="189107"/>
          </a:xfrm>
          <a:custGeom>
            <a:avLst/>
            <a:gdLst>
              <a:gd name="T0" fmla="*/ 59 w 123"/>
              <a:gd name="T1" fmla="*/ 129 h 129"/>
              <a:gd name="T2" fmla="*/ 59 w 123"/>
              <a:gd name="T3" fmla="*/ 72 h 129"/>
              <a:gd name="T4" fmla="*/ 0 w 123"/>
              <a:gd name="T5" fmla="*/ 129 h 129"/>
              <a:gd name="T6" fmla="*/ 0 w 123"/>
              <a:gd name="T7" fmla="*/ 0 h 129"/>
              <a:gd name="T8" fmla="*/ 59 w 123"/>
              <a:gd name="T9" fmla="*/ 59 h 129"/>
              <a:gd name="T10" fmla="*/ 59 w 123"/>
              <a:gd name="T11" fmla="*/ 0 h 129"/>
              <a:gd name="T12" fmla="*/ 123 w 123"/>
              <a:gd name="T13" fmla="*/ 65 h 129"/>
              <a:gd name="T14" fmla="*/ 59 w 123"/>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129">
                <a:moveTo>
                  <a:pt x="59" y="129"/>
                </a:moveTo>
                <a:lnTo>
                  <a:pt x="59" y="72"/>
                </a:lnTo>
                <a:lnTo>
                  <a:pt x="0" y="129"/>
                </a:lnTo>
                <a:lnTo>
                  <a:pt x="0" y="0"/>
                </a:lnTo>
                <a:lnTo>
                  <a:pt x="59" y="59"/>
                </a:lnTo>
                <a:lnTo>
                  <a:pt x="59" y="0"/>
                </a:lnTo>
                <a:lnTo>
                  <a:pt x="123" y="65"/>
                </a:lnTo>
                <a:lnTo>
                  <a:pt x="59" y="1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4" name="Freeform 121"/>
          <p:cNvSpPr/>
          <p:nvPr/>
        </p:nvSpPr>
        <p:spPr bwMode="auto">
          <a:xfrm>
            <a:off x="9603252" y="4211956"/>
            <a:ext cx="227224" cy="227222"/>
          </a:xfrm>
          <a:custGeom>
            <a:avLst/>
            <a:gdLst>
              <a:gd name="T0" fmla="*/ 95 w 95"/>
              <a:gd name="T1" fmla="*/ 35 h 95"/>
              <a:gd name="T2" fmla="*/ 60 w 95"/>
              <a:gd name="T3" fmla="*/ 35 h 95"/>
              <a:gd name="T4" fmla="*/ 73 w 95"/>
              <a:gd name="T5" fmla="*/ 22 h 95"/>
              <a:gd name="T6" fmla="*/ 48 w 95"/>
              <a:gd name="T7" fmla="*/ 12 h 95"/>
              <a:gd name="T8" fmla="*/ 23 w 95"/>
              <a:gd name="T9" fmla="*/ 22 h 95"/>
              <a:gd name="T10" fmla="*/ 12 w 95"/>
              <a:gd name="T11" fmla="*/ 47 h 95"/>
              <a:gd name="T12" fmla="*/ 23 w 95"/>
              <a:gd name="T13" fmla="*/ 72 h 95"/>
              <a:gd name="T14" fmla="*/ 48 w 95"/>
              <a:gd name="T15" fmla="*/ 83 h 95"/>
              <a:gd name="T16" fmla="*/ 73 w 95"/>
              <a:gd name="T17" fmla="*/ 72 h 95"/>
              <a:gd name="T18" fmla="*/ 74 w 95"/>
              <a:gd name="T19" fmla="*/ 71 h 95"/>
              <a:gd name="T20" fmla="*/ 83 w 95"/>
              <a:gd name="T21" fmla="*/ 78 h 95"/>
              <a:gd name="T22" fmla="*/ 48 w 95"/>
              <a:gd name="T23" fmla="*/ 95 h 95"/>
              <a:gd name="T24" fmla="*/ 0 w 95"/>
              <a:gd name="T25" fmla="*/ 47 h 95"/>
              <a:gd name="T26" fmla="*/ 48 w 95"/>
              <a:gd name="T27" fmla="*/ 0 h 95"/>
              <a:gd name="T28" fmla="*/ 81 w 95"/>
              <a:gd name="T29" fmla="*/ 14 h 95"/>
              <a:gd name="T30" fmla="*/ 95 w 95"/>
              <a:gd name="T31" fmla="*/ 0 h 95"/>
              <a:gd name="T32" fmla="*/ 95 w 95"/>
              <a:gd name="T33" fmla="*/ 3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5" h="95">
                <a:moveTo>
                  <a:pt x="95" y="35"/>
                </a:moveTo>
                <a:cubicBezTo>
                  <a:pt x="60" y="35"/>
                  <a:pt x="60" y="35"/>
                  <a:pt x="60" y="35"/>
                </a:cubicBezTo>
                <a:cubicBezTo>
                  <a:pt x="73" y="22"/>
                  <a:pt x="73" y="22"/>
                  <a:pt x="73" y="22"/>
                </a:cubicBezTo>
                <a:cubicBezTo>
                  <a:pt x="66" y="15"/>
                  <a:pt x="57" y="12"/>
                  <a:pt x="48" y="12"/>
                </a:cubicBezTo>
                <a:cubicBezTo>
                  <a:pt x="38" y="12"/>
                  <a:pt x="29" y="15"/>
                  <a:pt x="23" y="22"/>
                </a:cubicBezTo>
                <a:cubicBezTo>
                  <a:pt x="16" y="29"/>
                  <a:pt x="12" y="38"/>
                  <a:pt x="12" y="47"/>
                </a:cubicBezTo>
                <a:cubicBezTo>
                  <a:pt x="12" y="57"/>
                  <a:pt x="16" y="66"/>
                  <a:pt x="23" y="72"/>
                </a:cubicBezTo>
                <a:cubicBezTo>
                  <a:pt x="29" y="79"/>
                  <a:pt x="38" y="83"/>
                  <a:pt x="48" y="83"/>
                </a:cubicBezTo>
                <a:cubicBezTo>
                  <a:pt x="57" y="83"/>
                  <a:pt x="66" y="79"/>
                  <a:pt x="73" y="72"/>
                </a:cubicBezTo>
                <a:cubicBezTo>
                  <a:pt x="73" y="72"/>
                  <a:pt x="74" y="71"/>
                  <a:pt x="74" y="71"/>
                </a:cubicBezTo>
                <a:cubicBezTo>
                  <a:pt x="83" y="78"/>
                  <a:pt x="83" y="78"/>
                  <a:pt x="83" y="78"/>
                </a:cubicBezTo>
                <a:cubicBezTo>
                  <a:pt x="75" y="88"/>
                  <a:pt x="62" y="95"/>
                  <a:pt x="48" y="95"/>
                </a:cubicBezTo>
                <a:cubicBezTo>
                  <a:pt x="22" y="95"/>
                  <a:pt x="0" y="73"/>
                  <a:pt x="0" y="47"/>
                </a:cubicBezTo>
                <a:cubicBezTo>
                  <a:pt x="0" y="21"/>
                  <a:pt x="22" y="0"/>
                  <a:pt x="48" y="0"/>
                </a:cubicBezTo>
                <a:cubicBezTo>
                  <a:pt x="61" y="0"/>
                  <a:pt x="73" y="5"/>
                  <a:pt x="81" y="14"/>
                </a:cubicBezTo>
                <a:cubicBezTo>
                  <a:pt x="95" y="0"/>
                  <a:pt x="95" y="0"/>
                  <a:pt x="95" y="0"/>
                </a:cubicBezTo>
                <a:lnTo>
                  <a:pt x="95" y="3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5" name="Freeform 122"/>
          <p:cNvSpPr>
            <a:spLocks noEditPoints="1"/>
          </p:cNvSpPr>
          <p:nvPr/>
        </p:nvSpPr>
        <p:spPr bwMode="auto">
          <a:xfrm>
            <a:off x="9499170" y="3461388"/>
            <a:ext cx="249212" cy="252144"/>
          </a:xfrm>
          <a:custGeom>
            <a:avLst/>
            <a:gdLst>
              <a:gd name="T0" fmla="*/ 86 w 104"/>
              <a:gd name="T1" fmla="*/ 0 h 105"/>
              <a:gd name="T2" fmla="*/ 17 w 104"/>
              <a:gd name="T3" fmla="*/ 0 h 105"/>
              <a:gd name="T4" fmla="*/ 0 w 104"/>
              <a:gd name="T5" fmla="*/ 18 h 105"/>
              <a:gd name="T6" fmla="*/ 0 w 104"/>
              <a:gd name="T7" fmla="*/ 87 h 105"/>
              <a:gd name="T8" fmla="*/ 17 w 104"/>
              <a:gd name="T9" fmla="*/ 105 h 105"/>
              <a:gd name="T10" fmla="*/ 86 w 104"/>
              <a:gd name="T11" fmla="*/ 105 h 105"/>
              <a:gd name="T12" fmla="*/ 104 w 104"/>
              <a:gd name="T13" fmla="*/ 87 h 105"/>
              <a:gd name="T14" fmla="*/ 104 w 104"/>
              <a:gd name="T15" fmla="*/ 18 h 105"/>
              <a:gd name="T16" fmla="*/ 86 w 104"/>
              <a:gd name="T17" fmla="*/ 0 h 105"/>
              <a:gd name="T18" fmla="*/ 28 w 104"/>
              <a:gd name="T19" fmla="*/ 85 h 105"/>
              <a:gd name="T20" fmla="*/ 19 w 104"/>
              <a:gd name="T21" fmla="*/ 76 h 105"/>
              <a:gd name="T22" fmla="*/ 28 w 104"/>
              <a:gd name="T23" fmla="*/ 67 h 105"/>
              <a:gd name="T24" fmla="*/ 37 w 104"/>
              <a:gd name="T25" fmla="*/ 76 h 105"/>
              <a:gd name="T26" fmla="*/ 28 w 104"/>
              <a:gd name="T27" fmla="*/ 85 h 105"/>
              <a:gd name="T28" fmla="*/ 50 w 104"/>
              <a:gd name="T29" fmla="*/ 85 h 105"/>
              <a:gd name="T30" fmla="*/ 41 w 104"/>
              <a:gd name="T31" fmla="*/ 63 h 105"/>
              <a:gd name="T32" fmla="*/ 19 w 104"/>
              <a:gd name="T33" fmla="*/ 54 h 105"/>
              <a:gd name="T34" fmla="*/ 19 w 104"/>
              <a:gd name="T35" fmla="*/ 41 h 105"/>
              <a:gd name="T36" fmla="*/ 63 w 104"/>
              <a:gd name="T37" fmla="*/ 85 h 105"/>
              <a:gd name="T38" fmla="*/ 50 w 104"/>
              <a:gd name="T39" fmla="*/ 85 h 105"/>
              <a:gd name="T40" fmla="*/ 73 w 104"/>
              <a:gd name="T41" fmla="*/ 85 h 105"/>
              <a:gd name="T42" fmla="*/ 19 w 104"/>
              <a:gd name="T43" fmla="*/ 31 h 105"/>
              <a:gd name="T44" fmla="*/ 19 w 104"/>
              <a:gd name="T45" fmla="*/ 18 h 105"/>
              <a:gd name="T46" fmla="*/ 86 w 104"/>
              <a:gd name="T47" fmla="*/ 85 h 105"/>
              <a:gd name="T48" fmla="*/ 73 w 104"/>
              <a:gd name="T49" fmla="*/ 8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4" h="105">
                <a:moveTo>
                  <a:pt x="86" y="0"/>
                </a:moveTo>
                <a:cubicBezTo>
                  <a:pt x="17" y="0"/>
                  <a:pt x="17" y="0"/>
                  <a:pt x="17" y="0"/>
                </a:cubicBezTo>
                <a:cubicBezTo>
                  <a:pt x="7" y="0"/>
                  <a:pt x="0" y="8"/>
                  <a:pt x="0" y="18"/>
                </a:cubicBezTo>
                <a:cubicBezTo>
                  <a:pt x="0" y="87"/>
                  <a:pt x="0" y="87"/>
                  <a:pt x="0" y="87"/>
                </a:cubicBezTo>
                <a:cubicBezTo>
                  <a:pt x="0" y="97"/>
                  <a:pt x="7" y="105"/>
                  <a:pt x="17" y="105"/>
                </a:cubicBezTo>
                <a:cubicBezTo>
                  <a:pt x="86" y="105"/>
                  <a:pt x="86" y="105"/>
                  <a:pt x="86" y="105"/>
                </a:cubicBezTo>
                <a:cubicBezTo>
                  <a:pt x="96" y="105"/>
                  <a:pt x="104" y="97"/>
                  <a:pt x="104" y="87"/>
                </a:cubicBezTo>
                <a:cubicBezTo>
                  <a:pt x="104" y="18"/>
                  <a:pt x="104" y="18"/>
                  <a:pt x="104" y="18"/>
                </a:cubicBezTo>
                <a:cubicBezTo>
                  <a:pt x="104" y="8"/>
                  <a:pt x="96" y="0"/>
                  <a:pt x="86" y="0"/>
                </a:cubicBezTo>
                <a:close/>
                <a:moveTo>
                  <a:pt x="28" y="85"/>
                </a:moveTo>
                <a:cubicBezTo>
                  <a:pt x="23" y="85"/>
                  <a:pt x="19" y="81"/>
                  <a:pt x="19" y="76"/>
                </a:cubicBezTo>
                <a:cubicBezTo>
                  <a:pt x="19" y="71"/>
                  <a:pt x="23" y="67"/>
                  <a:pt x="28" y="67"/>
                </a:cubicBezTo>
                <a:cubicBezTo>
                  <a:pt x="33" y="67"/>
                  <a:pt x="37" y="71"/>
                  <a:pt x="37" y="76"/>
                </a:cubicBezTo>
                <a:cubicBezTo>
                  <a:pt x="37" y="81"/>
                  <a:pt x="33" y="85"/>
                  <a:pt x="28" y="85"/>
                </a:cubicBezTo>
                <a:close/>
                <a:moveTo>
                  <a:pt x="50" y="85"/>
                </a:moveTo>
                <a:cubicBezTo>
                  <a:pt x="50" y="77"/>
                  <a:pt x="47" y="69"/>
                  <a:pt x="41" y="63"/>
                </a:cubicBezTo>
                <a:cubicBezTo>
                  <a:pt x="35" y="57"/>
                  <a:pt x="27" y="54"/>
                  <a:pt x="19" y="54"/>
                </a:cubicBezTo>
                <a:cubicBezTo>
                  <a:pt x="19" y="41"/>
                  <a:pt x="19" y="41"/>
                  <a:pt x="19" y="41"/>
                </a:cubicBezTo>
                <a:cubicBezTo>
                  <a:pt x="43" y="41"/>
                  <a:pt x="63" y="61"/>
                  <a:pt x="63" y="85"/>
                </a:cubicBezTo>
                <a:cubicBezTo>
                  <a:pt x="50" y="85"/>
                  <a:pt x="50" y="85"/>
                  <a:pt x="50" y="85"/>
                </a:cubicBezTo>
                <a:close/>
                <a:moveTo>
                  <a:pt x="73" y="85"/>
                </a:moveTo>
                <a:cubicBezTo>
                  <a:pt x="73" y="55"/>
                  <a:pt x="49" y="31"/>
                  <a:pt x="19" y="31"/>
                </a:cubicBezTo>
                <a:cubicBezTo>
                  <a:pt x="19" y="18"/>
                  <a:pt x="19" y="18"/>
                  <a:pt x="19" y="18"/>
                </a:cubicBezTo>
                <a:cubicBezTo>
                  <a:pt x="56" y="18"/>
                  <a:pt x="86" y="48"/>
                  <a:pt x="86" y="85"/>
                </a:cubicBezTo>
                <a:cubicBezTo>
                  <a:pt x="73" y="85"/>
                  <a:pt x="73" y="85"/>
                  <a:pt x="73" y="8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6" name="Freeform 123"/>
          <p:cNvSpPr>
            <a:spLocks noEditPoints="1"/>
          </p:cNvSpPr>
          <p:nvPr/>
        </p:nvSpPr>
        <p:spPr bwMode="auto">
          <a:xfrm>
            <a:off x="9478646" y="4436246"/>
            <a:ext cx="230155" cy="241882"/>
          </a:xfrm>
          <a:custGeom>
            <a:avLst/>
            <a:gdLst>
              <a:gd name="T0" fmla="*/ 41 w 96"/>
              <a:gd name="T1" fmla="*/ 6 h 101"/>
              <a:gd name="T2" fmla="*/ 42 w 96"/>
              <a:gd name="T3" fmla="*/ 2 h 101"/>
              <a:gd name="T4" fmla="*/ 36 w 96"/>
              <a:gd name="T5" fmla="*/ 0 h 101"/>
              <a:gd name="T6" fmla="*/ 35 w 96"/>
              <a:gd name="T7" fmla="*/ 7 h 101"/>
              <a:gd name="T8" fmla="*/ 0 w 96"/>
              <a:gd name="T9" fmla="*/ 54 h 101"/>
              <a:gd name="T10" fmla="*/ 96 w 96"/>
              <a:gd name="T11" fmla="*/ 54 h 101"/>
              <a:gd name="T12" fmla="*/ 33 w 96"/>
              <a:gd name="T13" fmla="*/ 4 h 101"/>
              <a:gd name="T14" fmla="*/ 38 w 96"/>
              <a:gd name="T15" fmla="*/ 1 h 101"/>
              <a:gd name="T16" fmla="*/ 40 w 96"/>
              <a:gd name="T17" fmla="*/ 5 h 101"/>
              <a:gd name="T18" fmla="*/ 35 w 96"/>
              <a:gd name="T19" fmla="*/ 6 h 101"/>
              <a:gd name="T20" fmla="*/ 73 w 96"/>
              <a:gd name="T21" fmla="*/ 79 h 101"/>
              <a:gd name="T22" fmla="*/ 54 w 96"/>
              <a:gd name="T23" fmla="*/ 81 h 101"/>
              <a:gd name="T24" fmla="*/ 48 w 96"/>
              <a:gd name="T25" fmla="*/ 90 h 101"/>
              <a:gd name="T26" fmla="*/ 13 w 96"/>
              <a:gd name="T27" fmla="*/ 64 h 101"/>
              <a:gd name="T28" fmla="*/ 12 w 96"/>
              <a:gd name="T29" fmla="*/ 58 h 101"/>
              <a:gd name="T30" fmla="*/ 22 w 96"/>
              <a:gd name="T31" fmla="*/ 28 h 101"/>
              <a:gd name="T32" fmla="*/ 42 w 96"/>
              <a:gd name="T33" fmla="*/ 26 h 101"/>
              <a:gd name="T34" fmla="*/ 48 w 96"/>
              <a:gd name="T35" fmla="*/ 17 h 101"/>
              <a:gd name="T36" fmla="*/ 83 w 96"/>
              <a:gd name="T37" fmla="*/ 43 h 101"/>
              <a:gd name="T38" fmla="*/ 84 w 96"/>
              <a:gd name="T39" fmla="*/ 49 h 101"/>
              <a:gd name="T40" fmla="*/ 73 w 96"/>
              <a:gd name="T41" fmla="*/ 79 h 101"/>
              <a:gd name="T42" fmla="*/ 53 w 96"/>
              <a:gd name="T43" fmla="*/ 44 h 101"/>
              <a:gd name="T44" fmla="*/ 43 w 96"/>
              <a:gd name="T45" fmla="*/ 32 h 101"/>
              <a:gd name="T46" fmla="*/ 40 w 96"/>
              <a:gd name="T47" fmla="*/ 46 h 101"/>
              <a:gd name="T48" fmla="*/ 38 w 96"/>
              <a:gd name="T49" fmla="*/ 49 h 101"/>
              <a:gd name="T50" fmla="*/ 26 w 96"/>
              <a:gd name="T51" fmla="*/ 58 h 101"/>
              <a:gd name="T52" fmla="*/ 38 w 96"/>
              <a:gd name="T53" fmla="*/ 59 h 101"/>
              <a:gd name="T54" fmla="*/ 43 w 96"/>
              <a:gd name="T55" fmla="*/ 63 h 101"/>
              <a:gd name="T56" fmla="*/ 53 w 96"/>
              <a:gd name="T57" fmla="*/ 75 h 101"/>
              <a:gd name="T58" fmla="*/ 56 w 96"/>
              <a:gd name="T59" fmla="*/ 61 h 101"/>
              <a:gd name="T60" fmla="*/ 58 w 96"/>
              <a:gd name="T61" fmla="*/ 58 h 101"/>
              <a:gd name="T62" fmla="*/ 70 w 96"/>
              <a:gd name="T63" fmla="*/ 49 h 101"/>
              <a:gd name="T64" fmla="*/ 58 w 96"/>
              <a:gd name="T65" fmla="*/ 48 h 101"/>
              <a:gd name="T66" fmla="*/ 48 w 96"/>
              <a:gd name="T67" fmla="*/ 44 h 101"/>
              <a:gd name="T68" fmla="*/ 48 w 96"/>
              <a:gd name="T69" fmla="*/ 44 h 101"/>
              <a:gd name="T70" fmla="*/ 48 w 96"/>
              <a:gd name="T71" fmla="*/ 44 h 101"/>
              <a:gd name="T72" fmla="*/ 49 w 96"/>
              <a:gd name="T73" fmla="*/ 44 h 101"/>
              <a:gd name="T74" fmla="*/ 52 w 96"/>
              <a:gd name="T75" fmla="*/ 45 h 101"/>
              <a:gd name="T76" fmla="*/ 39 w 96"/>
              <a:gd name="T77" fmla="*/ 57 h 101"/>
              <a:gd name="T78" fmla="*/ 46 w 96"/>
              <a:gd name="T79" fmla="*/ 44 h 101"/>
              <a:gd name="T80" fmla="*/ 53 w 96"/>
              <a:gd name="T81" fmla="*/ 62 h 101"/>
              <a:gd name="T82" fmla="*/ 50 w 96"/>
              <a:gd name="T83" fmla="*/ 63 h 101"/>
              <a:gd name="T84" fmla="*/ 47 w 96"/>
              <a:gd name="T85" fmla="*/ 63 h 101"/>
              <a:gd name="T86" fmla="*/ 47 w 96"/>
              <a:gd name="T87" fmla="*/ 63 h 101"/>
              <a:gd name="T88" fmla="*/ 51 w 96"/>
              <a:gd name="T89" fmla="*/ 57 h 101"/>
              <a:gd name="T90" fmla="*/ 57 w 96"/>
              <a:gd name="T91" fmla="*/ 5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6" h="101">
                <a:moveTo>
                  <a:pt x="48" y="6"/>
                </a:moveTo>
                <a:cubicBezTo>
                  <a:pt x="46" y="6"/>
                  <a:pt x="43" y="6"/>
                  <a:pt x="41" y="6"/>
                </a:cubicBezTo>
                <a:cubicBezTo>
                  <a:pt x="41" y="6"/>
                  <a:pt x="41" y="6"/>
                  <a:pt x="41" y="6"/>
                </a:cubicBezTo>
                <a:cubicBezTo>
                  <a:pt x="42" y="5"/>
                  <a:pt x="43" y="4"/>
                  <a:pt x="42" y="2"/>
                </a:cubicBezTo>
                <a:cubicBezTo>
                  <a:pt x="42" y="1"/>
                  <a:pt x="40" y="0"/>
                  <a:pt x="38" y="0"/>
                </a:cubicBezTo>
                <a:cubicBezTo>
                  <a:pt x="37" y="0"/>
                  <a:pt x="37" y="0"/>
                  <a:pt x="36" y="0"/>
                </a:cubicBezTo>
                <a:cubicBezTo>
                  <a:pt x="33" y="0"/>
                  <a:pt x="31" y="3"/>
                  <a:pt x="32" y="5"/>
                </a:cubicBezTo>
                <a:cubicBezTo>
                  <a:pt x="32" y="6"/>
                  <a:pt x="33" y="7"/>
                  <a:pt x="35" y="7"/>
                </a:cubicBezTo>
                <a:cubicBezTo>
                  <a:pt x="35" y="8"/>
                  <a:pt x="35" y="8"/>
                  <a:pt x="35" y="8"/>
                </a:cubicBezTo>
                <a:cubicBezTo>
                  <a:pt x="15" y="13"/>
                  <a:pt x="0" y="32"/>
                  <a:pt x="0" y="54"/>
                </a:cubicBezTo>
                <a:cubicBezTo>
                  <a:pt x="0" y="80"/>
                  <a:pt x="22" y="101"/>
                  <a:pt x="48" y="101"/>
                </a:cubicBezTo>
                <a:cubicBezTo>
                  <a:pt x="74" y="101"/>
                  <a:pt x="96" y="80"/>
                  <a:pt x="96" y="54"/>
                </a:cubicBezTo>
                <a:cubicBezTo>
                  <a:pt x="96" y="27"/>
                  <a:pt x="74" y="6"/>
                  <a:pt x="48" y="6"/>
                </a:cubicBezTo>
                <a:close/>
                <a:moveTo>
                  <a:pt x="33" y="4"/>
                </a:moveTo>
                <a:cubicBezTo>
                  <a:pt x="33" y="3"/>
                  <a:pt x="35" y="2"/>
                  <a:pt x="37" y="1"/>
                </a:cubicBezTo>
                <a:cubicBezTo>
                  <a:pt x="37" y="1"/>
                  <a:pt x="37" y="1"/>
                  <a:pt x="38" y="1"/>
                </a:cubicBezTo>
                <a:cubicBezTo>
                  <a:pt x="39" y="1"/>
                  <a:pt x="41" y="2"/>
                  <a:pt x="41" y="3"/>
                </a:cubicBezTo>
                <a:cubicBezTo>
                  <a:pt x="41" y="4"/>
                  <a:pt x="41" y="4"/>
                  <a:pt x="40" y="5"/>
                </a:cubicBezTo>
                <a:cubicBezTo>
                  <a:pt x="39" y="4"/>
                  <a:pt x="38" y="4"/>
                  <a:pt x="37" y="4"/>
                </a:cubicBezTo>
                <a:cubicBezTo>
                  <a:pt x="36" y="5"/>
                  <a:pt x="36" y="5"/>
                  <a:pt x="35" y="6"/>
                </a:cubicBezTo>
                <a:cubicBezTo>
                  <a:pt x="34" y="6"/>
                  <a:pt x="33" y="5"/>
                  <a:pt x="33" y="4"/>
                </a:cubicBezTo>
                <a:close/>
                <a:moveTo>
                  <a:pt x="73" y="79"/>
                </a:moveTo>
                <a:cubicBezTo>
                  <a:pt x="69" y="84"/>
                  <a:pt x="64" y="87"/>
                  <a:pt x="58" y="88"/>
                </a:cubicBezTo>
                <a:cubicBezTo>
                  <a:pt x="54" y="81"/>
                  <a:pt x="54" y="81"/>
                  <a:pt x="54" y="81"/>
                </a:cubicBezTo>
                <a:cubicBezTo>
                  <a:pt x="53" y="89"/>
                  <a:pt x="53" y="89"/>
                  <a:pt x="53" y="89"/>
                </a:cubicBezTo>
                <a:cubicBezTo>
                  <a:pt x="51" y="90"/>
                  <a:pt x="50" y="90"/>
                  <a:pt x="48" y="90"/>
                </a:cubicBezTo>
                <a:cubicBezTo>
                  <a:pt x="38" y="90"/>
                  <a:pt x="29" y="86"/>
                  <a:pt x="22" y="79"/>
                </a:cubicBezTo>
                <a:cubicBezTo>
                  <a:pt x="18" y="75"/>
                  <a:pt x="15" y="70"/>
                  <a:pt x="13" y="64"/>
                </a:cubicBezTo>
                <a:cubicBezTo>
                  <a:pt x="20" y="60"/>
                  <a:pt x="20" y="60"/>
                  <a:pt x="20" y="60"/>
                </a:cubicBezTo>
                <a:cubicBezTo>
                  <a:pt x="12" y="58"/>
                  <a:pt x="12" y="58"/>
                  <a:pt x="12" y="58"/>
                </a:cubicBezTo>
                <a:cubicBezTo>
                  <a:pt x="12" y="57"/>
                  <a:pt x="12" y="55"/>
                  <a:pt x="12" y="54"/>
                </a:cubicBezTo>
                <a:cubicBezTo>
                  <a:pt x="12" y="44"/>
                  <a:pt x="15" y="35"/>
                  <a:pt x="22" y="28"/>
                </a:cubicBezTo>
                <a:cubicBezTo>
                  <a:pt x="27" y="24"/>
                  <a:pt x="32" y="21"/>
                  <a:pt x="38" y="19"/>
                </a:cubicBezTo>
                <a:cubicBezTo>
                  <a:pt x="42" y="26"/>
                  <a:pt x="42" y="26"/>
                  <a:pt x="42" y="26"/>
                </a:cubicBezTo>
                <a:cubicBezTo>
                  <a:pt x="43" y="18"/>
                  <a:pt x="43" y="18"/>
                  <a:pt x="43" y="18"/>
                </a:cubicBezTo>
                <a:cubicBezTo>
                  <a:pt x="45" y="18"/>
                  <a:pt x="46" y="17"/>
                  <a:pt x="48" y="17"/>
                </a:cubicBezTo>
                <a:cubicBezTo>
                  <a:pt x="58" y="17"/>
                  <a:pt x="67" y="21"/>
                  <a:pt x="73" y="28"/>
                </a:cubicBezTo>
                <a:cubicBezTo>
                  <a:pt x="78" y="32"/>
                  <a:pt x="81" y="38"/>
                  <a:pt x="83" y="43"/>
                </a:cubicBezTo>
                <a:cubicBezTo>
                  <a:pt x="76" y="48"/>
                  <a:pt x="76" y="48"/>
                  <a:pt x="76" y="48"/>
                </a:cubicBezTo>
                <a:cubicBezTo>
                  <a:pt x="84" y="49"/>
                  <a:pt x="84" y="49"/>
                  <a:pt x="84" y="49"/>
                </a:cubicBezTo>
                <a:cubicBezTo>
                  <a:pt x="84" y="50"/>
                  <a:pt x="84" y="52"/>
                  <a:pt x="84" y="54"/>
                </a:cubicBezTo>
                <a:cubicBezTo>
                  <a:pt x="84" y="63"/>
                  <a:pt x="80" y="72"/>
                  <a:pt x="73" y="79"/>
                </a:cubicBezTo>
                <a:close/>
                <a:moveTo>
                  <a:pt x="73" y="29"/>
                </a:moveTo>
                <a:cubicBezTo>
                  <a:pt x="53" y="44"/>
                  <a:pt x="53" y="44"/>
                  <a:pt x="53" y="44"/>
                </a:cubicBezTo>
                <a:cubicBezTo>
                  <a:pt x="52" y="43"/>
                  <a:pt x="50" y="43"/>
                  <a:pt x="48" y="42"/>
                </a:cubicBezTo>
                <a:cubicBezTo>
                  <a:pt x="43" y="32"/>
                  <a:pt x="43" y="32"/>
                  <a:pt x="43" y="32"/>
                </a:cubicBezTo>
                <a:cubicBezTo>
                  <a:pt x="43" y="44"/>
                  <a:pt x="43" y="44"/>
                  <a:pt x="43" y="44"/>
                </a:cubicBezTo>
                <a:cubicBezTo>
                  <a:pt x="42" y="44"/>
                  <a:pt x="40" y="45"/>
                  <a:pt x="40" y="46"/>
                </a:cubicBezTo>
                <a:cubicBezTo>
                  <a:pt x="33" y="44"/>
                  <a:pt x="33" y="44"/>
                  <a:pt x="33" y="44"/>
                </a:cubicBezTo>
                <a:cubicBezTo>
                  <a:pt x="38" y="49"/>
                  <a:pt x="38" y="49"/>
                  <a:pt x="38" y="49"/>
                </a:cubicBezTo>
                <a:cubicBezTo>
                  <a:pt x="37" y="50"/>
                  <a:pt x="37" y="52"/>
                  <a:pt x="37" y="53"/>
                </a:cubicBezTo>
                <a:cubicBezTo>
                  <a:pt x="26" y="58"/>
                  <a:pt x="26" y="58"/>
                  <a:pt x="26" y="58"/>
                </a:cubicBezTo>
                <a:cubicBezTo>
                  <a:pt x="38" y="59"/>
                  <a:pt x="38" y="59"/>
                  <a:pt x="38" y="59"/>
                </a:cubicBezTo>
                <a:cubicBezTo>
                  <a:pt x="38" y="59"/>
                  <a:pt x="38" y="59"/>
                  <a:pt x="38" y="59"/>
                </a:cubicBezTo>
                <a:cubicBezTo>
                  <a:pt x="23" y="78"/>
                  <a:pt x="23" y="78"/>
                  <a:pt x="23" y="78"/>
                </a:cubicBezTo>
                <a:cubicBezTo>
                  <a:pt x="43" y="63"/>
                  <a:pt x="43" y="63"/>
                  <a:pt x="43" y="63"/>
                </a:cubicBezTo>
                <a:cubicBezTo>
                  <a:pt x="44" y="64"/>
                  <a:pt x="46" y="65"/>
                  <a:pt x="47" y="65"/>
                </a:cubicBezTo>
                <a:cubicBezTo>
                  <a:pt x="53" y="75"/>
                  <a:pt x="53" y="75"/>
                  <a:pt x="53" y="75"/>
                </a:cubicBezTo>
                <a:cubicBezTo>
                  <a:pt x="53" y="64"/>
                  <a:pt x="53" y="64"/>
                  <a:pt x="53" y="64"/>
                </a:cubicBezTo>
                <a:cubicBezTo>
                  <a:pt x="54" y="63"/>
                  <a:pt x="55" y="62"/>
                  <a:pt x="56" y="61"/>
                </a:cubicBezTo>
                <a:cubicBezTo>
                  <a:pt x="63" y="63"/>
                  <a:pt x="63" y="63"/>
                  <a:pt x="63" y="63"/>
                </a:cubicBezTo>
                <a:cubicBezTo>
                  <a:pt x="58" y="58"/>
                  <a:pt x="58" y="58"/>
                  <a:pt x="58" y="58"/>
                </a:cubicBezTo>
                <a:cubicBezTo>
                  <a:pt x="59" y="57"/>
                  <a:pt x="59" y="56"/>
                  <a:pt x="59" y="54"/>
                </a:cubicBezTo>
                <a:cubicBezTo>
                  <a:pt x="70" y="49"/>
                  <a:pt x="70" y="49"/>
                  <a:pt x="70" y="49"/>
                </a:cubicBezTo>
                <a:cubicBezTo>
                  <a:pt x="58" y="49"/>
                  <a:pt x="58" y="49"/>
                  <a:pt x="58" y="49"/>
                </a:cubicBezTo>
                <a:cubicBezTo>
                  <a:pt x="58" y="49"/>
                  <a:pt x="58" y="49"/>
                  <a:pt x="58" y="48"/>
                </a:cubicBezTo>
                <a:lnTo>
                  <a:pt x="73" y="29"/>
                </a:lnTo>
                <a:close/>
                <a:moveTo>
                  <a:pt x="48" y="44"/>
                </a:moveTo>
                <a:cubicBezTo>
                  <a:pt x="48" y="44"/>
                  <a:pt x="48" y="44"/>
                  <a:pt x="48" y="44"/>
                </a:cubicBezTo>
                <a:cubicBezTo>
                  <a:pt x="48" y="44"/>
                  <a:pt x="48" y="44"/>
                  <a:pt x="48" y="44"/>
                </a:cubicBezTo>
                <a:close/>
                <a:moveTo>
                  <a:pt x="46" y="44"/>
                </a:moveTo>
                <a:cubicBezTo>
                  <a:pt x="47" y="44"/>
                  <a:pt x="47" y="44"/>
                  <a:pt x="48" y="44"/>
                </a:cubicBezTo>
                <a:cubicBezTo>
                  <a:pt x="48" y="44"/>
                  <a:pt x="49" y="44"/>
                  <a:pt x="49" y="44"/>
                </a:cubicBezTo>
                <a:cubicBezTo>
                  <a:pt x="49" y="44"/>
                  <a:pt x="49" y="44"/>
                  <a:pt x="49" y="44"/>
                </a:cubicBezTo>
                <a:cubicBezTo>
                  <a:pt x="49" y="44"/>
                  <a:pt x="49" y="44"/>
                  <a:pt x="49" y="44"/>
                </a:cubicBezTo>
                <a:cubicBezTo>
                  <a:pt x="50" y="44"/>
                  <a:pt x="51" y="44"/>
                  <a:pt x="52" y="45"/>
                </a:cubicBezTo>
                <a:cubicBezTo>
                  <a:pt x="45" y="50"/>
                  <a:pt x="45" y="50"/>
                  <a:pt x="45" y="50"/>
                </a:cubicBezTo>
                <a:cubicBezTo>
                  <a:pt x="39" y="57"/>
                  <a:pt x="39" y="57"/>
                  <a:pt x="39" y="57"/>
                </a:cubicBezTo>
                <a:cubicBezTo>
                  <a:pt x="39" y="57"/>
                  <a:pt x="39" y="56"/>
                  <a:pt x="39" y="56"/>
                </a:cubicBezTo>
                <a:cubicBezTo>
                  <a:pt x="37" y="50"/>
                  <a:pt x="41" y="45"/>
                  <a:pt x="46" y="44"/>
                </a:cubicBezTo>
                <a:close/>
                <a:moveTo>
                  <a:pt x="53" y="62"/>
                </a:moveTo>
                <a:cubicBezTo>
                  <a:pt x="53" y="62"/>
                  <a:pt x="53" y="62"/>
                  <a:pt x="53" y="62"/>
                </a:cubicBezTo>
                <a:cubicBezTo>
                  <a:pt x="53" y="62"/>
                  <a:pt x="53" y="62"/>
                  <a:pt x="53" y="62"/>
                </a:cubicBezTo>
                <a:cubicBezTo>
                  <a:pt x="52" y="62"/>
                  <a:pt x="51" y="63"/>
                  <a:pt x="50" y="63"/>
                </a:cubicBezTo>
                <a:cubicBezTo>
                  <a:pt x="49" y="63"/>
                  <a:pt x="49" y="63"/>
                  <a:pt x="48" y="63"/>
                </a:cubicBezTo>
                <a:cubicBezTo>
                  <a:pt x="47" y="63"/>
                  <a:pt x="47" y="63"/>
                  <a:pt x="47" y="63"/>
                </a:cubicBezTo>
                <a:cubicBezTo>
                  <a:pt x="47" y="63"/>
                  <a:pt x="47" y="63"/>
                  <a:pt x="47" y="63"/>
                </a:cubicBezTo>
                <a:cubicBezTo>
                  <a:pt x="47" y="63"/>
                  <a:pt x="47" y="63"/>
                  <a:pt x="47" y="63"/>
                </a:cubicBezTo>
                <a:cubicBezTo>
                  <a:pt x="46" y="63"/>
                  <a:pt x="45" y="63"/>
                  <a:pt x="44" y="62"/>
                </a:cubicBezTo>
                <a:cubicBezTo>
                  <a:pt x="51" y="57"/>
                  <a:pt x="51" y="57"/>
                  <a:pt x="51" y="57"/>
                </a:cubicBezTo>
                <a:cubicBezTo>
                  <a:pt x="57" y="50"/>
                  <a:pt x="57" y="50"/>
                  <a:pt x="57" y="50"/>
                </a:cubicBezTo>
                <a:cubicBezTo>
                  <a:pt x="57" y="50"/>
                  <a:pt x="57" y="51"/>
                  <a:pt x="57" y="52"/>
                </a:cubicBezTo>
                <a:cubicBezTo>
                  <a:pt x="58" y="56"/>
                  <a:pt x="56" y="60"/>
                  <a:pt x="53" y="6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7" name="Freeform 124"/>
          <p:cNvSpPr/>
          <p:nvPr/>
        </p:nvSpPr>
        <p:spPr bwMode="auto">
          <a:xfrm>
            <a:off x="9387757" y="3761908"/>
            <a:ext cx="255076" cy="255076"/>
          </a:xfrm>
          <a:custGeom>
            <a:avLst/>
            <a:gdLst>
              <a:gd name="T0" fmla="*/ 90 w 107"/>
              <a:gd name="T1" fmla="*/ 74 h 107"/>
              <a:gd name="T2" fmla="*/ 78 w 107"/>
              <a:gd name="T3" fmla="*/ 79 h 107"/>
              <a:gd name="T4" fmla="*/ 33 w 107"/>
              <a:gd name="T5" fmla="*/ 56 h 107"/>
              <a:gd name="T6" fmla="*/ 34 w 107"/>
              <a:gd name="T7" fmla="*/ 54 h 107"/>
              <a:gd name="T8" fmla="*/ 33 w 107"/>
              <a:gd name="T9" fmla="*/ 51 h 107"/>
              <a:gd name="T10" fmla="*/ 78 w 107"/>
              <a:gd name="T11" fmla="*/ 29 h 107"/>
              <a:gd name="T12" fmla="*/ 90 w 107"/>
              <a:gd name="T13" fmla="*/ 34 h 107"/>
              <a:gd name="T14" fmla="*/ 107 w 107"/>
              <a:gd name="T15" fmla="*/ 17 h 107"/>
              <a:gd name="T16" fmla="*/ 90 w 107"/>
              <a:gd name="T17" fmla="*/ 0 h 107"/>
              <a:gd name="T18" fmla="*/ 74 w 107"/>
              <a:gd name="T19" fmla="*/ 17 h 107"/>
              <a:gd name="T20" fmla="*/ 74 w 107"/>
              <a:gd name="T21" fmla="*/ 20 h 107"/>
              <a:gd name="T22" fmla="*/ 29 w 107"/>
              <a:gd name="T23" fmla="*/ 42 h 107"/>
              <a:gd name="T24" fmla="*/ 17 w 107"/>
              <a:gd name="T25" fmla="*/ 37 h 107"/>
              <a:gd name="T26" fmla="*/ 0 w 107"/>
              <a:gd name="T27" fmla="*/ 54 h 107"/>
              <a:gd name="T28" fmla="*/ 17 w 107"/>
              <a:gd name="T29" fmla="*/ 70 h 107"/>
              <a:gd name="T30" fmla="*/ 29 w 107"/>
              <a:gd name="T31" fmla="*/ 65 h 107"/>
              <a:gd name="T32" fmla="*/ 74 w 107"/>
              <a:gd name="T33" fmla="*/ 88 h 107"/>
              <a:gd name="T34" fmla="*/ 74 w 107"/>
              <a:gd name="T35" fmla="*/ 90 h 107"/>
              <a:gd name="T36" fmla="*/ 90 w 107"/>
              <a:gd name="T37" fmla="*/ 107 h 107"/>
              <a:gd name="T38" fmla="*/ 107 w 107"/>
              <a:gd name="T39" fmla="*/ 90 h 107"/>
              <a:gd name="T40" fmla="*/ 90 w 107"/>
              <a:gd name="T41" fmla="*/ 7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7" h="107">
                <a:moveTo>
                  <a:pt x="90" y="74"/>
                </a:moveTo>
                <a:cubicBezTo>
                  <a:pt x="86" y="74"/>
                  <a:pt x="81" y="76"/>
                  <a:pt x="78" y="79"/>
                </a:cubicBezTo>
                <a:cubicBezTo>
                  <a:pt x="33" y="56"/>
                  <a:pt x="33" y="56"/>
                  <a:pt x="33" y="56"/>
                </a:cubicBezTo>
                <a:cubicBezTo>
                  <a:pt x="34" y="56"/>
                  <a:pt x="34" y="55"/>
                  <a:pt x="34" y="54"/>
                </a:cubicBezTo>
                <a:cubicBezTo>
                  <a:pt x="34" y="53"/>
                  <a:pt x="34" y="52"/>
                  <a:pt x="33" y="51"/>
                </a:cubicBezTo>
                <a:cubicBezTo>
                  <a:pt x="78" y="29"/>
                  <a:pt x="78" y="29"/>
                  <a:pt x="78" y="29"/>
                </a:cubicBezTo>
                <a:cubicBezTo>
                  <a:pt x="81" y="32"/>
                  <a:pt x="86" y="34"/>
                  <a:pt x="90" y="34"/>
                </a:cubicBezTo>
                <a:cubicBezTo>
                  <a:pt x="100" y="34"/>
                  <a:pt x="107" y="26"/>
                  <a:pt x="107" y="17"/>
                </a:cubicBezTo>
                <a:cubicBezTo>
                  <a:pt x="107" y="8"/>
                  <a:pt x="100" y="0"/>
                  <a:pt x="90" y="0"/>
                </a:cubicBezTo>
                <a:cubicBezTo>
                  <a:pt x="81" y="0"/>
                  <a:pt x="74" y="8"/>
                  <a:pt x="74" y="17"/>
                </a:cubicBezTo>
                <a:cubicBezTo>
                  <a:pt x="74" y="18"/>
                  <a:pt x="74" y="19"/>
                  <a:pt x="74" y="20"/>
                </a:cubicBezTo>
                <a:cubicBezTo>
                  <a:pt x="29" y="42"/>
                  <a:pt x="29" y="42"/>
                  <a:pt x="29" y="42"/>
                </a:cubicBezTo>
                <a:cubicBezTo>
                  <a:pt x="26" y="39"/>
                  <a:pt x="22" y="37"/>
                  <a:pt x="17" y="37"/>
                </a:cubicBezTo>
                <a:cubicBezTo>
                  <a:pt x="8" y="37"/>
                  <a:pt x="0" y="45"/>
                  <a:pt x="0" y="54"/>
                </a:cubicBezTo>
                <a:cubicBezTo>
                  <a:pt x="0" y="63"/>
                  <a:pt x="8" y="70"/>
                  <a:pt x="17" y="70"/>
                </a:cubicBezTo>
                <a:cubicBezTo>
                  <a:pt x="22" y="70"/>
                  <a:pt x="26" y="68"/>
                  <a:pt x="29" y="65"/>
                </a:cubicBezTo>
                <a:cubicBezTo>
                  <a:pt x="74" y="88"/>
                  <a:pt x="74" y="88"/>
                  <a:pt x="74" y="88"/>
                </a:cubicBezTo>
                <a:cubicBezTo>
                  <a:pt x="74" y="89"/>
                  <a:pt x="74" y="90"/>
                  <a:pt x="74" y="90"/>
                </a:cubicBezTo>
                <a:cubicBezTo>
                  <a:pt x="74" y="100"/>
                  <a:pt x="81" y="107"/>
                  <a:pt x="90" y="107"/>
                </a:cubicBezTo>
                <a:cubicBezTo>
                  <a:pt x="100" y="107"/>
                  <a:pt x="107" y="100"/>
                  <a:pt x="107" y="90"/>
                </a:cubicBezTo>
                <a:cubicBezTo>
                  <a:pt x="107" y="81"/>
                  <a:pt x="100" y="74"/>
                  <a:pt x="90" y="7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8" name="Freeform 125"/>
          <p:cNvSpPr>
            <a:spLocks noEditPoints="1"/>
          </p:cNvSpPr>
          <p:nvPr/>
        </p:nvSpPr>
        <p:spPr bwMode="auto">
          <a:xfrm>
            <a:off x="9471316" y="3159402"/>
            <a:ext cx="243349" cy="263871"/>
          </a:xfrm>
          <a:custGeom>
            <a:avLst/>
            <a:gdLst>
              <a:gd name="T0" fmla="*/ 13 w 102"/>
              <a:gd name="T1" fmla="*/ 100 h 110"/>
              <a:gd name="T2" fmla="*/ 24 w 102"/>
              <a:gd name="T3" fmla="*/ 110 h 110"/>
              <a:gd name="T4" fmla="*/ 34 w 102"/>
              <a:gd name="T5" fmla="*/ 100 h 110"/>
              <a:gd name="T6" fmla="*/ 34 w 102"/>
              <a:gd name="T7" fmla="*/ 100 h 110"/>
              <a:gd name="T8" fmla="*/ 24 w 102"/>
              <a:gd name="T9" fmla="*/ 89 h 110"/>
              <a:gd name="T10" fmla="*/ 13 w 102"/>
              <a:gd name="T11" fmla="*/ 100 h 110"/>
              <a:gd name="T12" fmla="*/ 82 w 102"/>
              <a:gd name="T13" fmla="*/ 100 h 110"/>
              <a:gd name="T14" fmla="*/ 92 w 102"/>
              <a:gd name="T15" fmla="*/ 110 h 110"/>
              <a:gd name="T16" fmla="*/ 102 w 102"/>
              <a:gd name="T17" fmla="*/ 100 h 110"/>
              <a:gd name="T18" fmla="*/ 102 w 102"/>
              <a:gd name="T19" fmla="*/ 100 h 110"/>
              <a:gd name="T20" fmla="*/ 92 w 102"/>
              <a:gd name="T21" fmla="*/ 89 h 110"/>
              <a:gd name="T22" fmla="*/ 82 w 102"/>
              <a:gd name="T23" fmla="*/ 100 h 110"/>
              <a:gd name="T24" fmla="*/ 102 w 102"/>
              <a:gd name="T25" fmla="*/ 55 h 110"/>
              <a:gd name="T26" fmla="*/ 102 w 102"/>
              <a:gd name="T27" fmla="*/ 14 h 110"/>
              <a:gd name="T28" fmla="*/ 13 w 102"/>
              <a:gd name="T29" fmla="*/ 14 h 110"/>
              <a:gd name="T30" fmla="*/ 0 w 102"/>
              <a:gd name="T31" fmla="*/ 0 h 110"/>
              <a:gd name="T32" fmla="*/ 0 w 102"/>
              <a:gd name="T33" fmla="*/ 7 h 110"/>
              <a:gd name="T34" fmla="*/ 7 w 102"/>
              <a:gd name="T35" fmla="*/ 14 h 110"/>
              <a:gd name="T36" fmla="*/ 12 w 102"/>
              <a:gd name="T37" fmla="*/ 58 h 110"/>
              <a:gd name="T38" fmla="*/ 7 w 102"/>
              <a:gd name="T39" fmla="*/ 69 h 110"/>
              <a:gd name="T40" fmla="*/ 20 w 102"/>
              <a:gd name="T41" fmla="*/ 82 h 110"/>
              <a:gd name="T42" fmla="*/ 102 w 102"/>
              <a:gd name="T43" fmla="*/ 82 h 110"/>
              <a:gd name="T44" fmla="*/ 102 w 102"/>
              <a:gd name="T45" fmla="*/ 76 h 110"/>
              <a:gd name="T46" fmla="*/ 20 w 102"/>
              <a:gd name="T47" fmla="*/ 76 h 110"/>
              <a:gd name="T48" fmla="*/ 13 w 102"/>
              <a:gd name="T49" fmla="*/ 69 h 110"/>
              <a:gd name="T50" fmla="*/ 13 w 102"/>
              <a:gd name="T51" fmla="*/ 69 h 110"/>
              <a:gd name="T52" fmla="*/ 102 w 102"/>
              <a:gd name="T53" fmla="*/ 55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2" h="110">
                <a:moveTo>
                  <a:pt x="13" y="100"/>
                </a:moveTo>
                <a:cubicBezTo>
                  <a:pt x="13" y="105"/>
                  <a:pt x="18" y="110"/>
                  <a:pt x="24" y="110"/>
                </a:cubicBezTo>
                <a:cubicBezTo>
                  <a:pt x="29" y="110"/>
                  <a:pt x="34" y="105"/>
                  <a:pt x="34" y="100"/>
                </a:cubicBezTo>
                <a:cubicBezTo>
                  <a:pt x="34" y="100"/>
                  <a:pt x="34" y="100"/>
                  <a:pt x="34" y="100"/>
                </a:cubicBezTo>
                <a:cubicBezTo>
                  <a:pt x="34" y="94"/>
                  <a:pt x="29" y="89"/>
                  <a:pt x="24" y="89"/>
                </a:cubicBezTo>
                <a:cubicBezTo>
                  <a:pt x="18" y="89"/>
                  <a:pt x="13" y="94"/>
                  <a:pt x="13" y="100"/>
                </a:cubicBezTo>
                <a:close/>
                <a:moveTo>
                  <a:pt x="82" y="100"/>
                </a:moveTo>
                <a:cubicBezTo>
                  <a:pt x="82" y="105"/>
                  <a:pt x="86" y="110"/>
                  <a:pt x="92" y="110"/>
                </a:cubicBezTo>
                <a:cubicBezTo>
                  <a:pt x="98" y="110"/>
                  <a:pt x="102" y="105"/>
                  <a:pt x="102" y="100"/>
                </a:cubicBezTo>
                <a:cubicBezTo>
                  <a:pt x="102" y="100"/>
                  <a:pt x="102" y="100"/>
                  <a:pt x="102" y="100"/>
                </a:cubicBezTo>
                <a:cubicBezTo>
                  <a:pt x="102" y="94"/>
                  <a:pt x="98" y="89"/>
                  <a:pt x="92" y="89"/>
                </a:cubicBezTo>
                <a:cubicBezTo>
                  <a:pt x="86" y="89"/>
                  <a:pt x="82" y="94"/>
                  <a:pt x="82" y="100"/>
                </a:cubicBezTo>
                <a:close/>
                <a:moveTo>
                  <a:pt x="102" y="55"/>
                </a:moveTo>
                <a:cubicBezTo>
                  <a:pt x="102" y="14"/>
                  <a:pt x="102" y="14"/>
                  <a:pt x="102" y="14"/>
                </a:cubicBezTo>
                <a:cubicBezTo>
                  <a:pt x="13" y="14"/>
                  <a:pt x="13" y="14"/>
                  <a:pt x="13" y="14"/>
                </a:cubicBezTo>
                <a:cubicBezTo>
                  <a:pt x="13" y="6"/>
                  <a:pt x="7" y="0"/>
                  <a:pt x="0" y="0"/>
                </a:cubicBezTo>
                <a:cubicBezTo>
                  <a:pt x="0" y="7"/>
                  <a:pt x="0" y="7"/>
                  <a:pt x="0" y="7"/>
                </a:cubicBezTo>
                <a:cubicBezTo>
                  <a:pt x="3" y="7"/>
                  <a:pt x="7" y="10"/>
                  <a:pt x="7" y="14"/>
                </a:cubicBezTo>
                <a:cubicBezTo>
                  <a:pt x="12" y="58"/>
                  <a:pt x="12" y="58"/>
                  <a:pt x="12" y="58"/>
                </a:cubicBezTo>
                <a:cubicBezTo>
                  <a:pt x="9" y="61"/>
                  <a:pt x="7" y="64"/>
                  <a:pt x="7" y="69"/>
                </a:cubicBezTo>
                <a:cubicBezTo>
                  <a:pt x="7" y="76"/>
                  <a:pt x="13" y="82"/>
                  <a:pt x="20" y="82"/>
                </a:cubicBezTo>
                <a:cubicBezTo>
                  <a:pt x="102" y="82"/>
                  <a:pt x="102" y="82"/>
                  <a:pt x="102" y="82"/>
                </a:cubicBezTo>
                <a:cubicBezTo>
                  <a:pt x="102" y="76"/>
                  <a:pt x="102" y="76"/>
                  <a:pt x="102" y="76"/>
                </a:cubicBezTo>
                <a:cubicBezTo>
                  <a:pt x="20" y="76"/>
                  <a:pt x="20" y="76"/>
                  <a:pt x="20" y="76"/>
                </a:cubicBezTo>
                <a:cubicBezTo>
                  <a:pt x="16" y="76"/>
                  <a:pt x="13" y="73"/>
                  <a:pt x="13" y="69"/>
                </a:cubicBezTo>
                <a:cubicBezTo>
                  <a:pt x="13" y="69"/>
                  <a:pt x="13" y="69"/>
                  <a:pt x="13" y="69"/>
                </a:cubicBezTo>
                <a:lnTo>
                  <a:pt x="102" y="5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9" name="Freeform 126"/>
          <p:cNvSpPr>
            <a:spLocks noEditPoints="1"/>
          </p:cNvSpPr>
          <p:nvPr/>
        </p:nvSpPr>
        <p:spPr bwMode="auto">
          <a:xfrm>
            <a:off x="9538750" y="2954169"/>
            <a:ext cx="205233" cy="200834"/>
          </a:xfrm>
          <a:custGeom>
            <a:avLst/>
            <a:gdLst>
              <a:gd name="T0" fmla="*/ 82 w 86"/>
              <a:gd name="T1" fmla="*/ 47 h 84"/>
              <a:gd name="T2" fmla="*/ 82 w 86"/>
              <a:gd name="T3" fmla="*/ 42 h 84"/>
              <a:gd name="T4" fmla="*/ 43 w 86"/>
              <a:gd name="T5" fmla="*/ 3 h 84"/>
              <a:gd name="T6" fmla="*/ 36 w 86"/>
              <a:gd name="T7" fmla="*/ 4 h 84"/>
              <a:gd name="T8" fmla="*/ 24 w 86"/>
              <a:gd name="T9" fmla="*/ 0 h 84"/>
              <a:gd name="T10" fmla="*/ 0 w 86"/>
              <a:gd name="T11" fmla="*/ 23 h 84"/>
              <a:gd name="T12" fmla="*/ 4 w 86"/>
              <a:gd name="T13" fmla="*/ 36 h 84"/>
              <a:gd name="T14" fmla="*/ 4 w 86"/>
              <a:gd name="T15" fmla="*/ 42 h 84"/>
              <a:gd name="T16" fmla="*/ 43 w 86"/>
              <a:gd name="T17" fmla="*/ 81 h 84"/>
              <a:gd name="T18" fmla="*/ 50 w 86"/>
              <a:gd name="T19" fmla="*/ 80 h 84"/>
              <a:gd name="T20" fmla="*/ 62 w 86"/>
              <a:gd name="T21" fmla="*/ 84 h 84"/>
              <a:gd name="T22" fmla="*/ 86 w 86"/>
              <a:gd name="T23" fmla="*/ 61 h 84"/>
              <a:gd name="T24" fmla="*/ 82 w 86"/>
              <a:gd name="T25" fmla="*/ 47 h 84"/>
              <a:gd name="T26" fmla="*/ 46 w 86"/>
              <a:gd name="T27" fmla="*/ 71 h 84"/>
              <a:gd name="T28" fmla="*/ 23 w 86"/>
              <a:gd name="T29" fmla="*/ 64 h 84"/>
              <a:gd name="T30" fmla="*/ 24 w 86"/>
              <a:gd name="T31" fmla="*/ 51 h 84"/>
              <a:gd name="T32" fmla="*/ 34 w 86"/>
              <a:gd name="T33" fmla="*/ 59 h 84"/>
              <a:gd name="T34" fmla="*/ 52 w 86"/>
              <a:gd name="T35" fmla="*/ 58 h 84"/>
              <a:gd name="T36" fmla="*/ 41 w 86"/>
              <a:gd name="T37" fmla="*/ 47 h 84"/>
              <a:gd name="T38" fmla="*/ 20 w 86"/>
              <a:gd name="T39" fmla="*/ 30 h 84"/>
              <a:gd name="T40" fmla="*/ 37 w 86"/>
              <a:gd name="T41" fmla="*/ 13 h 84"/>
              <a:gd name="T42" fmla="*/ 61 w 86"/>
              <a:gd name="T43" fmla="*/ 19 h 84"/>
              <a:gd name="T44" fmla="*/ 59 w 86"/>
              <a:gd name="T45" fmla="*/ 31 h 84"/>
              <a:gd name="T46" fmla="*/ 42 w 86"/>
              <a:gd name="T47" fmla="*/ 22 h 84"/>
              <a:gd name="T48" fmla="*/ 38 w 86"/>
              <a:gd name="T49" fmla="*/ 35 h 84"/>
              <a:gd name="T50" fmla="*/ 66 w 86"/>
              <a:gd name="T51" fmla="*/ 49 h 84"/>
              <a:gd name="T52" fmla="*/ 46 w 86"/>
              <a:gd name="T53" fmla="*/ 7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6" h="84">
                <a:moveTo>
                  <a:pt x="82" y="47"/>
                </a:moveTo>
                <a:cubicBezTo>
                  <a:pt x="82" y="46"/>
                  <a:pt x="82" y="44"/>
                  <a:pt x="82" y="42"/>
                </a:cubicBezTo>
                <a:cubicBezTo>
                  <a:pt x="82" y="21"/>
                  <a:pt x="64" y="3"/>
                  <a:pt x="43" y="3"/>
                </a:cubicBezTo>
                <a:cubicBezTo>
                  <a:pt x="41" y="3"/>
                  <a:pt x="39" y="3"/>
                  <a:pt x="36" y="4"/>
                </a:cubicBezTo>
                <a:cubicBezTo>
                  <a:pt x="33" y="1"/>
                  <a:pt x="28" y="0"/>
                  <a:pt x="24" y="0"/>
                </a:cubicBezTo>
                <a:cubicBezTo>
                  <a:pt x="11" y="0"/>
                  <a:pt x="0" y="10"/>
                  <a:pt x="0" y="23"/>
                </a:cubicBezTo>
                <a:cubicBezTo>
                  <a:pt x="0" y="28"/>
                  <a:pt x="2" y="32"/>
                  <a:pt x="4" y="36"/>
                </a:cubicBezTo>
                <a:cubicBezTo>
                  <a:pt x="4" y="38"/>
                  <a:pt x="4" y="40"/>
                  <a:pt x="4" y="42"/>
                </a:cubicBezTo>
                <a:cubicBezTo>
                  <a:pt x="4" y="64"/>
                  <a:pt x="21" y="81"/>
                  <a:pt x="43" y="81"/>
                </a:cubicBezTo>
                <a:cubicBezTo>
                  <a:pt x="45" y="81"/>
                  <a:pt x="48" y="81"/>
                  <a:pt x="50" y="80"/>
                </a:cubicBezTo>
                <a:cubicBezTo>
                  <a:pt x="54" y="83"/>
                  <a:pt x="58" y="84"/>
                  <a:pt x="62" y="84"/>
                </a:cubicBezTo>
                <a:cubicBezTo>
                  <a:pt x="75" y="84"/>
                  <a:pt x="86" y="73"/>
                  <a:pt x="86" y="61"/>
                </a:cubicBezTo>
                <a:cubicBezTo>
                  <a:pt x="86" y="56"/>
                  <a:pt x="84" y="51"/>
                  <a:pt x="82" y="47"/>
                </a:cubicBezTo>
                <a:close/>
                <a:moveTo>
                  <a:pt x="46" y="71"/>
                </a:moveTo>
                <a:cubicBezTo>
                  <a:pt x="34" y="71"/>
                  <a:pt x="28" y="69"/>
                  <a:pt x="23" y="64"/>
                </a:cubicBezTo>
                <a:cubicBezTo>
                  <a:pt x="17" y="58"/>
                  <a:pt x="19" y="52"/>
                  <a:pt x="24" y="51"/>
                </a:cubicBezTo>
                <a:cubicBezTo>
                  <a:pt x="29" y="51"/>
                  <a:pt x="32" y="57"/>
                  <a:pt x="34" y="59"/>
                </a:cubicBezTo>
                <a:cubicBezTo>
                  <a:pt x="37" y="60"/>
                  <a:pt x="47" y="64"/>
                  <a:pt x="52" y="58"/>
                </a:cubicBezTo>
                <a:cubicBezTo>
                  <a:pt x="58" y="51"/>
                  <a:pt x="48" y="48"/>
                  <a:pt x="41" y="47"/>
                </a:cubicBezTo>
                <a:cubicBezTo>
                  <a:pt x="32" y="46"/>
                  <a:pt x="19" y="40"/>
                  <a:pt x="20" y="30"/>
                </a:cubicBezTo>
                <a:cubicBezTo>
                  <a:pt x="21" y="19"/>
                  <a:pt x="29" y="14"/>
                  <a:pt x="37" y="13"/>
                </a:cubicBezTo>
                <a:cubicBezTo>
                  <a:pt x="48" y="12"/>
                  <a:pt x="55" y="15"/>
                  <a:pt x="61" y="19"/>
                </a:cubicBezTo>
                <a:cubicBezTo>
                  <a:pt x="67" y="25"/>
                  <a:pt x="63" y="31"/>
                  <a:pt x="59" y="31"/>
                </a:cubicBezTo>
                <a:cubicBezTo>
                  <a:pt x="55" y="32"/>
                  <a:pt x="51" y="22"/>
                  <a:pt x="42" y="22"/>
                </a:cubicBezTo>
                <a:cubicBezTo>
                  <a:pt x="33" y="22"/>
                  <a:pt x="27" y="32"/>
                  <a:pt x="38" y="35"/>
                </a:cubicBezTo>
                <a:cubicBezTo>
                  <a:pt x="49" y="37"/>
                  <a:pt x="61" y="38"/>
                  <a:pt x="66" y="49"/>
                </a:cubicBezTo>
                <a:cubicBezTo>
                  <a:pt x="70" y="59"/>
                  <a:pt x="59" y="70"/>
                  <a:pt x="46" y="7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0" name="Freeform 127"/>
          <p:cNvSpPr>
            <a:spLocks noEditPoints="1"/>
          </p:cNvSpPr>
          <p:nvPr/>
        </p:nvSpPr>
        <p:spPr bwMode="auto">
          <a:xfrm>
            <a:off x="9626707" y="2779720"/>
            <a:ext cx="114344" cy="149528"/>
          </a:xfrm>
          <a:custGeom>
            <a:avLst/>
            <a:gdLst>
              <a:gd name="T0" fmla="*/ 42 w 48"/>
              <a:gd name="T1" fmla="*/ 8 h 63"/>
              <a:gd name="T2" fmla="*/ 6 w 48"/>
              <a:gd name="T3" fmla="*/ 8 h 63"/>
              <a:gd name="T4" fmla="*/ 0 w 48"/>
              <a:gd name="T5" fmla="*/ 14 h 63"/>
              <a:gd name="T6" fmla="*/ 0 w 48"/>
              <a:gd name="T7" fmla="*/ 16 h 63"/>
              <a:gd name="T8" fmla="*/ 48 w 48"/>
              <a:gd name="T9" fmla="*/ 16 h 63"/>
              <a:gd name="T10" fmla="*/ 48 w 48"/>
              <a:gd name="T11" fmla="*/ 14 h 63"/>
              <a:gd name="T12" fmla="*/ 42 w 48"/>
              <a:gd name="T13" fmla="*/ 8 h 63"/>
              <a:gd name="T14" fmla="*/ 31 w 48"/>
              <a:gd name="T15" fmla="*/ 4 h 63"/>
              <a:gd name="T16" fmla="*/ 32 w 48"/>
              <a:gd name="T17" fmla="*/ 10 h 63"/>
              <a:gd name="T18" fmla="*/ 16 w 48"/>
              <a:gd name="T19" fmla="*/ 10 h 63"/>
              <a:gd name="T20" fmla="*/ 17 w 48"/>
              <a:gd name="T21" fmla="*/ 4 h 63"/>
              <a:gd name="T22" fmla="*/ 31 w 48"/>
              <a:gd name="T23" fmla="*/ 4 h 63"/>
              <a:gd name="T24" fmla="*/ 32 w 48"/>
              <a:gd name="T25" fmla="*/ 0 h 63"/>
              <a:gd name="T26" fmla="*/ 16 w 48"/>
              <a:gd name="T27" fmla="*/ 0 h 63"/>
              <a:gd name="T28" fmla="*/ 13 w 48"/>
              <a:gd name="T29" fmla="*/ 3 h 63"/>
              <a:gd name="T30" fmla="*/ 12 w 48"/>
              <a:gd name="T31" fmla="*/ 11 h 63"/>
              <a:gd name="T32" fmla="*/ 14 w 48"/>
              <a:gd name="T33" fmla="*/ 14 h 63"/>
              <a:gd name="T34" fmla="*/ 34 w 48"/>
              <a:gd name="T35" fmla="*/ 14 h 63"/>
              <a:gd name="T36" fmla="*/ 36 w 48"/>
              <a:gd name="T37" fmla="*/ 11 h 63"/>
              <a:gd name="T38" fmla="*/ 35 w 48"/>
              <a:gd name="T39" fmla="*/ 3 h 63"/>
              <a:gd name="T40" fmla="*/ 32 w 48"/>
              <a:gd name="T41" fmla="*/ 0 h 63"/>
              <a:gd name="T42" fmla="*/ 43 w 48"/>
              <a:gd name="T43" fmla="*/ 20 h 63"/>
              <a:gd name="T44" fmla="*/ 5 w 48"/>
              <a:gd name="T45" fmla="*/ 20 h 63"/>
              <a:gd name="T46" fmla="*/ 2 w 48"/>
              <a:gd name="T47" fmla="*/ 24 h 63"/>
              <a:gd name="T48" fmla="*/ 5 w 48"/>
              <a:gd name="T49" fmla="*/ 59 h 63"/>
              <a:gd name="T50" fmla="*/ 9 w 48"/>
              <a:gd name="T51" fmla="*/ 63 h 63"/>
              <a:gd name="T52" fmla="*/ 39 w 48"/>
              <a:gd name="T53" fmla="*/ 63 h 63"/>
              <a:gd name="T54" fmla="*/ 43 w 48"/>
              <a:gd name="T55" fmla="*/ 59 h 63"/>
              <a:gd name="T56" fmla="*/ 46 w 48"/>
              <a:gd name="T57" fmla="*/ 24 h 63"/>
              <a:gd name="T58" fmla="*/ 43 w 48"/>
              <a:gd name="T59" fmla="*/ 20 h 63"/>
              <a:gd name="T60" fmla="*/ 16 w 48"/>
              <a:gd name="T61" fmla="*/ 55 h 63"/>
              <a:gd name="T62" fmla="*/ 10 w 48"/>
              <a:gd name="T63" fmla="*/ 55 h 63"/>
              <a:gd name="T64" fmla="*/ 8 w 48"/>
              <a:gd name="T65" fmla="*/ 28 h 63"/>
              <a:gd name="T66" fmla="*/ 16 w 48"/>
              <a:gd name="T67" fmla="*/ 28 h 63"/>
              <a:gd name="T68" fmla="*/ 16 w 48"/>
              <a:gd name="T69" fmla="*/ 55 h 63"/>
              <a:gd name="T70" fmla="*/ 28 w 48"/>
              <a:gd name="T71" fmla="*/ 55 h 63"/>
              <a:gd name="T72" fmla="*/ 20 w 48"/>
              <a:gd name="T73" fmla="*/ 55 h 63"/>
              <a:gd name="T74" fmla="*/ 20 w 48"/>
              <a:gd name="T75" fmla="*/ 28 h 63"/>
              <a:gd name="T76" fmla="*/ 28 w 48"/>
              <a:gd name="T77" fmla="*/ 28 h 63"/>
              <a:gd name="T78" fmla="*/ 28 w 48"/>
              <a:gd name="T79" fmla="*/ 55 h 63"/>
              <a:gd name="T80" fmla="*/ 38 w 48"/>
              <a:gd name="T81" fmla="*/ 55 h 63"/>
              <a:gd name="T82" fmla="*/ 32 w 48"/>
              <a:gd name="T83" fmla="*/ 55 h 63"/>
              <a:gd name="T84" fmla="*/ 32 w 48"/>
              <a:gd name="T85" fmla="*/ 28 h 63"/>
              <a:gd name="T86" fmla="*/ 40 w 48"/>
              <a:gd name="T87" fmla="*/ 28 h 63"/>
              <a:gd name="T88" fmla="*/ 38 w 48"/>
              <a:gd name="T89" fmla="*/ 5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8" h="63">
                <a:moveTo>
                  <a:pt x="42" y="8"/>
                </a:moveTo>
                <a:cubicBezTo>
                  <a:pt x="6" y="8"/>
                  <a:pt x="6" y="8"/>
                  <a:pt x="6" y="8"/>
                </a:cubicBezTo>
                <a:cubicBezTo>
                  <a:pt x="3" y="8"/>
                  <a:pt x="0" y="11"/>
                  <a:pt x="0" y="14"/>
                </a:cubicBezTo>
                <a:cubicBezTo>
                  <a:pt x="0" y="16"/>
                  <a:pt x="0" y="16"/>
                  <a:pt x="0" y="16"/>
                </a:cubicBezTo>
                <a:cubicBezTo>
                  <a:pt x="48" y="16"/>
                  <a:pt x="48" y="16"/>
                  <a:pt x="48" y="16"/>
                </a:cubicBezTo>
                <a:cubicBezTo>
                  <a:pt x="48" y="14"/>
                  <a:pt x="48" y="14"/>
                  <a:pt x="48" y="14"/>
                </a:cubicBezTo>
                <a:cubicBezTo>
                  <a:pt x="48" y="11"/>
                  <a:pt x="45" y="8"/>
                  <a:pt x="42" y="8"/>
                </a:cubicBezTo>
                <a:close/>
                <a:moveTo>
                  <a:pt x="31" y="4"/>
                </a:moveTo>
                <a:cubicBezTo>
                  <a:pt x="32" y="10"/>
                  <a:pt x="32" y="10"/>
                  <a:pt x="32" y="10"/>
                </a:cubicBezTo>
                <a:cubicBezTo>
                  <a:pt x="16" y="10"/>
                  <a:pt x="16" y="10"/>
                  <a:pt x="16" y="10"/>
                </a:cubicBezTo>
                <a:cubicBezTo>
                  <a:pt x="17" y="4"/>
                  <a:pt x="17" y="4"/>
                  <a:pt x="17" y="4"/>
                </a:cubicBezTo>
                <a:cubicBezTo>
                  <a:pt x="31" y="4"/>
                  <a:pt x="31" y="4"/>
                  <a:pt x="31" y="4"/>
                </a:cubicBezTo>
                <a:moveTo>
                  <a:pt x="32" y="0"/>
                </a:moveTo>
                <a:cubicBezTo>
                  <a:pt x="16" y="0"/>
                  <a:pt x="16" y="0"/>
                  <a:pt x="16" y="0"/>
                </a:cubicBezTo>
                <a:cubicBezTo>
                  <a:pt x="15" y="0"/>
                  <a:pt x="13" y="1"/>
                  <a:pt x="13" y="3"/>
                </a:cubicBezTo>
                <a:cubicBezTo>
                  <a:pt x="12" y="11"/>
                  <a:pt x="12" y="11"/>
                  <a:pt x="12" y="11"/>
                </a:cubicBezTo>
                <a:cubicBezTo>
                  <a:pt x="11" y="13"/>
                  <a:pt x="13" y="14"/>
                  <a:pt x="14" y="14"/>
                </a:cubicBezTo>
                <a:cubicBezTo>
                  <a:pt x="34" y="14"/>
                  <a:pt x="34" y="14"/>
                  <a:pt x="34" y="14"/>
                </a:cubicBezTo>
                <a:cubicBezTo>
                  <a:pt x="36" y="14"/>
                  <a:pt x="37" y="13"/>
                  <a:pt x="36" y="11"/>
                </a:cubicBezTo>
                <a:cubicBezTo>
                  <a:pt x="35" y="3"/>
                  <a:pt x="35" y="3"/>
                  <a:pt x="35" y="3"/>
                </a:cubicBezTo>
                <a:cubicBezTo>
                  <a:pt x="35" y="1"/>
                  <a:pt x="34" y="0"/>
                  <a:pt x="32" y="0"/>
                </a:cubicBezTo>
                <a:close/>
                <a:moveTo>
                  <a:pt x="43" y="20"/>
                </a:moveTo>
                <a:cubicBezTo>
                  <a:pt x="5" y="20"/>
                  <a:pt x="5" y="20"/>
                  <a:pt x="5" y="20"/>
                </a:cubicBezTo>
                <a:cubicBezTo>
                  <a:pt x="3" y="20"/>
                  <a:pt x="2" y="22"/>
                  <a:pt x="2" y="24"/>
                </a:cubicBezTo>
                <a:cubicBezTo>
                  <a:pt x="5" y="59"/>
                  <a:pt x="5" y="59"/>
                  <a:pt x="5" y="59"/>
                </a:cubicBezTo>
                <a:cubicBezTo>
                  <a:pt x="5" y="61"/>
                  <a:pt x="7" y="63"/>
                  <a:pt x="9" y="63"/>
                </a:cubicBezTo>
                <a:cubicBezTo>
                  <a:pt x="39" y="63"/>
                  <a:pt x="39" y="63"/>
                  <a:pt x="39" y="63"/>
                </a:cubicBezTo>
                <a:cubicBezTo>
                  <a:pt x="41" y="63"/>
                  <a:pt x="43" y="61"/>
                  <a:pt x="43" y="59"/>
                </a:cubicBezTo>
                <a:cubicBezTo>
                  <a:pt x="46" y="24"/>
                  <a:pt x="46" y="24"/>
                  <a:pt x="46" y="24"/>
                </a:cubicBezTo>
                <a:cubicBezTo>
                  <a:pt x="47" y="22"/>
                  <a:pt x="45" y="20"/>
                  <a:pt x="43" y="20"/>
                </a:cubicBezTo>
                <a:close/>
                <a:moveTo>
                  <a:pt x="16" y="55"/>
                </a:moveTo>
                <a:cubicBezTo>
                  <a:pt x="10" y="55"/>
                  <a:pt x="10" y="55"/>
                  <a:pt x="10" y="55"/>
                </a:cubicBezTo>
                <a:cubicBezTo>
                  <a:pt x="8" y="28"/>
                  <a:pt x="8" y="28"/>
                  <a:pt x="8" y="28"/>
                </a:cubicBezTo>
                <a:cubicBezTo>
                  <a:pt x="16" y="28"/>
                  <a:pt x="16" y="28"/>
                  <a:pt x="16" y="28"/>
                </a:cubicBezTo>
                <a:lnTo>
                  <a:pt x="16" y="55"/>
                </a:lnTo>
                <a:close/>
                <a:moveTo>
                  <a:pt x="28" y="55"/>
                </a:moveTo>
                <a:cubicBezTo>
                  <a:pt x="20" y="55"/>
                  <a:pt x="20" y="55"/>
                  <a:pt x="20" y="55"/>
                </a:cubicBezTo>
                <a:cubicBezTo>
                  <a:pt x="20" y="28"/>
                  <a:pt x="20" y="28"/>
                  <a:pt x="20" y="28"/>
                </a:cubicBezTo>
                <a:cubicBezTo>
                  <a:pt x="28" y="28"/>
                  <a:pt x="28" y="28"/>
                  <a:pt x="28" y="28"/>
                </a:cubicBezTo>
                <a:lnTo>
                  <a:pt x="28" y="55"/>
                </a:lnTo>
                <a:close/>
                <a:moveTo>
                  <a:pt x="38" y="55"/>
                </a:moveTo>
                <a:cubicBezTo>
                  <a:pt x="32" y="55"/>
                  <a:pt x="32" y="55"/>
                  <a:pt x="32" y="55"/>
                </a:cubicBezTo>
                <a:cubicBezTo>
                  <a:pt x="32" y="28"/>
                  <a:pt x="32" y="28"/>
                  <a:pt x="32" y="28"/>
                </a:cubicBezTo>
                <a:cubicBezTo>
                  <a:pt x="40" y="28"/>
                  <a:pt x="40" y="28"/>
                  <a:pt x="40" y="28"/>
                </a:cubicBezTo>
                <a:lnTo>
                  <a:pt x="38" y="5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1" name="Freeform 128"/>
          <p:cNvSpPr>
            <a:spLocks noEditPoints="1"/>
          </p:cNvSpPr>
          <p:nvPr/>
        </p:nvSpPr>
        <p:spPr bwMode="auto">
          <a:xfrm>
            <a:off x="9291004" y="4003791"/>
            <a:ext cx="312249" cy="313714"/>
          </a:xfrm>
          <a:custGeom>
            <a:avLst/>
            <a:gdLst>
              <a:gd name="T0" fmla="*/ 65 w 130"/>
              <a:gd name="T1" fmla="*/ 0 h 131"/>
              <a:gd name="T2" fmla="*/ 0 w 130"/>
              <a:gd name="T3" fmla="*/ 65 h 131"/>
              <a:gd name="T4" fmla="*/ 65 w 130"/>
              <a:gd name="T5" fmla="*/ 131 h 131"/>
              <a:gd name="T6" fmla="*/ 130 w 130"/>
              <a:gd name="T7" fmla="*/ 65 h 131"/>
              <a:gd name="T8" fmla="*/ 65 w 130"/>
              <a:gd name="T9" fmla="*/ 0 h 131"/>
              <a:gd name="T10" fmla="*/ 65 w 130"/>
              <a:gd name="T11" fmla="*/ 114 h 131"/>
              <a:gd name="T12" fmla="*/ 16 w 130"/>
              <a:gd name="T13" fmla="*/ 65 h 131"/>
              <a:gd name="T14" fmla="*/ 65 w 130"/>
              <a:gd name="T15" fmla="*/ 17 h 131"/>
              <a:gd name="T16" fmla="*/ 114 w 130"/>
              <a:gd name="T17" fmla="*/ 65 h 131"/>
              <a:gd name="T18" fmla="*/ 65 w 130"/>
              <a:gd name="T19" fmla="*/ 114 h 131"/>
              <a:gd name="T20" fmla="*/ 40 w 130"/>
              <a:gd name="T21" fmla="*/ 65 h 131"/>
              <a:gd name="T22" fmla="*/ 65 w 130"/>
              <a:gd name="T23" fmla="*/ 90 h 131"/>
              <a:gd name="T24" fmla="*/ 89 w 130"/>
              <a:gd name="T25" fmla="*/ 65 h 131"/>
              <a:gd name="T26" fmla="*/ 65 w 130"/>
              <a:gd name="T27" fmla="*/ 41 h 131"/>
              <a:gd name="T28" fmla="*/ 40 w 130"/>
              <a:gd name="T29" fmla="*/ 6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0" h="131">
                <a:moveTo>
                  <a:pt x="65" y="0"/>
                </a:moveTo>
                <a:cubicBezTo>
                  <a:pt x="29" y="0"/>
                  <a:pt x="0" y="29"/>
                  <a:pt x="0" y="65"/>
                </a:cubicBezTo>
                <a:cubicBezTo>
                  <a:pt x="0" y="101"/>
                  <a:pt x="29" y="131"/>
                  <a:pt x="65" y="131"/>
                </a:cubicBezTo>
                <a:cubicBezTo>
                  <a:pt x="101" y="131"/>
                  <a:pt x="130" y="101"/>
                  <a:pt x="130" y="65"/>
                </a:cubicBezTo>
                <a:cubicBezTo>
                  <a:pt x="130" y="29"/>
                  <a:pt x="101" y="0"/>
                  <a:pt x="65" y="0"/>
                </a:cubicBezTo>
                <a:close/>
                <a:moveTo>
                  <a:pt x="65" y="114"/>
                </a:moveTo>
                <a:cubicBezTo>
                  <a:pt x="38" y="114"/>
                  <a:pt x="16" y="92"/>
                  <a:pt x="16" y="65"/>
                </a:cubicBezTo>
                <a:cubicBezTo>
                  <a:pt x="16" y="38"/>
                  <a:pt x="38" y="17"/>
                  <a:pt x="65" y="17"/>
                </a:cubicBezTo>
                <a:cubicBezTo>
                  <a:pt x="92" y="17"/>
                  <a:pt x="114" y="38"/>
                  <a:pt x="114" y="65"/>
                </a:cubicBezTo>
                <a:cubicBezTo>
                  <a:pt x="114" y="92"/>
                  <a:pt x="92" y="114"/>
                  <a:pt x="65" y="114"/>
                </a:cubicBezTo>
                <a:close/>
                <a:moveTo>
                  <a:pt x="40" y="65"/>
                </a:moveTo>
                <a:cubicBezTo>
                  <a:pt x="40" y="79"/>
                  <a:pt x="51" y="90"/>
                  <a:pt x="65" y="90"/>
                </a:cubicBezTo>
                <a:cubicBezTo>
                  <a:pt x="78" y="90"/>
                  <a:pt x="89" y="79"/>
                  <a:pt x="89" y="65"/>
                </a:cubicBezTo>
                <a:cubicBezTo>
                  <a:pt x="89" y="52"/>
                  <a:pt x="78" y="41"/>
                  <a:pt x="65" y="41"/>
                </a:cubicBezTo>
                <a:cubicBezTo>
                  <a:pt x="51" y="41"/>
                  <a:pt x="40" y="52"/>
                  <a:pt x="40" y="6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2" name="Freeform 129"/>
          <p:cNvSpPr>
            <a:spLocks noEditPoints="1"/>
          </p:cNvSpPr>
          <p:nvPr/>
        </p:nvSpPr>
        <p:spPr bwMode="auto">
          <a:xfrm>
            <a:off x="9063781" y="2693229"/>
            <a:ext cx="517482" cy="224291"/>
          </a:xfrm>
          <a:custGeom>
            <a:avLst/>
            <a:gdLst>
              <a:gd name="T0" fmla="*/ 188 w 216"/>
              <a:gd name="T1" fmla="*/ 41 h 94"/>
              <a:gd name="T2" fmla="*/ 178 w 216"/>
              <a:gd name="T3" fmla="*/ 43 h 94"/>
              <a:gd name="T4" fmla="*/ 129 w 216"/>
              <a:gd name="T5" fmla="*/ 0 h 94"/>
              <a:gd name="T6" fmla="*/ 111 w 216"/>
              <a:gd name="T7" fmla="*/ 3 h 94"/>
              <a:gd name="T8" fmla="*/ 108 w 216"/>
              <a:gd name="T9" fmla="*/ 6 h 94"/>
              <a:gd name="T10" fmla="*/ 108 w 216"/>
              <a:gd name="T11" fmla="*/ 91 h 94"/>
              <a:gd name="T12" fmla="*/ 111 w 216"/>
              <a:gd name="T13" fmla="*/ 94 h 94"/>
              <a:gd name="T14" fmla="*/ 188 w 216"/>
              <a:gd name="T15" fmla="*/ 94 h 94"/>
              <a:gd name="T16" fmla="*/ 216 w 216"/>
              <a:gd name="T17" fmla="*/ 68 h 94"/>
              <a:gd name="T18" fmla="*/ 188 w 216"/>
              <a:gd name="T19" fmla="*/ 41 h 94"/>
              <a:gd name="T20" fmla="*/ 85 w 216"/>
              <a:gd name="T21" fmla="*/ 94 h 94"/>
              <a:gd name="T22" fmla="*/ 91 w 216"/>
              <a:gd name="T23" fmla="*/ 94 h 94"/>
              <a:gd name="T24" fmla="*/ 95 w 216"/>
              <a:gd name="T25" fmla="*/ 47 h 94"/>
              <a:gd name="T26" fmla="*/ 91 w 216"/>
              <a:gd name="T27" fmla="*/ 0 h 94"/>
              <a:gd name="T28" fmla="*/ 85 w 216"/>
              <a:gd name="T29" fmla="*/ 0 h 94"/>
              <a:gd name="T30" fmla="*/ 81 w 216"/>
              <a:gd name="T31" fmla="*/ 47 h 94"/>
              <a:gd name="T32" fmla="*/ 85 w 216"/>
              <a:gd name="T33" fmla="*/ 94 h 94"/>
              <a:gd name="T34" fmla="*/ 64 w 216"/>
              <a:gd name="T35" fmla="*/ 94 h 94"/>
              <a:gd name="T36" fmla="*/ 58 w 216"/>
              <a:gd name="T37" fmla="*/ 94 h 94"/>
              <a:gd name="T38" fmla="*/ 54 w 216"/>
              <a:gd name="T39" fmla="*/ 60 h 94"/>
              <a:gd name="T40" fmla="*/ 58 w 216"/>
              <a:gd name="T41" fmla="*/ 27 h 94"/>
              <a:gd name="T42" fmla="*/ 64 w 216"/>
              <a:gd name="T43" fmla="*/ 27 h 94"/>
              <a:gd name="T44" fmla="*/ 68 w 216"/>
              <a:gd name="T45" fmla="*/ 61 h 94"/>
              <a:gd name="T46" fmla="*/ 64 w 216"/>
              <a:gd name="T47" fmla="*/ 94 h 94"/>
              <a:gd name="T48" fmla="*/ 31 w 216"/>
              <a:gd name="T49" fmla="*/ 94 h 94"/>
              <a:gd name="T50" fmla="*/ 37 w 216"/>
              <a:gd name="T51" fmla="*/ 94 h 94"/>
              <a:gd name="T52" fmla="*/ 41 w 216"/>
              <a:gd name="T53" fmla="*/ 67 h 94"/>
              <a:gd name="T54" fmla="*/ 37 w 216"/>
              <a:gd name="T55" fmla="*/ 40 h 94"/>
              <a:gd name="T56" fmla="*/ 31 w 216"/>
              <a:gd name="T57" fmla="*/ 40 h 94"/>
              <a:gd name="T58" fmla="*/ 27 w 216"/>
              <a:gd name="T59" fmla="*/ 67 h 94"/>
              <a:gd name="T60" fmla="*/ 31 w 216"/>
              <a:gd name="T61" fmla="*/ 94 h 94"/>
              <a:gd name="T62" fmla="*/ 4 w 216"/>
              <a:gd name="T63" fmla="*/ 81 h 94"/>
              <a:gd name="T64" fmla="*/ 10 w 216"/>
              <a:gd name="T65" fmla="*/ 81 h 94"/>
              <a:gd name="T66" fmla="*/ 14 w 216"/>
              <a:gd name="T67" fmla="*/ 67 h 94"/>
              <a:gd name="T68" fmla="*/ 10 w 216"/>
              <a:gd name="T69" fmla="*/ 54 h 94"/>
              <a:gd name="T70" fmla="*/ 4 w 216"/>
              <a:gd name="T71" fmla="*/ 54 h 94"/>
              <a:gd name="T72" fmla="*/ 0 w 216"/>
              <a:gd name="T73" fmla="*/ 67 h 94"/>
              <a:gd name="T74" fmla="*/ 4 w 216"/>
              <a:gd name="T75" fmla="*/ 8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6" h="94">
                <a:moveTo>
                  <a:pt x="188" y="41"/>
                </a:moveTo>
                <a:cubicBezTo>
                  <a:pt x="184" y="41"/>
                  <a:pt x="181" y="42"/>
                  <a:pt x="178" y="43"/>
                </a:cubicBezTo>
                <a:cubicBezTo>
                  <a:pt x="175" y="19"/>
                  <a:pt x="154" y="0"/>
                  <a:pt x="129" y="0"/>
                </a:cubicBezTo>
                <a:cubicBezTo>
                  <a:pt x="122" y="0"/>
                  <a:pt x="116" y="1"/>
                  <a:pt x="111" y="3"/>
                </a:cubicBezTo>
                <a:cubicBezTo>
                  <a:pt x="109" y="4"/>
                  <a:pt x="108" y="5"/>
                  <a:pt x="108" y="6"/>
                </a:cubicBezTo>
                <a:cubicBezTo>
                  <a:pt x="108" y="91"/>
                  <a:pt x="108" y="91"/>
                  <a:pt x="108" y="91"/>
                </a:cubicBezTo>
                <a:cubicBezTo>
                  <a:pt x="108" y="93"/>
                  <a:pt x="110" y="94"/>
                  <a:pt x="111" y="94"/>
                </a:cubicBezTo>
                <a:cubicBezTo>
                  <a:pt x="111" y="94"/>
                  <a:pt x="188" y="94"/>
                  <a:pt x="188" y="94"/>
                </a:cubicBezTo>
                <a:cubicBezTo>
                  <a:pt x="204" y="94"/>
                  <a:pt x="216" y="82"/>
                  <a:pt x="216" y="68"/>
                </a:cubicBezTo>
                <a:cubicBezTo>
                  <a:pt x="216" y="53"/>
                  <a:pt x="204" y="41"/>
                  <a:pt x="188" y="41"/>
                </a:cubicBezTo>
                <a:close/>
                <a:moveTo>
                  <a:pt x="85" y="94"/>
                </a:moveTo>
                <a:cubicBezTo>
                  <a:pt x="91" y="94"/>
                  <a:pt x="91" y="94"/>
                  <a:pt x="91" y="94"/>
                </a:cubicBezTo>
                <a:cubicBezTo>
                  <a:pt x="95" y="47"/>
                  <a:pt x="95" y="47"/>
                  <a:pt x="95" y="47"/>
                </a:cubicBezTo>
                <a:cubicBezTo>
                  <a:pt x="91" y="0"/>
                  <a:pt x="91" y="0"/>
                  <a:pt x="91" y="0"/>
                </a:cubicBezTo>
                <a:cubicBezTo>
                  <a:pt x="85" y="0"/>
                  <a:pt x="85" y="0"/>
                  <a:pt x="85" y="0"/>
                </a:cubicBezTo>
                <a:cubicBezTo>
                  <a:pt x="81" y="47"/>
                  <a:pt x="81" y="47"/>
                  <a:pt x="81" y="47"/>
                </a:cubicBezTo>
                <a:lnTo>
                  <a:pt x="85" y="94"/>
                </a:lnTo>
                <a:close/>
                <a:moveTo>
                  <a:pt x="64" y="94"/>
                </a:moveTo>
                <a:cubicBezTo>
                  <a:pt x="58" y="94"/>
                  <a:pt x="58" y="94"/>
                  <a:pt x="58" y="94"/>
                </a:cubicBezTo>
                <a:cubicBezTo>
                  <a:pt x="54" y="60"/>
                  <a:pt x="54" y="60"/>
                  <a:pt x="54" y="60"/>
                </a:cubicBezTo>
                <a:cubicBezTo>
                  <a:pt x="58" y="27"/>
                  <a:pt x="58" y="27"/>
                  <a:pt x="58" y="27"/>
                </a:cubicBezTo>
                <a:cubicBezTo>
                  <a:pt x="64" y="27"/>
                  <a:pt x="64" y="27"/>
                  <a:pt x="64" y="27"/>
                </a:cubicBezTo>
                <a:cubicBezTo>
                  <a:pt x="68" y="61"/>
                  <a:pt x="68" y="61"/>
                  <a:pt x="68" y="61"/>
                </a:cubicBezTo>
                <a:lnTo>
                  <a:pt x="64" y="94"/>
                </a:lnTo>
                <a:close/>
                <a:moveTo>
                  <a:pt x="31" y="94"/>
                </a:moveTo>
                <a:cubicBezTo>
                  <a:pt x="37" y="94"/>
                  <a:pt x="37" y="94"/>
                  <a:pt x="37" y="94"/>
                </a:cubicBezTo>
                <a:cubicBezTo>
                  <a:pt x="41" y="67"/>
                  <a:pt x="41" y="67"/>
                  <a:pt x="41" y="67"/>
                </a:cubicBezTo>
                <a:cubicBezTo>
                  <a:pt x="37" y="40"/>
                  <a:pt x="37" y="40"/>
                  <a:pt x="37" y="40"/>
                </a:cubicBezTo>
                <a:cubicBezTo>
                  <a:pt x="31" y="40"/>
                  <a:pt x="31" y="40"/>
                  <a:pt x="31" y="40"/>
                </a:cubicBezTo>
                <a:cubicBezTo>
                  <a:pt x="27" y="67"/>
                  <a:pt x="27" y="67"/>
                  <a:pt x="27" y="67"/>
                </a:cubicBezTo>
                <a:lnTo>
                  <a:pt x="31" y="94"/>
                </a:lnTo>
                <a:close/>
                <a:moveTo>
                  <a:pt x="4" y="81"/>
                </a:moveTo>
                <a:cubicBezTo>
                  <a:pt x="10" y="81"/>
                  <a:pt x="10" y="81"/>
                  <a:pt x="10" y="81"/>
                </a:cubicBezTo>
                <a:cubicBezTo>
                  <a:pt x="14" y="67"/>
                  <a:pt x="14" y="67"/>
                  <a:pt x="14" y="67"/>
                </a:cubicBezTo>
                <a:cubicBezTo>
                  <a:pt x="10" y="54"/>
                  <a:pt x="10" y="54"/>
                  <a:pt x="10" y="54"/>
                </a:cubicBezTo>
                <a:cubicBezTo>
                  <a:pt x="4" y="54"/>
                  <a:pt x="4" y="54"/>
                  <a:pt x="4" y="54"/>
                </a:cubicBezTo>
                <a:cubicBezTo>
                  <a:pt x="0" y="67"/>
                  <a:pt x="0" y="67"/>
                  <a:pt x="0" y="67"/>
                </a:cubicBezTo>
                <a:lnTo>
                  <a:pt x="4" y="8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3" name="Freeform 130"/>
          <p:cNvSpPr>
            <a:spLocks noEditPoints="1"/>
          </p:cNvSpPr>
          <p:nvPr/>
        </p:nvSpPr>
        <p:spPr bwMode="auto">
          <a:xfrm>
            <a:off x="9162000" y="2961498"/>
            <a:ext cx="287327" cy="256542"/>
          </a:xfrm>
          <a:custGeom>
            <a:avLst/>
            <a:gdLst>
              <a:gd name="T0" fmla="*/ 50 w 120"/>
              <a:gd name="T1" fmla="*/ 0 h 107"/>
              <a:gd name="T2" fmla="*/ 50 w 120"/>
              <a:gd name="T3" fmla="*/ 0 h 107"/>
              <a:gd name="T4" fmla="*/ 100 w 120"/>
              <a:gd name="T5" fmla="*/ 41 h 107"/>
              <a:gd name="T6" fmla="*/ 50 w 120"/>
              <a:gd name="T7" fmla="*/ 81 h 107"/>
              <a:gd name="T8" fmla="*/ 42 w 120"/>
              <a:gd name="T9" fmla="*/ 81 h 107"/>
              <a:gd name="T10" fmla="*/ 7 w 120"/>
              <a:gd name="T11" fmla="*/ 93 h 107"/>
              <a:gd name="T12" fmla="*/ 7 w 120"/>
              <a:gd name="T13" fmla="*/ 91 h 107"/>
              <a:gd name="T14" fmla="*/ 19 w 120"/>
              <a:gd name="T15" fmla="*/ 75 h 107"/>
              <a:gd name="T16" fmla="*/ 19 w 120"/>
              <a:gd name="T17" fmla="*/ 72 h 107"/>
              <a:gd name="T18" fmla="*/ 0 w 120"/>
              <a:gd name="T19" fmla="*/ 41 h 107"/>
              <a:gd name="T20" fmla="*/ 50 w 120"/>
              <a:gd name="T21" fmla="*/ 0 h 107"/>
              <a:gd name="T22" fmla="*/ 104 w 120"/>
              <a:gd name="T23" fmla="*/ 91 h 107"/>
              <a:gd name="T24" fmla="*/ 113 w 120"/>
              <a:gd name="T25" fmla="*/ 104 h 107"/>
              <a:gd name="T26" fmla="*/ 113 w 120"/>
              <a:gd name="T27" fmla="*/ 107 h 107"/>
              <a:gd name="T28" fmla="*/ 83 w 120"/>
              <a:gd name="T29" fmla="*/ 96 h 107"/>
              <a:gd name="T30" fmla="*/ 77 w 120"/>
              <a:gd name="T31" fmla="*/ 96 h 107"/>
              <a:gd name="T32" fmla="*/ 50 w 120"/>
              <a:gd name="T33" fmla="*/ 89 h 107"/>
              <a:gd name="T34" fmla="*/ 90 w 120"/>
              <a:gd name="T35" fmla="*/ 75 h 107"/>
              <a:gd name="T36" fmla="*/ 103 w 120"/>
              <a:gd name="T37" fmla="*/ 60 h 107"/>
              <a:gd name="T38" fmla="*/ 108 w 120"/>
              <a:gd name="T39" fmla="*/ 41 h 107"/>
              <a:gd name="T40" fmla="*/ 108 w 120"/>
              <a:gd name="T41" fmla="*/ 37 h 107"/>
              <a:gd name="T42" fmla="*/ 120 w 120"/>
              <a:gd name="T43" fmla="*/ 62 h 107"/>
              <a:gd name="T44" fmla="*/ 104 w 120"/>
              <a:gd name="T45" fmla="*/ 88 h 107"/>
              <a:gd name="T46" fmla="*/ 104 w 120"/>
              <a:gd name="T47" fmla="*/ 9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0" h="107">
                <a:moveTo>
                  <a:pt x="50" y="0"/>
                </a:moveTo>
                <a:cubicBezTo>
                  <a:pt x="50" y="0"/>
                  <a:pt x="50" y="0"/>
                  <a:pt x="50" y="0"/>
                </a:cubicBezTo>
                <a:cubicBezTo>
                  <a:pt x="78" y="0"/>
                  <a:pt x="100" y="18"/>
                  <a:pt x="100" y="41"/>
                </a:cubicBezTo>
                <a:cubicBezTo>
                  <a:pt x="100" y="63"/>
                  <a:pt x="78" y="81"/>
                  <a:pt x="50" y="81"/>
                </a:cubicBezTo>
                <a:cubicBezTo>
                  <a:pt x="47" y="81"/>
                  <a:pt x="45" y="81"/>
                  <a:pt x="42" y="81"/>
                </a:cubicBezTo>
                <a:cubicBezTo>
                  <a:pt x="32" y="91"/>
                  <a:pt x="19" y="93"/>
                  <a:pt x="7" y="93"/>
                </a:cubicBezTo>
                <a:cubicBezTo>
                  <a:pt x="7" y="91"/>
                  <a:pt x="7" y="91"/>
                  <a:pt x="7" y="91"/>
                </a:cubicBezTo>
                <a:cubicBezTo>
                  <a:pt x="14" y="87"/>
                  <a:pt x="19" y="82"/>
                  <a:pt x="19" y="75"/>
                </a:cubicBezTo>
                <a:cubicBezTo>
                  <a:pt x="19" y="74"/>
                  <a:pt x="19" y="73"/>
                  <a:pt x="19" y="72"/>
                </a:cubicBezTo>
                <a:cubicBezTo>
                  <a:pt x="8" y="65"/>
                  <a:pt x="0" y="53"/>
                  <a:pt x="0" y="41"/>
                </a:cubicBezTo>
                <a:cubicBezTo>
                  <a:pt x="0" y="18"/>
                  <a:pt x="23" y="0"/>
                  <a:pt x="50" y="0"/>
                </a:cubicBezTo>
                <a:close/>
                <a:moveTo>
                  <a:pt x="104" y="91"/>
                </a:moveTo>
                <a:cubicBezTo>
                  <a:pt x="104" y="97"/>
                  <a:pt x="107" y="102"/>
                  <a:pt x="113" y="104"/>
                </a:cubicBezTo>
                <a:cubicBezTo>
                  <a:pt x="113" y="107"/>
                  <a:pt x="113" y="107"/>
                  <a:pt x="113" y="107"/>
                </a:cubicBezTo>
                <a:cubicBezTo>
                  <a:pt x="102" y="106"/>
                  <a:pt x="93" y="105"/>
                  <a:pt x="83" y="96"/>
                </a:cubicBezTo>
                <a:cubicBezTo>
                  <a:pt x="81" y="96"/>
                  <a:pt x="79" y="96"/>
                  <a:pt x="77" y="96"/>
                </a:cubicBezTo>
                <a:cubicBezTo>
                  <a:pt x="67" y="96"/>
                  <a:pt x="58" y="93"/>
                  <a:pt x="50" y="89"/>
                </a:cubicBezTo>
                <a:cubicBezTo>
                  <a:pt x="65" y="89"/>
                  <a:pt x="79" y="84"/>
                  <a:pt x="90" y="75"/>
                </a:cubicBezTo>
                <a:cubicBezTo>
                  <a:pt x="96" y="71"/>
                  <a:pt x="100" y="66"/>
                  <a:pt x="103" y="60"/>
                </a:cubicBezTo>
                <a:cubicBezTo>
                  <a:pt x="106" y="54"/>
                  <a:pt x="108" y="47"/>
                  <a:pt x="108" y="41"/>
                </a:cubicBezTo>
                <a:cubicBezTo>
                  <a:pt x="108" y="40"/>
                  <a:pt x="108" y="39"/>
                  <a:pt x="108" y="37"/>
                </a:cubicBezTo>
                <a:cubicBezTo>
                  <a:pt x="115" y="44"/>
                  <a:pt x="120" y="52"/>
                  <a:pt x="120" y="62"/>
                </a:cubicBezTo>
                <a:cubicBezTo>
                  <a:pt x="120" y="72"/>
                  <a:pt x="114" y="82"/>
                  <a:pt x="104" y="88"/>
                </a:cubicBezTo>
                <a:cubicBezTo>
                  <a:pt x="104" y="89"/>
                  <a:pt x="104" y="90"/>
                  <a:pt x="104" y="9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4" name="Freeform 131"/>
          <p:cNvSpPr>
            <a:spLocks noEditPoints="1"/>
          </p:cNvSpPr>
          <p:nvPr/>
        </p:nvSpPr>
        <p:spPr bwMode="auto">
          <a:xfrm>
            <a:off x="9191319" y="3245892"/>
            <a:ext cx="253610" cy="252144"/>
          </a:xfrm>
          <a:custGeom>
            <a:avLst/>
            <a:gdLst>
              <a:gd name="T0" fmla="*/ 20 w 106"/>
              <a:gd name="T1" fmla="*/ 53 h 105"/>
              <a:gd name="T2" fmla="*/ 20 w 106"/>
              <a:gd name="T3" fmla="*/ 49 h 105"/>
              <a:gd name="T4" fmla="*/ 1 w 106"/>
              <a:gd name="T5" fmla="*/ 43 h 105"/>
              <a:gd name="T6" fmla="*/ 0 w 106"/>
              <a:gd name="T7" fmla="*/ 53 h 105"/>
              <a:gd name="T8" fmla="*/ 17 w 106"/>
              <a:gd name="T9" fmla="*/ 91 h 105"/>
              <a:gd name="T10" fmla="*/ 29 w 106"/>
              <a:gd name="T11" fmla="*/ 75 h 105"/>
              <a:gd name="T12" fmla="*/ 20 w 106"/>
              <a:gd name="T13" fmla="*/ 53 h 105"/>
              <a:gd name="T14" fmla="*/ 86 w 106"/>
              <a:gd name="T15" fmla="*/ 53 h 105"/>
              <a:gd name="T16" fmla="*/ 77 w 106"/>
              <a:gd name="T17" fmla="*/ 75 h 105"/>
              <a:gd name="T18" fmla="*/ 89 w 106"/>
              <a:gd name="T19" fmla="*/ 91 h 105"/>
              <a:gd name="T20" fmla="*/ 106 w 106"/>
              <a:gd name="T21" fmla="*/ 53 h 105"/>
              <a:gd name="T22" fmla="*/ 105 w 106"/>
              <a:gd name="T23" fmla="*/ 43 h 105"/>
              <a:gd name="T24" fmla="*/ 86 w 106"/>
              <a:gd name="T25" fmla="*/ 49 h 105"/>
              <a:gd name="T26" fmla="*/ 86 w 106"/>
              <a:gd name="T27" fmla="*/ 53 h 105"/>
              <a:gd name="T28" fmla="*/ 59 w 106"/>
              <a:gd name="T29" fmla="*/ 20 h 105"/>
              <a:gd name="T30" fmla="*/ 82 w 106"/>
              <a:gd name="T31" fmla="*/ 36 h 105"/>
              <a:gd name="T32" fmla="*/ 101 w 106"/>
              <a:gd name="T33" fmla="*/ 30 h 105"/>
              <a:gd name="T34" fmla="*/ 59 w 106"/>
              <a:gd name="T35" fmla="*/ 0 h 105"/>
              <a:gd name="T36" fmla="*/ 59 w 106"/>
              <a:gd name="T37" fmla="*/ 20 h 105"/>
              <a:gd name="T38" fmla="*/ 24 w 106"/>
              <a:gd name="T39" fmla="*/ 36 h 105"/>
              <a:gd name="T40" fmla="*/ 46 w 106"/>
              <a:gd name="T41" fmla="*/ 20 h 105"/>
              <a:gd name="T42" fmla="*/ 46 w 106"/>
              <a:gd name="T43" fmla="*/ 0 h 105"/>
              <a:gd name="T44" fmla="*/ 5 w 106"/>
              <a:gd name="T45" fmla="*/ 30 h 105"/>
              <a:gd name="T46" fmla="*/ 24 w 106"/>
              <a:gd name="T47" fmla="*/ 36 h 105"/>
              <a:gd name="T48" fmla="*/ 67 w 106"/>
              <a:gd name="T49" fmla="*/ 83 h 105"/>
              <a:gd name="T50" fmla="*/ 53 w 106"/>
              <a:gd name="T51" fmla="*/ 85 h 105"/>
              <a:gd name="T52" fmla="*/ 39 w 106"/>
              <a:gd name="T53" fmla="*/ 83 h 105"/>
              <a:gd name="T54" fmla="*/ 28 w 106"/>
              <a:gd name="T55" fmla="*/ 99 h 105"/>
              <a:gd name="T56" fmla="*/ 53 w 106"/>
              <a:gd name="T57" fmla="*/ 105 h 105"/>
              <a:gd name="T58" fmla="*/ 78 w 106"/>
              <a:gd name="T59" fmla="*/ 99 h 105"/>
              <a:gd name="T60" fmla="*/ 67 w 106"/>
              <a:gd name="T61"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 h="105">
                <a:moveTo>
                  <a:pt x="20" y="53"/>
                </a:moveTo>
                <a:cubicBezTo>
                  <a:pt x="20" y="51"/>
                  <a:pt x="20" y="50"/>
                  <a:pt x="20" y="49"/>
                </a:cubicBezTo>
                <a:cubicBezTo>
                  <a:pt x="1" y="43"/>
                  <a:pt x="1" y="43"/>
                  <a:pt x="1" y="43"/>
                </a:cubicBezTo>
                <a:cubicBezTo>
                  <a:pt x="1" y="46"/>
                  <a:pt x="0" y="49"/>
                  <a:pt x="0" y="53"/>
                </a:cubicBezTo>
                <a:cubicBezTo>
                  <a:pt x="0" y="68"/>
                  <a:pt x="7" y="81"/>
                  <a:pt x="17" y="91"/>
                </a:cubicBezTo>
                <a:cubicBezTo>
                  <a:pt x="29" y="75"/>
                  <a:pt x="29" y="75"/>
                  <a:pt x="29" y="75"/>
                </a:cubicBezTo>
                <a:cubicBezTo>
                  <a:pt x="23" y="69"/>
                  <a:pt x="20" y="61"/>
                  <a:pt x="20" y="53"/>
                </a:cubicBezTo>
                <a:close/>
                <a:moveTo>
                  <a:pt x="86" y="53"/>
                </a:moveTo>
                <a:cubicBezTo>
                  <a:pt x="86" y="61"/>
                  <a:pt x="83" y="69"/>
                  <a:pt x="77" y="75"/>
                </a:cubicBezTo>
                <a:cubicBezTo>
                  <a:pt x="89" y="91"/>
                  <a:pt x="89" y="91"/>
                  <a:pt x="89" y="91"/>
                </a:cubicBezTo>
                <a:cubicBezTo>
                  <a:pt x="99" y="81"/>
                  <a:pt x="106" y="68"/>
                  <a:pt x="106" y="53"/>
                </a:cubicBezTo>
                <a:cubicBezTo>
                  <a:pt x="106" y="49"/>
                  <a:pt x="105" y="46"/>
                  <a:pt x="105" y="43"/>
                </a:cubicBezTo>
                <a:cubicBezTo>
                  <a:pt x="86" y="49"/>
                  <a:pt x="86" y="49"/>
                  <a:pt x="86" y="49"/>
                </a:cubicBezTo>
                <a:cubicBezTo>
                  <a:pt x="86" y="50"/>
                  <a:pt x="86" y="51"/>
                  <a:pt x="86" y="53"/>
                </a:cubicBezTo>
                <a:close/>
                <a:moveTo>
                  <a:pt x="59" y="20"/>
                </a:moveTo>
                <a:cubicBezTo>
                  <a:pt x="69" y="22"/>
                  <a:pt x="77" y="28"/>
                  <a:pt x="82" y="36"/>
                </a:cubicBezTo>
                <a:cubicBezTo>
                  <a:pt x="101" y="30"/>
                  <a:pt x="101" y="30"/>
                  <a:pt x="101" y="30"/>
                </a:cubicBezTo>
                <a:cubicBezTo>
                  <a:pt x="93" y="14"/>
                  <a:pt x="78" y="3"/>
                  <a:pt x="59" y="0"/>
                </a:cubicBezTo>
                <a:lnTo>
                  <a:pt x="59" y="20"/>
                </a:lnTo>
                <a:close/>
                <a:moveTo>
                  <a:pt x="24" y="36"/>
                </a:moveTo>
                <a:cubicBezTo>
                  <a:pt x="29" y="28"/>
                  <a:pt x="37" y="22"/>
                  <a:pt x="46" y="20"/>
                </a:cubicBezTo>
                <a:cubicBezTo>
                  <a:pt x="46" y="0"/>
                  <a:pt x="46" y="0"/>
                  <a:pt x="46" y="0"/>
                </a:cubicBezTo>
                <a:cubicBezTo>
                  <a:pt x="28" y="3"/>
                  <a:pt x="13" y="14"/>
                  <a:pt x="5" y="30"/>
                </a:cubicBezTo>
                <a:lnTo>
                  <a:pt x="24" y="36"/>
                </a:lnTo>
                <a:close/>
                <a:moveTo>
                  <a:pt x="67" y="83"/>
                </a:moveTo>
                <a:cubicBezTo>
                  <a:pt x="62" y="84"/>
                  <a:pt x="58" y="85"/>
                  <a:pt x="53" y="85"/>
                </a:cubicBezTo>
                <a:cubicBezTo>
                  <a:pt x="48" y="85"/>
                  <a:pt x="43" y="84"/>
                  <a:pt x="39" y="83"/>
                </a:cubicBezTo>
                <a:cubicBezTo>
                  <a:pt x="28" y="99"/>
                  <a:pt x="28" y="99"/>
                  <a:pt x="28" y="99"/>
                </a:cubicBezTo>
                <a:cubicBezTo>
                  <a:pt x="35" y="103"/>
                  <a:pt x="44" y="105"/>
                  <a:pt x="53" y="105"/>
                </a:cubicBezTo>
                <a:cubicBezTo>
                  <a:pt x="62" y="105"/>
                  <a:pt x="71" y="103"/>
                  <a:pt x="78" y="99"/>
                </a:cubicBezTo>
                <a:lnTo>
                  <a:pt x="67" y="8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5" name="Freeform 132"/>
          <p:cNvSpPr>
            <a:spLocks noEditPoints="1"/>
          </p:cNvSpPr>
          <p:nvPr/>
        </p:nvSpPr>
        <p:spPr bwMode="auto">
          <a:xfrm>
            <a:off x="9207444" y="3550812"/>
            <a:ext cx="237484" cy="250678"/>
          </a:xfrm>
          <a:custGeom>
            <a:avLst/>
            <a:gdLst>
              <a:gd name="T0" fmla="*/ 75 w 162"/>
              <a:gd name="T1" fmla="*/ 65 h 171"/>
              <a:gd name="T2" fmla="*/ 54 w 162"/>
              <a:gd name="T3" fmla="*/ 86 h 171"/>
              <a:gd name="T4" fmla="*/ 87 w 162"/>
              <a:gd name="T5" fmla="*/ 65 h 171"/>
              <a:gd name="T6" fmla="*/ 108 w 162"/>
              <a:gd name="T7" fmla="*/ 86 h 171"/>
              <a:gd name="T8" fmla="*/ 87 w 162"/>
              <a:gd name="T9" fmla="*/ 65 h 171"/>
              <a:gd name="T10" fmla="*/ 139 w 162"/>
              <a:gd name="T11" fmla="*/ 65 h 171"/>
              <a:gd name="T12" fmla="*/ 118 w 162"/>
              <a:gd name="T13" fmla="*/ 86 h 171"/>
              <a:gd name="T14" fmla="*/ 21 w 162"/>
              <a:gd name="T15" fmla="*/ 129 h 171"/>
              <a:gd name="T16" fmla="*/ 43 w 162"/>
              <a:gd name="T17" fmla="*/ 150 h 171"/>
              <a:gd name="T18" fmla="*/ 21 w 162"/>
              <a:gd name="T19" fmla="*/ 129 h 171"/>
              <a:gd name="T20" fmla="*/ 75 w 162"/>
              <a:gd name="T21" fmla="*/ 129 h 171"/>
              <a:gd name="T22" fmla="*/ 54 w 162"/>
              <a:gd name="T23" fmla="*/ 150 h 171"/>
              <a:gd name="T24" fmla="*/ 87 w 162"/>
              <a:gd name="T25" fmla="*/ 129 h 171"/>
              <a:gd name="T26" fmla="*/ 108 w 162"/>
              <a:gd name="T27" fmla="*/ 150 h 171"/>
              <a:gd name="T28" fmla="*/ 87 w 162"/>
              <a:gd name="T29" fmla="*/ 129 h 171"/>
              <a:gd name="T30" fmla="*/ 75 w 162"/>
              <a:gd name="T31" fmla="*/ 96 h 171"/>
              <a:gd name="T32" fmla="*/ 54 w 162"/>
              <a:gd name="T33" fmla="*/ 117 h 171"/>
              <a:gd name="T34" fmla="*/ 87 w 162"/>
              <a:gd name="T35" fmla="*/ 96 h 171"/>
              <a:gd name="T36" fmla="*/ 108 w 162"/>
              <a:gd name="T37" fmla="*/ 117 h 171"/>
              <a:gd name="T38" fmla="*/ 87 w 162"/>
              <a:gd name="T39" fmla="*/ 96 h 171"/>
              <a:gd name="T40" fmla="*/ 139 w 162"/>
              <a:gd name="T41" fmla="*/ 96 h 171"/>
              <a:gd name="T42" fmla="*/ 118 w 162"/>
              <a:gd name="T43" fmla="*/ 117 h 171"/>
              <a:gd name="T44" fmla="*/ 21 w 162"/>
              <a:gd name="T45" fmla="*/ 96 h 171"/>
              <a:gd name="T46" fmla="*/ 43 w 162"/>
              <a:gd name="T47" fmla="*/ 117 h 171"/>
              <a:gd name="T48" fmla="*/ 21 w 162"/>
              <a:gd name="T49" fmla="*/ 96 h 171"/>
              <a:gd name="T50" fmla="*/ 139 w 162"/>
              <a:gd name="T51" fmla="*/ 11 h 171"/>
              <a:gd name="T52" fmla="*/ 118 w 162"/>
              <a:gd name="T53" fmla="*/ 0 h 171"/>
              <a:gd name="T54" fmla="*/ 43 w 162"/>
              <a:gd name="T55" fmla="*/ 11 h 171"/>
              <a:gd name="T56" fmla="*/ 21 w 162"/>
              <a:gd name="T57" fmla="*/ 0 h 171"/>
              <a:gd name="T58" fmla="*/ 0 w 162"/>
              <a:gd name="T59" fmla="*/ 171 h 171"/>
              <a:gd name="T60" fmla="*/ 162 w 162"/>
              <a:gd name="T61" fmla="*/ 0 h 171"/>
              <a:gd name="T62" fmla="*/ 150 w 162"/>
              <a:gd name="T63" fmla="*/ 161 h 171"/>
              <a:gd name="T64" fmla="*/ 11 w 162"/>
              <a:gd name="T65" fmla="*/ 44 h 171"/>
              <a:gd name="T66" fmla="*/ 150 w 162"/>
              <a:gd name="T67" fmla="*/ 161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171">
                <a:moveTo>
                  <a:pt x="54" y="65"/>
                </a:moveTo>
                <a:lnTo>
                  <a:pt x="75" y="65"/>
                </a:lnTo>
                <a:lnTo>
                  <a:pt x="75" y="86"/>
                </a:lnTo>
                <a:lnTo>
                  <a:pt x="54" y="86"/>
                </a:lnTo>
                <a:lnTo>
                  <a:pt x="54" y="65"/>
                </a:lnTo>
                <a:close/>
                <a:moveTo>
                  <a:pt x="87" y="65"/>
                </a:moveTo>
                <a:lnTo>
                  <a:pt x="108" y="65"/>
                </a:lnTo>
                <a:lnTo>
                  <a:pt x="108" y="86"/>
                </a:lnTo>
                <a:lnTo>
                  <a:pt x="87" y="86"/>
                </a:lnTo>
                <a:lnTo>
                  <a:pt x="87" y="65"/>
                </a:lnTo>
                <a:close/>
                <a:moveTo>
                  <a:pt x="118" y="65"/>
                </a:moveTo>
                <a:lnTo>
                  <a:pt x="139" y="65"/>
                </a:lnTo>
                <a:lnTo>
                  <a:pt x="139" y="86"/>
                </a:lnTo>
                <a:lnTo>
                  <a:pt x="118" y="86"/>
                </a:lnTo>
                <a:lnTo>
                  <a:pt x="118" y="65"/>
                </a:lnTo>
                <a:close/>
                <a:moveTo>
                  <a:pt x="21" y="129"/>
                </a:moveTo>
                <a:lnTo>
                  <a:pt x="43" y="129"/>
                </a:lnTo>
                <a:lnTo>
                  <a:pt x="43" y="150"/>
                </a:lnTo>
                <a:lnTo>
                  <a:pt x="21" y="150"/>
                </a:lnTo>
                <a:lnTo>
                  <a:pt x="21" y="129"/>
                </a:lnTo>
                <a:close/>
                <a:moveTo>
                  <a:pt x="54" y="129"/>
                </a:moveTo>
                <a:lnTo>
                  <a:pt x="75" y="129"/>
                </a:lnTo>
                <a:lnTo>
                  <a:pt x="75" y="150"/>
                </a:lnTo>
                <a:lnTo>
                  <a:pt x="54" y="150"/>
                </a:lnTo>
                <a:lnTo>
                  <a:pt x="54" y="129"/>
                </a:lnTo>
                <a:close/>
                <a:moveTo>
                  <a:pt x="87" y="129"/>
                </a:moveTo>
                <a:lnTo>
                  <a:pt x="108" y="129"/>
                </a:lnTo>
                <a:lnTo>
                  <a:pt x="108" y="150"/>
                </a:lnTo>
                <a:lnTo>
                  <a:pt x="87" y="150"/>
                </a:lnTo>
                <a:lnTo>
                  <a:pt x="87" y="129"/>
                </a:lnTo>
                <a:close/>
                <a:moveTo>
                  <a:pt x="54" y="96"/>
                </a:moveTo>
                <a:lnTo>
                  <a:pt x="75" y="96"/>
                </a:lnTo>
                <a:lnTo>
                  <a:pt x="75" y="117"/>
                </a:lnTo>
                <a:lnTo>
                  <a:pt x="54" y="117"/>
                </a:lnTo>
                <a:lnTo>
                  <a:pt x="54" y="96"/>
                </a:lnTo>
                <a:close/>
                <a:moveTo>
                  <a:pt x="87" y="96"/>
                </a:moveTo>
                <a:lnTo>
                  <a:pt x="108" y="96"/>
                </a:lnTo>
                <a:lnTo>
                  <a:pt x="108" y="117"/>
                </a:lnTo>
                <a:lnTo>
                  <a:pt x="87" y="117"/>
                </a:lnTo>
                <a:lnTo>
                  <a:pt x="87" y="96"/>
                </a:lnTo>
                <a:close/>
                <a:moveTo>
                  <a:pt x="118" y="96"/>
                </a:moveTo>
                <a:lnTo>
                  <a:pt x="139" y="96"/>
                </a:lnTo>
                <a:lnTo>
                  <a:pt x="139" y="117"/>
                </a:lnTo>
                <a:lnTo>
                  <a:pt x="118" y="117"/>
                </a:lnTo>
                <a:lnTo>
                  <a:pt x="118" y="96"/>
                </a:lnTo>
                <a:close/>
                <a:moveTo>
                  <a:pt x="21" y="96"/>
                </a:moveTo>
                <a:lnTo>
                  <a:pt x="43" y="96"/>
                </a:lnTo>
                <a:lnTo>
                  <a:pt x="43" y="117"/>
                </a:lnTo>
                <a:lnTo>
                  <a:pt x="21" y="117"/>
                </a:lnTo>
                <a:lnTo>
                  <a:pt x="21" y="96"/>
                </a:lnTo>
                <a:close/>
                <a:moveTo>
                  <a:pt x="139" y="0"/>
                </a:moveTo>
                <a:lnTo>
                  <a:pt x="139" y="11"/>
                </a:lnTo>
                <a:lnTo>
                  <a:pt x="118" y="11"/>
                </a:lnTo>
                <a:lnTo>
                  <a:pt x="118" y="0"/>
                </a:lnTo>
                <a:lnTo>
                  <a:pt x="43" y="0"/>
                </a:lnTo>
                <a:lnTo>
                  <a:pt x="43" y="11"/>
                </a:lnTo>
                <a:lnTo>
                  <a:pt x="21" y="11"/>
                </a:lnTo>
                <a:lnTo>
                  <a:pt x="21" y="0"/>
                </a:lnTo>
                <a:lnTo>
                  <a:pt x="0" y="0"/>
                </a:lnTo>
                <a:lnTo>
                  <a:pt x="0" y="171"/>
                </a:lnTo>
                <a:lnTo>
                  <a:pt x="162" y="171"/>
                </a:lnTo>
                <a:lnTo>
                  <a:pt x="162" y="0"/>
                </a:lnTo>
                <a:lnTo>
                  <a:pt x="139" y="0"/>
                </a:lnTo>
                <a:close/>
                <a:moveTo>
                  <a:pt x="150" y="161"/>
                </a:moveTo>
                <a:lnTo>
                  <a:pt x="11" y="161"/>
                </a:lnTo>
                <a:lnTo>
                  <a:pt x="11" y="44"/>
                </a:lnTo>
                <a:lnTo>
                  <a:pt x="150" y="44"/>
                </a:lnTo>
                <a:lnTo>
                  <a:pt x="150" y="16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6" name="Freeform 133"/>
          <p:cNvSpPr>
            <a:spLocks noEditPoints="1"/>
          </p:cNvSpPr>
          <p:nvPr/>
        </p:nvSpPr>
        <p:spPr bwMode="auto">
          <a:xfrm>
            <a:off x="9584195" y="4710380"/>
            <a:ext cx="200836" cy="200834"/>
          </a:xfrm>
          <a:custGeom>
            <a:avLst/>
            <a:gdLst>
              <a:gd name="T0" fmla="*/ 42 w 84"/>
              <a:gd name="T1" fmla="*/ 0 h 84"/>
              <a:gd name="T2" fmla="*/ 0 w 84"/>
              <a:gd name="T3" fmla="*/ 42 h 84"/>
              <a:gd name="T4" fmla="*/ 42 w 84"/>
              <a:gd name="T5" fmla="*/ 84 h 84"/>
              <a:gd name="T6" fmla="*/ 84 w 84"/>
              <a:gd name="T7" fmla="*/ 42 h 84"/>
              <a:gd name="T8" fmla="*/ 42 w 84"/>
              <a:gd name="T9" fmla="*/ 0 h 84"/>
              <a:gd name="T10" fmla="*/ 42 w 84"/>
              <a:gd name="T11" fmla="*/ 76 h 84"/>
              <a:gd name="T12" fmla="*/ 8 w 84"/>
              <a:gd name="T13" fmla="*/ 42 h 84"/>
              <a:gd name="T14" fmla="*/ 42 w 84"/>
              <a:gd name="T15" fmla="*/ 8 h 84"/>
              <a:gd name="T16" fmla="*/ 76 w 84"/>
              <a:gd name="T17" fmla="*/ 42 h 84"/>
              <a:gd name="T18" fmla="*/ 42 w 84"/>
              <a:gd name="T19" fmla="*/ 76 h 84"/>
              <a:gd name="T20" fmla="*/ 26 w 84"/>
              <a:gd name="T21" fmla="*/ 26 h 84"/>
              <a:gd name="T22" fmla="*/ 58 w 84"/>
              <a:gd name="T23" fmla="*/ 26 h 84"/>
              <a:gd name="T24" fmla="*/ 58 w 84"/>
              <a:gd name="T25" fmla="*/ 58 h 84"/>
              <a:gd name="T26" fmla="*/ 26 w 84"/>
              <a:gd name="T27" fmla="*/ 58 h 84"/>
              <a:gd name="T28" fmla="*/ 26 w 84"/>
              <a:gd name="T29" fmla="*/ 2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42" y="0"/>
                </a:moveTo>
                <a:cubicBezTo>
                  <a:pt x="19" y="0"/>
                  <a:pt x="0" y="19"/>
                  <a:pt x="0" y="42"/>
                </a:cubicBezTo>
                <a:cubicBezTo>
                  <a:pt x="0" y="65"/>
                  <a:pt x="19" y="84"/>
                  <a:pt x="42" y="84"/>
                </a:cubicBezTo>
                <a:cubicBezTo>
                  <a:pt x="65" y="84"/>
                  <a:pt x="84" y="65"/>
                  <a:pt x="84" y="42"/>
                </a:cubicBezTo>
                <a:cubicBezTo>
                  <a:pt x="84" y="19"/>
                  <a:pt x="65" y="0"/>
                  <a:pt x="42" y="0"/>
                </a:cubicBezTo>
                <a:close/>
                <a:moveTo>
                  <a:pt x="42" y="76"/>
                </a:moveTo>
                <a:cubicBezTo>
                  <a:pt x="23" y="76"/>
                  <a:pt x="8" y="61"/>
                  <a:pt x="8" y="42"/>
                </a:cubicBezTo>
                <a:cubicBezTo>
                  <a:pt x="8" y="23"/>
                  <a:pt x="23" y="8"/>
                  <a:pt x="42" y="8"/>
                </a:cubicBezTo>
                <a:cubicBezTo>
                  <a:pt x="61" y="8"/>
                  <a:pt x="76" y="23"/>
                  <a:pt x="76" y="42"/>
                </a:cubicBezTo>
                <a:cubicBezTo>
                  <a:pt x="76" y="61"/>
                  <a:pt x="61" y="76"/>
                  <a:pt x="42" y="76"/>
                </a:cubicBezTo>
                <a:close/>
                <a:moveTo>
                  <a:pt x="26" y="26"/>
                </a:moveTo>
                <a:cubicBezTo>
                  <a:pt x="58" y="26"/>
                  <a:pt x="58" y="26"/>
                  <a:pt x="58" y="26"/>
                </a:cubicBezTo>
                <a:cubicBezTo>
                  <a:pt x="58" y="58"/>
                  <a:pt x="58" y="58"/>
                  <a:pt x="58" y="58"/>
                </a:cubicBezTo>
                <a:cubicBezTo>
                  <a:pt x="26" y="58"/>
                  <a:pt x="26" y="58"/>
                  <a:pt x="26" y="58"/>
                </a:cubicBezTo>
                <a:lnTo>
                  <a:pt x="26" y="2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7" name="Freeform 134"/>
          <p:cNvSpPr>
            <a:spLocks noEditPoints="1"/>
          </p:cNvSpPr>
          <p:nvPr/>
        </p:nvSpPr>
        <p:spPr bwMode="auto">
          <a:xfrm>
            <a:off x="9291004" y="4681062"/>
            <a:ext cx="350363" cy="350362"/>
          </a:xfrm>
          <a:custGeom>
            <a:avLst/>
            <a:gdLst>
              <a:gd name="T0" fmla="*/ 140 w 146"/>
              <a:gd name="T1" fmla="*/ 123 h 146"/>
              <a:gd name="T2" fmla="*/ 106 w 146"/>
              <a:gd name="T3" fmla="*/ 94 h 146"/>
              <a:gd name="T4" fmla="*/ 96 w 146"/>
              <a:gd name="T5" fmla="*/ 89 h 146"/>
              <a:gd name="T6" fmla="*/ 109 w 146"/>
              <a:gd name="T7" fmla="*/ 54 h 146"/>
              <a:gd name="T8" fmla="*/ 54 w 146"/>
              <a:gd name="T9" fmla="*/ 0 h 146"/>
              <a:gd name="T10" fmla="*/ 0 w 146"/>
              <a:gd name="T11" fmla="*/ 54 h 146"/>
              <a:gd name="T12" fmla="*/ 54 w 146"/>
              <a:gd name="T13" fmla="*/ 108 h 146"/>
              <a:gd name="T14" fmla="*/ 90 w 146"/>
              <a:gd name="T15" fmla="*/ 95 h 146"/>
              <a:gd name="T16" fmla="*/ 94 w 146"/>
              <a:gd name="T17" fmla="*/ 106 h 146"/>
              <a:gd name="T18" fmla="*/ 123 w 146"/>
              <a:gd name="T19" fmla="*/ 140 h 146"/>
              <a:gd name="T20" fmla="*/ 141 w 146"/>
              <a:gd name="T21" fmla="*/ 141 h 146"/>
              <a:gd name="T22" fmla="*/ 140 w 146"/>
              <a:gd name="T23" fmla="*/ 123 h 146"/>
              <a:gd name="T24" fmla="*/ 54 w 146"/>
              <a:gd name="T25" fmla="*/ 90 h 146"/>
              <a:gd name="T26" fmla="*/ 18 w 146"/>
              <a:gd name="T27" fmla="*/ 54 h 146"/>
              <a:gd name="T28" fmla="*/ 54 w 146"/>
              <a:gd name="T29" fmla="*/ 18 h 146"/>
              <a:gd name="T30" fmla="*/ 91 w 146"/>
              <a:gd name="T31" fmla="*/ 54 h 146"/>
              <a:gd name="T32" fmla="*/ 54 w 146"/>
              <a:gd name="T33" fmla="*/ 90 h 146"/>
              <a:gd name="T34" fmla="*/ 63 w 146"/>
              <a:gd name="T35" fmla="*/ 27 h 146"/>
              <a:gd name="T36" fmla="*/ 45 w 146"/>
              <a:gd name="T37" fmla="*/ 27 h 146"/>
              <a:gd name="T38" fmla="*/ 45 w 146"/>
              <a:gd name="T39" fmla="*/ 45 h 146"/>
              <a:gd name="T40" fmla="*/ 27 w 146"/>
              <a:gd name="T41" fmla="*/ 45 h 146"/>
              <a:gd name="T42" fmla="*/ 27 w 146"/>
              <a:gd name="T43" fmla="*/ 63 h 146"/>
              <a:gd name="T44" fmla="*/ 45 w 146"/>
              <a:gd name="T45" fmla="*/ 63 h 146"/>
              <a:gd name="T46" fmla="*/ 45 w 146"/>
              <a:gd name="T47" fmla="*/ 81 h 146"/>
              <a:gd name="T48" fmla="*/ 63 w 146"/>
              <a:gd name="T49" fmla="*/ 81 h 146"/>
              <a:gd name="T50" fmla="*/ 63 w 146"/>
              <a:gd name="T51" fmla="*/ 63 h 146"/>
              <a:gd name="T52" fmla="*/ 81 w 146"/>
              <a:gd name="T53" fmla="*/ 63 h 146"/>
              <a:gd name="T54" fmla="*/ 81 w 146"/>
              <a:gd name="T55" fmla="*/ 45 h 146"/>
              <a:gd name="T56" fmla="*/ 63 w 146"/>
              <a:gd name="T57" fmla="*/ 45 h 146"/>
              <a:gd name="T58" fmla="*/ 63 w 146"/>
              <a:gd name="T59" fmla="*/ 27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46" h="146">
                <a:moveTo>
                  <a:pt x="140" y="123"/>
                </a:moveTo>
                <a:cubicBezTo>
                  <a:pt x="106" y="94"/>
                  <a:pt x="106" y="94"/>
                  <a:pt x="106" y="94"/>
                </a:cubicBezTo>
                <a:cubicBezTo>
                  <a:pt x="103" y="91"/>
                  <a:pt x="99" y="89"/>
                  <a:pt x="96" y="89"/>
                </a:cubicBezTo>
                <a:cubicBezTo>
                  <a:pt x="104" y="80"/>
                  <a:pt x="109" y="67"/>
                  <a:pt x="109" y="54"/>
                </a:cubicBezTo>
                <a:cubicBezTo>
                  <a:pt x="109" y="24"/>
                  <a:pt x="84" y="0"/>
                  <a:pt x="54" y="0"/>
                </a:cubicBezTo>
                <a:cubicBezTo>
                  <a:pt x="24" y="0"/>
                  <a:pt x="0" y="24"/>
                  <a:pt x="0" y="54"/>
                </a:cubicBezTo>
                <a:cubicBezTo>
                  <a:pt x="0" y="84"/>
                  <a:pt x="24" y="108"/>
                  <a:pt x="54" y="108"/>
                </a:cubicBezTo>
                <a:cubicBezTo>
                  <a:pt x="68" y="108"/>
                  <a:pt x="80" y="103"/>
                  <a:pt x="90" y="95"/>
                </a:cubicBezTo>
                <a:cubicBezTo>
                  <a:pt x="89" y="98"/>
                  <a:pt x="91" y="102"/>
                  <a:pt x="94" y="106"/>
                </a:cubicBezTo>
                <a:cubicBezTo>
                  <a:pt x="123" y="140"/>
                  <a:pt x="123" y="140"/>
                  <a:pt x="123" y="140"/>
                </a:cubicBezTo>
                <a:cubicBezTo>
                  <a:pt x="128" y="146"/>
                  <a:pt x="136" y="146"/>
                  <a:pt x="141" y="141"/>
                </a:cubicBezTo>
                <a:cubicBezTo>
                  <a:pt x="146" y="136"/>
                  <a:pt x="146" y="128"/>
                  <a:pt x="140" y="123"/>
                </a:cubicBezTo>
                <a:close/>
                <a:moveTo>
                  <a:pt x="54" y="90"/>
                </a:moveTo>
                <a:cubicBezTo>
                  <a:pt x="34" y="90"/>
                  <a:pt x="18" y="74"/>
                  <a:pt x="18" y="54"/>
                </a:cubicBezTo>
                <a:cubicBezTo>
                  <a:pt x="18" y="34"/>
                  <a:pt x="34" y="18"/>
                  <a:pt x="54" y="18"/>
                </a:cubicBezTo>
                <a:cubicBezTo>
                  <a:pt x="74" y="18"/>
                  <a:pt x="91" y="34"/>
                  <a:pt x="91" y="54"/>
                </a:cubicBezTo>
                <a:cubicBezTo>
                  <a:pt x="91" y="74"/>
                  <a:pt x="74" y="90"/>
                  <a:pt x="54" y="90"/>
                </a:cubicBezTo>
                <a:close/>
                <a:moveTo>
                  <a:pt x="63" y="27"/>
                </a:moveTo>
                <a:cubicBezTo>
                  <a:pt x="45" y="27"/>
                  <a:pt x="45" y="27"/>
                  <a:pt x="45" y="27"/>
                </a:cubicBezTo>
                <a:cubicBezTo>
                  <a:pt x="45" y="45"/>
                  <a:pt x="45" y="45"/>
                  <a:pt x="45" y="45"/>
                </a:cubicBezTo>
                <a:cubicBezTo>
                  <a:pt x="27" y="45"/>
                  <a:pt x="27" y="45"/>
                  <a:pt x="27" y="45"/>
                </a:cubicBezTo>
                <a:cubicBezTo>
                  <a:pt x="27" y="63"/>
                  <a:pt x="27" y="63"/>
                  <a:pt x="27" y="63"/>
                </a:cubicBezTo>
                <a:cubicBezTo>
                  <a:pt x="45" y="63"/>
                  <a:pt x="45" y="63"/>
                  <a:pt x="45" y="63"/>
                </a:cubicBezTo>
                <a:cubicBezTo>
                  <a:pt x="45" y="81"/>
                  <a:pt x="45" y="81"/>
                  <a:pt x="45" y="81"/>
                </a:cubicBezTo>
                <a:cubicBezTo>
                  <a:pt x="63" y="81"/>
                  <a:pt x="63" y="81"/>
                  <a:pt x="63" y="81"/>
                </a:cubicBezTo>
                <a:cubicBezTo>
                  <a:pt x="63" y="63"/>
                  <a:pt x="63" y="63"/>
                  <a:pt x="63" y="63"/>
                </a:cubicBezTo>
                <a:cubicBezTo>
                  <a:pt x="81" y="63"/>
                  <a:pt x="81" y="63"/>
                  <a:pt x="81" y="63"/>
                </a:cubicBezTo>
                <a:cubicBezTo>
                  <a:pt x="81" y="45"/>
                  <a:pt x="81" y="45"/>
                  <a:pt x="81" y="45"/>
                </a:cubicBezTo>
                <a:cubicBezTo>
                  <a:pt x="63" y="45"/>
                  <a:pt x="63" y="45"/>
                  <a:pt x="63" y="45"/>
                </a:cubicBezTo>
                <a:lnTo>
                  <a:pt x="63" y="2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8" name="Freeform 135"/>
          <p:cNvSpPr>
            <a:spLocks noEditPoints="1"/>
          </p:cNvSpPr>
          <p:nvPr/>
        </p:nvSpPr>
        <p:spPr bwMode="auto">
          <a:xfrm>
            <a:off x="9751313" y="5308488"/>
            <a:ext cx="203767" cy="206699"/>
          </a:xfrm>
          <a:custGeom>
            <a:avLst/>
            <a:gdLst>
              <a:gd name="T0" fmla="*/ 16 w 85"/>
              <a:gd name="T1" fmla="*/ 49 h 86"/>
              <a:gd name="T2" fmla="*/ 16 w 85"/>
              <a:gd name="T3" fmla="*/ 86 h 86"/>
              <a:gd name="T4" fmla="*/ 18 w 85"/>
              <a:gd name="T5" fmla="*/ 86 h 86"/>
              <a:gd name="T6" fmla="*/ 21 w 85"/>
              <a:gd name="T7" fmla="*/ 86 h 86"/>
              <a:gd name="T8" fmla="*/ 21 w 85"/>
              <a:gd name="T9" fmla="*/ 49 h 86"/>
              <a:gd name="T10" fmla="*/ 18 w 85"/>
              <a:gd name="T11" fmla="*/ 49 h 86"/>
              <a:gd name="T12" fmla="*/ 16 w 85"/>
              <a:gd name="T13" fmla="*/ 49 h 86"/>
              <a:gd name="T14" fmla="*/ 64 w 85"/>
              <a:gd name="T15" fmla="*/ 49 h 86"/>
              <a:gd name="T16" fmla="*/ 64 w 85"/>
              <a:gd name="T17" fmla="*/ 86 h 86"/>
              <a:gd name="T18" fmla="*/ 67 w 85"/>
              <a:gd name="T19" fmla="*/ 86 h 86"/>
              <a:gd name="T20" fmla="*/ 69 w 85"/>
              <a:gd name="T21" fmla="*/ 86 h 86"/>
              <a:gd name="T22" fmla="*/ 69 w 85"/>
              <a:gd name="T23" fmla="*/ 49 h 86"/>
              <a:gd name="T24" fmla="*/ 67 w 85"/>
              <a:gd name="T25" fmla="*/ 49 h 86"/>
              <a:gd name="T26" fmla="*/ 64 w 85"/>
              <a:gd name="T27" fmla="*/ 49 h 86"/>
              <a:gd name="T28" fmla="*/ 85 w 85"/>
              <a:gd name="T29" fmla="*/ 43 h 86"/>
              <a:gd name="T30" fmla="*/ 42 w 85"/>
              <a:gd name="T31" fmla="*/ 0 h 86"/>
              <a:gd name="T32" fmla="*/ 0 w 85"/>
              <a:gd name="T33" fmla="*/ 43 h 86"/>
              <a:gd name="T34" fmla="*/ 2 w 85"/>
              <a:gd name="T35" fmla="*/ 58 h 86"/>
              <a:gd name="T36" fmla="*/ 0 w 85"/>
              <a:gd name="T37" fmla="*/ 67 h 86"/>
              <a:gd name="T38" fmla="*/ 10 w 85"/>
              <a:gd name="T39" fmla="*/ 84 h 86"/>
              <a:gd name="T40" fmla="*/ 10 w 85"/>
              <a:gd name="T41" fmla="*/ 51 h 86"/>
              <a:gd name="T42" fmla="*/ 6 w 85"/>
              <a:gd name="T43" fmla="*/ 54 h 86"/>
              <a:gd name="T44" fmla="*/ 5 w 85"/>
              <a:gd name="T45" fmla="*/ 46 h 86"/>
              <a:gd name="T46" fmla="*/ 42 w 85"/>
              <a:gd name="T47" fmla="*/ 8 h 86"/>
              <a:gd name="T48" fmla="*/ 80 w 85"/>
              <a:gd name="T49" fmla="*/ 46 h 86"/>
              <a:gd name="T50" fmla="*/ 79 w 85"/>
              <a:gd name="T51" fmla="*/ 54 h 86"/>
              <a:gd name="T52" fmla="*/ 75 w 85"/>
              <a:gd name="T53" fmla="*/ 51 h 86"/>
              <a:gd name="T54" fmla="*/ 75 w 85"/>
              <a:gd name="T55" fmla="*/ 84 h 86"/>
              <a:gd name="T56" fmla="*/ 85 w 85"/>
              <a:gd name="T57" fmla="*/ 67 h 86"/>
              <a:gd name="T58" fmla="*/ 83 w 85"/>
              <a:gd name="T59" fmla="*/ 58 h 86"/>
              <a:gd name="T60" fmla="*/ 85 w 85"/>
              <a:gd name="T61" fmla="*/ 4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85" h="86">
                <a:moveTo>
                  <a:pt x="16" y="49"/>
                </a:moveTo>
                <a:cubicBezTo>
                  <a:pt x="16" y="86"/>
                  <a:pt x="16" y="86"/>
                  <a:pt x="16" y="86"/>
                </a:cubicBezTo>
                <a:cubicBezTo>
                  <a:pt x="17" y="86"/>
                  <a:pt x="17" y="86"/>
                  <a:pt x="18" y="86"/>
                </a:cubicBezTo>
                <a:cubicBezTo>
                  <a:pt x="21" y="86"/>
                  <a:pt x="21" y="86"/>
                  <a:pt x="21" y="86"/>
                </a:cubicBezTo>
                <a:cubicBezTo>
                  <a:pt x="21" y="49"/>
                  <a:pt x="21" y="49"/>
                  <a:pt x="21" y="49"/>
                </a:cubicBezTo>
                <a:cubicBezTo>
                  <a:pt x="18" y="49"/>
                  <a:pt x="18" y="49"/>
                  <a:pt x="18" y="49"/>
                </a:cubicBezTo>
                <a:cubicBezTo>
                  <a:pt x="17" y="49"/>
                  <a:pt x="17" y="49"/>
                  <a:pt x="16" y="49"/>
                </a:cubicBezTo>
                <a:close/>
                <a:moveTo>
                  <a:pt x="64" y="49"/>
                </a:moveTo>
                <a:cubicBezTo>
                  <a:pt x="64" y="86"/>
                  <a:pt x="64" y="86"/>
                  <a:pt x="64" y="86"/>
                </a:cubicBezTo>
                <a:cubicBezTo>
                  <a:pt x="67" y="86"/>
                  <a:pt x="67" y="86"/>
                  <a:pt x="67" y="86"/>
                </a:cubicBezTo>
                <a:cubicBezTo>
                  <a:pt x="68" y="86"/>
                  <a:pt x="68" y="86"/>
                  <a:pt x="69" y="86"/>
                </a:cubicBezTo>
                <a:cubicBezTo>
                  <a:pt x="69" y="49"/>
                  <a:pt x="69" y="49"/>
                  <a:pt x="69" y="49"/>
                </a:cubicBezTo>
                <a:cubicBezTo>
                  <a:pt x="68" y="49"/>
                  <a:pt x="68" y="49"/>
                  <a:pt x="67" y="49"/>
                </a:cubicBezTo>
                <a:lnTo>
                  <a:pt x="64" y="49"/>
                </a:lnTo>
                <a:close/>
                <a:moveTo>
                  <a:pt x="85" y="43"/>
                </a:moveTo>
                <a:cubicBezTo>
                  <a:pt x="85" y="20"/>
                  <a:pt x="66" y="0"/>
                  <a:pt x="42" y="0"/>
                </a:cubicBezTo>
                <a:cubicBezTo>
                  <a:pt x="19" y="0"/>
                  <a:pt x="0" y="20"/>
                  <a:pt x="0" y="43"/>
                </a:cubicBezTo>
                <a:cubicBezTo>
                  <a:pt x="0" y="48"/>
                  <a:pt x="0" y="53"/>
                  <a:pt x="2" y="58"/>
                </a:cubicBezTo>
                <a:cubicBezTo>
                  <a:pt x="0" y="61"/>
                  <a:pt x="0" y="64"/>
                  <a:pt x="0" y="67"/>
                </a:cubicBezTo>
                <a:cubicBezTo>
                  <a:pt x="0" y="75"/>
                  <a:pt x="4" y="81"/>
                  <a:pt x="10" y="84"/>
                </a:cubicBezTo>
                <a:cubicBezTo>
                  <a:pt x="10" y="51"/>
                  <a:pt x="10" y="51"/>
                  <a:pt x="10" y="51"/>
                </a:cubicBezTo>
                <a:cubicBezTo>
                  <a:pt x="9" y="51"/>
                  <a:pt x="7" y="52"/>
                  <a:pt x="6" y="54"/>
                </a:cubicBezTo>
                <a:cubicBezTo>
                  <a:pt x="5" y="51"/>
                  <a:pt x="5" y="49"/>
                  <a:pt x="5" y="46"/>
                </a:cubicBezTo>
                <a:cubicBezTo>
                  <a:pt x="5" y="25"/>
                  <a:pt x="22" y="8"/>
                  <a:pt x="42" y="8"/>
                </a:cubicBezTo>
                <a:cubicBezTo>
                  <a:pt x="63" y="8"/>
                  <a:pt x="80" y="25"/>
                  <a:pt x="80" y="46"/>
                </a:cubicBezTo>
                <a:cubicBezTo>
                  <a:pt x="80" y="49"/>
                  <a:pt x="80" y="51"/>
                  <a:pt x="79" y="54"/>
                </a:cubicBezTo>
                <a:cubicBezTo>
                  <a:pt x="78" y="52"/>
                  <a:pt x="76" y="51"/>
                  <a:pt x="75" y="51"/>
                </a:cubicBezTo>
                <a:cubicBezTo>
                  <a:pt x="75" y="84"/>
                  <a:pt x="75" y="84"/>
                  <a:pt x="75" y="84"/>
                </a:cubicBezTo>
                <a:cubicBezTo>
                  <a:pt x="81" y="81"/>
                  <a:pt x="85" y="75"/>
                  <a:pt x="85" y="67"/>
                </a:cubicBezTo>
                <a:cubicBezTo>
                  <a:pt x="85" y="64"/>
                  <a:pt x="84" y="61"/>
                  <a:pt x="83" y="58"/>
                </a:cubicBezTo>
                <a:cubicBezTo>
                  <a:pt x="85" y="53"/>
                  <a:pt x="85" y="48"/>
                  <a:pt x="85" y="4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9" name="Freeform 136"/>
          <p:cNvSpPr>
            <a:spLocks noEditPoints="1"/>
          </p:cNvSpPr>
          <p:nvPr/>
        </p:nvSpPr>
        <p:spPr bwMode="auto">
          <a:xfrm>
            <a:off x="9441998" y="5057810"/>
            <a:ext cx="249212" cy="247745"/>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32 w 104"/>
              <a:gd name="T11" fmla="*/ 52 h 104"/>
              <a:gd name="T12" fmla="*/ 52 w 104"/>
              <a:gd name="T13" fmla="*/ 32 h 104"/>
              <a:gd name="T14" fmla="*/ 72 w 104"/>
              <a:gd name="T15" fmla="*/ 52 h 104"/>
              <a:gd name="T16" fmla="*/ 52 w 104"/>
              <a:gd name="T17" fmla="*/ 71 h 104"/>
              <a:gd name="T18" fmla="*/ 32 w 104"/>
              <a:gd name="T19" fmla="*/ 52 h 104"/>
              <a:gd name="T20" fmla="*/ 94 w 104"/>
              <a:gd name="T21" fmla="*/ 69 h 104"/>
              <a:gd name="T22" fmla="*/ 94 w 104"/>
              <a:gd name="T23" fmla="*/ 69 h 104"/>
              <a:gd name="T24" fmla="*/ 76 w 104"/>
              <a:gd name="T25" fmla="*/ 62 h 104"/>
              <a:gd name="T26" fmla="*/ 78 w 104"/>
              <a:gd name="T27" fmla="*/ 52 h 104"/>
              <a:gd name="T28" fmla="*/ 76 w 104"/>
              <a:gd name="T29" fmla="*/ 42 h 104"/>
              <a:gd name="T30" fmla="*/ 89 w 104"/>
              <a:gd name="T31" fmla="*/ 37 h 104"/>
              <a:gd name="T32" fmla="*/ 94 w 104"/>
              <a:gd name="T33" fmla="*/ 34 h 104"/>
              <a:gd name="T34" fmla="*/ 98 w 104"/>
              <a:gd name="T35" fmla="*/ 52 h 104"/>
              <a:gd name="T36" fmla="*/ 94 w 104"/>
              <a:gd name="T37" fmla="*/ 69 h 104"/>
              <a:gd name="T38" fmla="*/ 69 w 104"/>
              <a:gd name="T39" fmla="*/ 10 h 104"/>
              <a:gd name="T40" fmla="*/ 69 w 104"/>
              <a:gd name="T41" fmla="*/ 10 h 104"/>
              <a:gd name="T42" fmla="*/ 69 w 104"/>
              <a:gd name="T43" fmla="*/ 10 h 104"/>
              <a:gd name="T44" fmla="*/ 62 w 104"/>
              <a:gd name="T45" fmla="*/ 28 h 104"/>
              <a:gd name="T46" fmla="*/ 52 w 104"/>
              <a:gd name="T47" fmla="*/ 26 h 104"/>
              <a:gd name="T48" fmla="*/ 42 w 104"/>
              <a:gd name="T49" fmla="*/ 28 h 104"/>
              <a:gd name="T50" fmla="*/ 38 w 104"/>
              <a:gd name="T51" fmla="*/ 19 h 104"/>
              <a:gd name="T52" fmla="*/ 35 w 104"/>
              <a:gd name="T53" fmla="*/ 10 h 104"/>
              <a:gd name="T54" fmla="*/ 52 w 104"/>
              <a:gd name="T55" fmla="*/ 6 h 104"/>
              <a:gd name="T56" fmla="*/ 69 w 104"/>
              <a:gd name="T57" fmla="*/ 10 h 104"/>
              <a:gd name="T58" fmla="*/ 10 w 104"/>
              <a:gd name="T59" fmla="*/ 34 h 104"/>
              <a:gd name="T60" fmla="*/ 19 w 104"/>
              <a:gd name="T61" fmla="*/ 38 h 104"/>
              <a:gd name="T62" fmla="*/ 28 w 104"/>
              <a:gd name="T63" fmla="*/ 42 h 104"/>
              <a:gd name="T64" fmla="*/ 26 w 104"/>
              <a:gd name="T65" fmla="*/ 52 h 104"/>
              <a:gd name="T66" fmla="*/ 28 w 104"/>
              <a:gd name="T67" fmla="*/ 62 h 104"/>
              <a:gd name="T68" fmla="*/ 10 w 104"/>
              <a:gd name="T69" fmla="*/ 69 h 104"/>
              <a:gd name="T70" fmla="*/ 6 w 104"/>
              <a:gd name="T71" fmla="*/ 52 h 104"/>
              <a:gd name="T72" fmla="*/ 10 w 104"/>
              <a:gd name="T73" fmla="*/ 34 h 104"/>
              <a:gd name="T74" fmla="*/ 35 w 104"/>
              <a:gd name="T75" fmla="*/ 94 h 104"/>
              <a:gd name="T76" fmla="*/ 37 w 104"/>
              <a:gd name="T77" fmla="*/ 88 h 104"/>
              <a:gd name="T78" fmla="*/ 42 w 104"/>
              <a:gd name="T79" fmla="*/ 76 h 104"/>
              <a:gd name="T80" fmla="*/ 52 w 104"/>
              <a:gd name="T81" fmla="*/ 78 h 104"/>
              <a:gd name="T82" fmla="*/ 62 w 104"/>
              <a:gd name="T83" fmla="*/ 76 h 104"/>
              <a:gd name="T84" fmla="*/ 69 w 104"/>
              <a:gd name="T85" fmla="*/ 94 h 104"/>
              <a:gd name="T86" fmla="*/ 69 w 104"/>
              <a:gd name="T87" fmla="*/ 94 h 104"/>
              <a:gd name="T88" fmla="*/ 69 w 104"/>
              <a:gd name="T89" fmla="*/ 94 h 104"/>
              <a:gd name="T90" fmla="*/ 52 w 104"/>
              <a:gd name="T91" fmla="*/ 97 h 104"/>
              <a:gd name="T92" fmla="*/ 35 w 104"/>
              <a:gd name="T93" fmla="*/ 94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32" y="52"/>
                </a:moveTo>
                <a:cubicBezTo>
                  <a:pt x="32" y="41"/>
                  <a:pt x="41" y="32"/>
                  <a:pt x="52" y="32"/>
                </a:cubicBezTo>
                <a:cubicBezTo>
                  <a:pt x="63" y="32"/>
                  <a:pt x="72" y="41"/>
                  <a:pt x="72" y="52"/>
                </a:cubicBezTo>
                <a:cubicBezTo>
                  <a:pt x="72" y="63"/>
                  <a:pt x="63" y="71"/>
                  <a:pt x="52" y="71"/>
                </a:cubicBezTo>
                <a:cubicBezTo>
                  <a:pt x="41" y="71"/>
                  <a:pt x="32" y="63"/>
                  <a:pt x="32" y="52"/>
                </a:cubicBezTo>
                <a:close/>
                <a:moveTo>
                  <a:pt x="94" y="69"/>
                </a:moveTo>
                <a:cubicBezTo>
                  <a:pt x="94" y="69"/>
                  <a:pt x="94" y="69"/>
                  <a:pt x="94" y="69"/>
                </a:cubicBezTo>
                <a:cubicBezTo>
                  <a:pt x="76" y="62"/>
                  <a:pt x="76" y="62"/>
                  <a:pt x="76" y="62"/>
                </a:cubicBezTo>
                <a:cubicBezTo>
                  <a:pt x="77" y="59"/>
                  <a:pt x="78" y="55"/>
                  <a:pt x="78" y="52"/>
                </a:cubicBezTo>
                <a:cubicBezTo>
                  <a:pt x="78" y="48"/>
                  <a:pt x="77" y="45"/>
                  <a:pt x="76" y="42"/>
                </a:cubicBezTo>
                <a:cubicBezTo>
                  <a:pt x="89" y="37"/>
                  <a:pt x="89" y="37"/>
                  <a:pt x="89" y="37"/>
                </a:cubicBezTo>
                <a:cubicBezTo>
                  <a:pt x="94" y="34"/>
                  <a:pt x="94" y="34"/>
                  <a:pt x="94" y="34"/>
                </a:cubicBezTo>
                <a:cubicBezTo>
                  <a:pt x="96" y="40"/>
                  <a:pt x="98" y="46"/>
                  <a:pt x="98" y="52"/>
                </a:cubicBezTo>
                <a:cubicBezTo>
                  <a:pt x="98" y="58"/>
                  <a:pt x="96" y="64"/>
                  <a:pt x="94" y="69"/>
                </a:cubicBezTo>
                <a:close/>
                <a:moveTo>
                  <a:pt x="69" y="10"/>
                </a:moveTo>
                <a:cubicBezTo>
                  <a:pt x="69" y="10"/>
                  <a:pt x="69" y="10"/>
                  <a:pt x="69" y="10"/>
                </a:cubicBezTo>
                <a:cubicBezTo>
                  <a:pt x="69" y="10"/>
                  <a:pt x="69" y="10"/>
                  <a:pt x="69" y="10"/>
                </a:cubicBezTo>
                <a:cubicBezTo>
                  <a:pt x="62" y="28"/>
                  <a:pt x="62" y="28"/>
                  <a:pt x="62" y="28"/>
                </a:cubicBezTo>
                <a:cubicBezTo>
                  <a:pt x="59" y="26"/>
                  <a:pt x="56" y="26"/>
                  <a:pt x="52" y="26"/>
                </a:cubicBezTo>
                <a:cubicBezTo>
                  <a:pt x="48" y="26"/>
                  <a:pt x="45" y="26"/>
                  <a:pt x="42" y="28"/>
                </a:cubicBezTo>
                <a:cubicBezTo>
                  <a:pt x="38" y="19"/>
                  <a:pt x="38" y="19"/>
                  <a:pt x="38" y="19"/>
                </a:cubicBezTo>
                <a:cubicBezTo>
                  <a:pt x="35" y="10"/>
                  <a:pt x="35" y="10"/>
                  <a:pt x="35" y="10"/>
                </a:cubicBezTo>
                <a:cubicBezTo>
                  <a:pt x="40" y="7"/>
                  <a:pt x="46" y="6"/>
                  <a:pt x="52" y="6"/>
                </a:cubicBezTo>
                <a:cubicBezTo>
                  <a:pt x="58" y="6"/>
                  <a:pt x="64" y="7"/>
                  <a:pt x="69" y="10"/>
                </a:cubicBezTo>
                <a:close/>
                <a:moveTo>
                  <a:pt x="10" y="34"/>
                </a:moveTo>
                <a:cubicBezTo>
                  <a:pt x="19" y="38"/>
                  <a:pt x="19" y="38"/>
                  <a:pt x="19" y="38"/>
                </a:cubicBezTo>
                <a:cubicBezTo>
                  <a:pt x="28" y="42"/>
                  <a:pt x="28" y="42"/>
                  <a:pt x="28" y="42"/>
                </a:cubicBezTo>
                <a:cubicBezTo>
                  <a:pt x="27" y="45"/>
                  <a:pt x="26" y="48"/>
                  <a:pt x="26" y="52"/>
                </a:cubicBezTo>
                <a:cubicBezTo>
                  <a:pt x="26" y="55"/>
                  <a:pt x="27" y="59"/>
                  <a:pt x="28" y="62"/>
                </a:cubicBezTo>
                <a:cubicBezTo>
                  <a:pt x="10" y="69"/>
                  <a:pt x="10" y="69"/>
                  <a:pt x="10" y="69"/>
                </a:cubicBezTo>
                <a:cubicBezTo>
                  <a:pt x="8" y="64"/>
                  <a:pt x="6" y="58"/>
                  <a:pt x="6" y="52"/>
                </a:cubicBezTo>
                <a:cubicBezTo>
                  <a:pt x="6" y="46"/>
                  <a:pt x="8" y="40"/>
                  <a:pt x="10" y="34"/>
                </a:cubicBezTo>
                <a:close/>
                <a:moveTo>
                  <a:pt x="35" y="94"/>
                </a:moveTo>
                <a:cubicBezTo>
                  <a:pt x="37" y="88"/>
                  <a:pt x="37" y="88"/>
                  <a:pt x="37" y="88"/>
                </a:cubicBezTo>
                <a:cubicBezTo>
                  <a:pt x="42" y="76"/>
                  <a:pt x="42" y="76"/>
                  <a:pt x="42" y="76"/>
                </a:cubicBezTo>
                <a:cubicBezTo>
                  <a:pt x="45" y="77"/>
                  <a:pt x="48" y="78"/>
                  <a:pt x="52" y="78"/>
                </a:cubicBezTo>
                <a:cubicBezTo>
                  <a:pt x="56" y="78"/>
                  <a:pt x="59" y="77"/>
                  <a:pt x="62" y="76"/>
                </a:cubicBezTo>
                <a:cubicBezTo>
                  <a:pt x="69" y="94"/>
                  <a:pt x="69" y="94"/>
                  <a:pt x="69" y="94"/>
                </a:cubicBezTo>
                <a:cubicBezTo>
                  <a:pt x="69" y="94"/>
                  <a:pt x="69" y="94"/>
                  <a:pt x="69" y="94"/>
                </a:cubicBezTo>
                <a:cubicBezTo>
                  <a:pt x="69" y="94"/>
                  <a:pt x="69" y="94"/>
                  <a:pt x="69" y="94"/>
                </a:cubicBezTo>
                <a:cubicBezTo>
                  <a:pt x="64" y="96"/>
                  <a:pt x="58" y="97"/>
                  <a:pt x="52" y="97"/>
                </a:cubicBezTo>
                <a:cubicBezTo>
                  <a:pt x="46" y="97"/>
                  <a:pt x="40" y="96"/>
                  <a:pt x="35" y="9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0" name="Freeform 137"/>
          <p:cNvSpPr/>
          <p:nvPr/>
        </p:nvSpPr>
        <p:spPr bwMode="auto">
          <a:xfrm>
            <a:off x="9516762" y="5358331"/>
            <a:ext cx="287327" cy="290258"/>
          </a:xfrm>
          <a:custGeom>
            <a:avLst/>
            <a:gdLst>
              <a:gd name="T0" fmla="*/ 0 w 120"/>
              <a:gd name="T1" fmla="*/ 70 h 121"/>
              <a:gd name="T2" fmla="*/ 10 w 120"/>
              <a:gd name="T3" fmla="*/ 80 h 121"/>
              <a:gd name="T4" fmla="*/ 20 w 120"/>
              <a:gd name="T5" fmla="*/ 70 h 121"/>
              <a:gd name="T6" fmla="*/ 20 w 120"/>
              <a:gd name="T7" fmla="*/ 34 h 121"/>
              <a:gd name="T8" fmla="*/ 103 w 120"/>
              <a:gd name="T9" fmla="*/ 117 h 121"/>
              <a:gd name="T10" fmla="*/ 117 w 120"/>
              <a:gd name="T11" fmla="*/ 117 h 121"/>
              <a:gd name="T12" fmla="*/ 120 w 120"/>
              <a:gd name="T13" fmla="*/ 110 h 121"/>
              <a:gd name="T14" fmla="*/ 117 w 120"/>
              <a:gd name="T15" fmla="*/ 103 h 121"/>
              <a:gd name="T16" fmla="*/ 34 w 120"/>
              <a:gd name="T17" fmla="*/ 20 h 121"/>
              <a:gd name="T18" fmla="*/ 70 w 120"/>
              <a:gd name="T19" fmla="*/ 20 h 121"/>
              <a:gd name="T20" fmla="*/ 80 w 120"/>
              <a:gd name="T21" fmla="*/ 10 h 121"/>
              <a:gd name="T22" fmla="*/ 70 w 120"/>
              <a:gd name="T23" fmla="*/ 0 h 121"/>
              <a:gd name="T24" fmla="*/ 0 w 120"/>
              <a:gd name="T25" fmla="*/ 0 h 121"/>
              <a:gd name="T26" fmla="*/ 0 w 120"/>
              <a:gd name="T27" fmla="*/ 70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0" h="121">
                <a:moveTo>
                  <a:pt x="0" y="70"/>
                </a:moveTo>
                <a:cubicBezTo>
                  <a:pt x="0" y="76"/>
                  <a:pt x="4" y="80"/>
                  <a:pt x="10" y="80"/>
                </a:cubicBezTo>
                <a:cubicBezTo>
                  <a:pt x="15" y="80"/>
                  <a:pt x="20" y="76"/>
                  <a:pt x="20" y="70"/>
                </a:cubicBezTo>
                <a:cubicBezTo>
                  <a:pt x="20" y="34"/>
                  <a:pt x="20" y="34"/>
                  <a:pt x="20" y="34"/>
                </a:cubicBezTo>
                <a:cubicBezTo>
                  <a:pt x="103" y="117"/>
                  <a:pt x="103" y="117"/>
                  <a:pt x="103" y="117"/>
                </a:cubicBezTo>
                <a:cubicBezTo>
                  <a:pt x="107" y="121"/>
                  <a:pt x="113" y="121"/>
                  <a:pt x="117" y="117"/>
                </a:cubicBezTo>
                <a:cubicBezTo>
                  <a:pt x="119" y="115"/>
                  <a:pt x="120" y="113"/>
                  <a:pt x="120" y="110"/>
                </a:cubicBezTo>
                <a:cubicBezTo>
                  <a:pt x="120" y="108"/>
                  <a:pt x="119" y="105"/>
                  <a:pt x="117" y="103"/>
                </a:cubicBezTo>
                <a:cubicBezTo>
                  <a:pt x="34" y="20"/>
                  <a:pt x="34" y="20"/>
                  <a:pt x="34" y="20"/>
                </a:cubicBezTo>
                <a:cubicBezTo>
                  <a:pt x="70" y="20"/>
                  <a:pt x="70" y="20"/>
                  <a:pt x="70" y="20"/>
                </a:cubicBezTo>
                <a:cubicBezTo>
                  <a:pt x="75" y="20"/>
                  <a:pt x="80" y="15"/>
                  <a:pt x="80" y="10"/>
                </a:cubicBezTo>
                <a:cubicBezTo>
                  <a:pt x="80" y="4"/>
                  <a:pt x="75" y="0"/>
                  <a:pt x="70" y="0"/>
                </a:cubicBezTo>
                <a:cubicBezTo>
                  <a:pt x="0" y="0"/>
                  <a:pt x="0" y="0"/>
                  <a:pt x="0" y="0"/>
                </a:cubicBezTo>
                <a:lnTo>
                  <a:pt x="0" y="7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1" name="Freeform 138"/>
          <p:cNvSpPr>
            <a:spLocks noEditPoints="1"/>
          </p:cNvSpPr>
          <p:nvPr/>
        </p:nvSpPr>
        <p:spPr bwMode="auto">
          <a:xfrm>
            <a:off x="9135613" y="4409859"/>
            <a:ext cx="299054" cy="247745"/>
          </a:xfrm>
          <a:custGeom>
            <a:avLst/>
            <a:gdLst>
              <a:gd name="T0" fmla="*/ 125 w 125"/>
              <a:gd name="T1" fmla="*/ 55 h 103"/>
              <a:gd name="T2" fmla="*/ 110 w 125"/>
              <a:gd name="T3" fmla="*/ 24 h 103"/>
              <a:gd name="T4" fmla="*/ 86 w 125"/>
              <a:gd name="T5" fmla="*/ 24 h 103"/>
              <a:gd name="T6" fmla="*/ 86 w 125"/>
              <a:gd name="T7" fmla="*/ 8 h 103"/>
              <a:gd name="T8" fmla="*/ 78 w 125"/>
              <a:gd name="T9" fmla="*/ 0 h 103"/>
              <a:gd name="T10" fmla="*/ 8 w 125"/>
              <a:gd name="T11" fmla="*/ 0 h 103"/>
              <a:gd name="T12" fmla="*/ 0 w 125"/>
              <a:gd name="T13" fmla="*/ 8 h 103"/>
              <a:gd name="T14" fmla="*/ 0 w 125"/>
              <a:gd name="T15" fmla="*/ 71 h 103"/>
              <a:gd name="T16" fmla="*/ 8 w 125"/>
              <a:gd name="T17" fmla="*/ 79 h 103"/>
              <a:gd name="T18" fmla="*/ 18 w 125"/>
              <a:gd name="T19" fmla="*/ 79 h 103"/>
              <a:gd name="T20" fmla="*/ 16 w 125"/>
              <a:gd name="T21" fmla="*/ 87 h 103"/>
              <a:gd name="T22" fmla="*/ 31 w 125"/>
              <a:gd name="T23" fmla="*/ 103 h 103"/>
              <a:gd name="T24" fmla="*/ 47 w 125"/>
              <a:gd name="T25" fmla="*/ 87 h 103"/>
              <a:gd name="T26" fmla="*/ 45 w 125"/>
              <a:gd name="T27" fmla="*/ 79 h 103"/>
              <a:gd name="T28" fmla="*/ 88 w 125"/>
              <a:gd name="T29" fmla="*/ 79 h 103"/>
              <a:gd name="T30" fmla="*/ 86 w 125"/>
              <a:gd name="T31" fmla="*/ 87 h 103"/>
              <a:gd name="T32" fmla="*/ 102 w 125"/>
              <a:gd name="T33" fmla="*/ 103 h 103"/>
              <a:gd name="T34" fmla="*/ 118 w 125"/>
              <a:gd name="T35" fmla="*/ 87 h 103"/>
              <a:gd name="T36" fmla="*/ 115 w 125"/>
              <a:gd name="T37" fmla="*/ 79 h 103"/>
              <a:gd name="T38" fmla="*/ 125 w 125"/>
              <a:gd name="T39" fmla="*/ 79 h 103"/>
              <a:gd name="T40" fmla="*/ 125 w 125"/>
              <a:gd name="T41" fmla="*/ 55 h 103"/>
              <a:gd name="T42" fmla="*/ 86 w 125"/>
              <a:gd name="T43" fmla="*/ 55 h 103"/>
              <a:gd name="T44" fmla="*/ 86 w 125"/>
              <a:gd name="T45" fmla="*/ 36 h 103"/>
              <a:gd name="T46" fmla="*/ 102 w 125"/>
              <a:gd name="T47" fmla="*/ 36 h 103"/>
              <a:gd name="T48" fmla="*/ 112 w 125"/>
              <a:gd name="T49" fmla="*/ 55 h 103"/>
              <a:gd name="T50" fmla="*/ 86 w 125"/>
              <a:gd name="T51" fmla="*/ 5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25" h="103">
                <a:moveTo>
                  <a:pt x="125" y="55"/>
                </a:moveTo>
                <a:cubicBezTo>
                  <a:pt x="110" y="24"/>
                  <a:pt x="110" y="24"/>
                  <a:pt x="110" y="24"/>
                </a:cubicBezTo>
                <a:cubicBezTo>
                  <a:pt x="86" y="24"/>
                  <a:pt x="86" y="24"/>
                  <a:pt x="86" y="24"/>
                </a:cubicBezTo>
                <a:cubicBezTo>
                  <a:pt x="86" y="8"/>
                  <a:pt x="86" y="8"/>
                  <a:pt x="86" y="8"/>
                </a:cubicBezTo>
                <a:cubicBezTo>
                  <a:pt x="86" y="4"/>
                  <a:pt x="83" y="0"/>
                  <a:pt x="78" y="0"/>
                </a:cubicBezTo>
                <a:cubicBezTo>
                  <a:pt x="8" y="0"/>
                  <a:pt x="8" y="0"/>
                  <a:pt x="8" y="0"/>
                </a:cubicBezTo>
                <a:cubicBezTo>
                  <a:pt x="3" y="0"/>
                  <a:pt x="0" y="4"/>
                  <a:pt x="0" y="8"/>
                </a:cubicBezTo>
                <a:cubicBezTo>
                  <a:pt x="0" y="71"/>
                  <a:pt x="0" y="71"/>
                  <a:pt x="0" y="71"/>
                </a:cubicBezTo>
                <a:cubicBezTo>
                  <a:pt x="8" y="79"/>
                  <a:pt x="8" y="79"/>
                  <a:pt x="8" y="79"/>
                </a:cubicBezTo>
                <a:cubicBezTo>
                  <a:pt x="18" y="79"/>
                  <a:pt x="18" y="79"/>
                  <a:pt x="18" y="79"/>
                </a:cubicBezTo>
                <a:cubicBezTo>
                  <a:pt x="16" y="81"/>
                  <a:pt x="16" y="84"/>
                  <a:pt x="16" y="87"/>
                </a:cubicBezTo>
                <a:cubicBezTo>
                  <a:pt x="16" y="96"/>
                  <a:pt x="23" y="103"/>
                  <a:pt x="31" y="103"/>
                </a:cubicBezTo>
                <a:cubicBezTo>
                  <a:pt x="40" y="103"/>
                  <a:pt x="47" y="96"/>
                  <a:pt x="47" y="87"/>
                </a:cubicBezTo>
                <a:cubicBezTo>
                  <a:pt x="47" y="84"/>
                  <a:pt x="46" y="81"/>
                  <a:pt x="45" y="79"/>
                </a:cubicBezTo>
                <a:cubicBezTo>
                  <a:pt x="88" y="79"/>
                  <a:pt x="88" y="79"/>
                  <a:pt x="88" y="79"/>
                </a:cubicBezTo>
                <a:cubicBezTo>
                  <a:pt x="87" y="81"/>
                  <a:pt x="86" y="84"/>
                  <a:pt x="86" y="87"/>
                </a:cubicBezTo>
                <a:cubicBezTo>
                  <a:pt x="86" y="96"/>
                  <a:pt x="93" y="103"/>
                  <a:pt x="102" y="103"/>
                </a:cubicBezTo>
                <a:cubicBezTo>
                  <a:pt x="111" y="103"/>
                  <a:pt x="118" y="96"/>
                  <a:pt x="118" y="87"/>
                </a:cubicBezTo>
                <a:cubicBezTo>
                  <a:pt x="118" y="84"/>
                  <a:pt x="117" y="81"/>
                  <a:pt x="115" y="79"/>
                </a:cubicBezTo>
                <a:cubicBezTo>
                  <a:pt x="125" y="79"/>
                  <a:pt x="125" y="79"/>
                  <a:pt x="125" y="79"/>
                </a:cubicBezTo>
                <a:lnTo>
                  <a:pt x="125" y="55"/>
                </a:lnTo>
                <a:close/>
                <a:moveTo>
                  <a:pt x="86" y="55"/>
                </a:moveTo>
                <a:cubicBezTo>
                  <a:pt x="86" y="36"/>
                  <a:pt x="86" y="36"/>
                  <a:pt x="86" y="36"/>
                </a:cubicBezTo>
                <a:cubicBezTo>
                  <a:pt x="102" y="36"/>
                  <a:pt x="102" y="36"/>
                  <a:pt x="102" y="36"/>
                </a:cubicBezTo>
                <a:cubicBezTo>
                  <a:pt x="112" y="55"/>
                  <a:pt x="112" y="55"/>
                  <a:pt x="112" y="55"/>
                </a:cubicBezTo>
                <a:lnTo>
                  <a:pt x="86" y="5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2" name="Freeform 139"/>
          <p:cNvSpPr>
            <a:spLocks noEditPoints="1"/>
          </p:cNvSpPr>
          <p:nvPr/>
        </p:nvSpPr>
        <p:spPr bwMode="auto">
          <a:xfrm>
            <a:off x="9003678" y="4122532"/>
            <a:ext cx="252144" cy="252144"/>
          </a:xfrm>
          <a:custGeom>
            <a:avLst/>
            <a:gdLst>
              <a:gd name="T0" fmla="*/ 101 w 105"/>
              <a:gd name="T1" fmla="*/ 29 h 105"/>
              <a:gd name="T2" fmla="*/ 72 w 105"/>
              <a:gd name="T3" fmla="*/ 26 h 105"/>
              <a:gd name="T4" fmla="*/ 89 w 105"/>
              <a:gd name="T5" fmla="*/ 10 h 105"/>
              <a:gd name="T6" fmla="*/ 82 w 105"/>
              <a:gd name="T7" fmla="*/ 3 h 105"/>
              <a:gd name="T8" fmla="*/ 59 w 105"/>
              <a:gd name="T9" fmla="*/ 26 h 105"/>
              <a:gd name="T10" fmla="*/ 53 w 105"/>
              <a:gd name="T11" fmla="*/ 26 h 105"/>
              <a:gd name="T12" fmla="*/ 53 w 105"/>
              <a:gd name="T13" fmla="*/ 26 h 105"/>
              <a:gd name="T14" fmla="*/ 26 w 105"/>
              <a:gd name="T15" fmla="*/ 0 h 105"/>
              <a:gd name="T16" fmla="*/ 20 w 105"/>
              <a:gd name="T17" fmla="*/ 6 h 105"/>
              <a:gd name="T18" fmla="*/ 40 w 105"/>
              <a:gd name="T19" fmla="*/ 26 h 105"/>
              <a:gd name="T20" fmla="*/ 4 w 105"/>
              <a:gd name="T21" fmla="*/ 29 h 105"/>
              <a:gd name="T22" fmla="*/ 0 w 105"/>
              <a:gd name="T23" fmla="*/ 65 h 105"/>
              <a:gd name="T24" fmla="*/ 4 w 105"/>
              <a:gd name="T25" fmla="*/ 102 h 105"/>
              <a:gd name="T26" fmla="*/ 53 w 105"/>
              <a:gd name="T27" fmla="*/ 105 h 105"/>
              <a:gd name="T28" fmla="*/ 101 w 105"/>
              <a:gd name="T29" fmla="*/ 102 h 105"/>
              <a:gd name="T30" fmla="*/ 105 w 105"/>
              <a:gd name="T31" fmla="*/ 65 h 105"/>
              <a:gd name="T32" fmla="*/ 101 w 105"/>
              <a:gd name="T33" fmla="*/ 29 h 105"/>
              <a:gd name="T34" fmla="*/ 89 w 105"/>
              <a:gd name="T35" fmla="*/ 90 h 105"/>
              <a:gd name="T36" fmla="*/ 53 w 105"/>
              <a:gd name="T37" fmla="*/ 92 h 105"/>
              <a:gd name="T38" fmla="*/ 16 w 105"/>
              <a:gd name="T39" fmla="*/ 90 h 105"/>
              <a:gd name="T40" fmla="*/ 13 w 105"/>
              <a:gd name="T41" fmla="*/ 65 h 105"/>
              <a:gd name="T42" fmla="*/ 16 w 105"/>
              <a:gd name="T43" fmla="*/ 41 h 105"/>
              <a:gd name="T44" fmla="*/ 53 w 105"/>
              <a:gd name="T45" fmla="*/ 39 h 105"/>
              <a:gd name="T46" fmla="*/ 89 w 105"/>
              <a:gd name="T47" fmla="*/ 41 h 105"/>
              <a:gd name="T48" fmla="*/ 92 w 105"/>
              <a:gd name="T49" fmla="*/ 65 h 105"/>
              <a:gd name="T50" fmla="*/ 89 w 105"/>
              <a:gd name="T51" fmla="*/ 9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1" y="29"/>
                </a:moveTo>
                <a:cubicBezTo>
                  <a:pt x="92" y="28"/>
                  <a:pt x="82" y="27"/>
                  <a:pt x="72" y="26"/>
                </a:cubicBezTo>
                <a:cubicBezTo>
                  <a:pt x="89" y="10"/>
                  <a:pt x="89" y="10"/>
                  <a:pt x="89" y="10"/>
                </a:cubicBezTo>
                <a:cubicBezTo>
                  <a:pt x="82" y="3"/>
                  <a:pt x="82" y="3"/>
                  <a:pt x="82" y="3"/>
                </a:cubicBezTo>
                <a:cubicBezTo>
                  <a:pt x="59" y="26"/>
                  <a:pt x="59" y="26"/>
                  <a:pt x="59" y="26"/>
                </a:cubicBezTo>
                <a:cubicBezTo>
                  <a:pt x="57" y="26"/>
                  <a:pt x="55" y="26"/>
                  <a:pt x="53" y="26"/>
                </a:cubicBezTo>
                <a:cubicBezTo>
                  <a:pt x="53" y="26"/>
                  <a:pt x="53" y="26"/>
                  <a:pt x="53" y="26"/>
                </a:cubicBezTo>
                <a:cubicBezTo>
                  <a:pt x="26" y="0"/>
                  <a:pt x="26" y="0"/>
                  <a:pt x="26" y="0"/>
                </a:cubicBezTo>
                <a:cubicBezTo>
                  <a:pt x="20" y="6"/>
                  <a:pt x="20" y="6"/>
                  <a:pt x="20" y="6"/>
                </a:cubicBezTo>
                <a:cubicBezTo>
                  <a:pt x="40" y="26"/>
                  <a:pt x="40" y="26"/>
                  <a:pt x="40" y="26"/>
                </a:cubicBezTo>
                <a:cubicBezTo>
                  <a:pt x="27" y="27"/>
                  <a:pt x="15" y="28"/>
                  <a:pt x="4" y="29"/>
                </a:cubicBezTo>
                <a:cubicBezTo>
                  <a:pt x="2" y="40"/>
                  <a:pt x="0" y="53"/>
                  <a:pt x="0" y="65"/>
                </a:cubicBezTo>
                <a:cubicBezTo>
                  <a:pt x="0" y="78"/>
                  <a:pt x="2" y="91"/>
                  <a:pt x="4" y="102"/>
                </a:cubicBezTo>
                <a:cubicBezTo>
                  <a:pt x="19" y="104"/>
                  <a:pt x="35" y="105"/>
                  <a:pt x="53" y="105"/>
                </a:cubicBezTo>
                <a:cubicBezTo>
                  <a:pt x="70" y="105"/>
                  <a:pt x="86" y="104"/>
                  <a:pt x="101" y="102"/>
                </a:cubicBezTo>
                <a:cubicBezTo>
                  <a:pt x="104" y="91"/>
                  <a:pt x="105" y="78"/>
                  <a:pt x="105" y="65"/>
                </a:cubicBezTo>
                <a:cubicBezTo>
                  <a:pt x="105" y="53"/>
                  <a:pt x="104" y="40"/>
                  <a:pt x="101" y="29"/>
                </a:cubicBezTo>
                <a:close/>
                <a:moveTo>
                  <a:pt x="89" y="90"/>
                </a:moveTo>
                <a:cubicBezTo>
                  <a:pt x="78" y="91"/>
                  <a:pt x="65" y="92"/>
                  <a:pt x="53" y="92"/>
                </a:cubicBezTo>
                <a:cubicBezTo>
                  <a:pt x="40" y="92"/>
                  <a:pt x="27" y="91"/>
                  <a:pt x="16" y="90"/>
                </a:cubicBezTo>
                <a:cubicBezTo>
                  <a:pt x="14" y="82"/>
                  <a:pt x="13" y="74"/>
                  <a:pt x="13" y="65"/>
                </a:cubicBezTo>
                <a:cubicBezTo>
                  <a:pt x="13" y="57"/>
                  <a:pt x="14" y="49"/>
                  <a:pt x="16" y="41"/>
                </a:cubicBezTo>
                <a:cubicBezTo>
                  <a:pt x="27" y="40"/>
                  <a:pt x="40" y="39"/>
                  <a:pt x="53" y="39"/>
                </a:cubicBezTo>
                <a:cubicBezTo>
                  <a:pt x="65" y="39"/>
                  <a:pt x="78" y="40"/>
                  <a:pt x="89" y="41"/>
                </a:cubicBezTo>
                <a:cubicBezTo>
                  <a:pt x="91" y="49"/>
                  <a:pt x="92" y="57"/>
                  <a:pt x="92" y="65"/>
                </a:cubicBezTo>
                <a:cubicBezTo>
                  <a:pt x="92" y="74"/>
                  <a:pt x="91" y="82"/>
                  <a:pt x="89" y="9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3" name="Freeform 140"/>
          <p:cNvSpPr/>
          <p:nvPr/>
        </p:nvSpPr>
        <p:spPr bwMode="auto">
          <a:xfrm>
            <a:off x="9021269" y="3833741"/>
            <a:ext cx="321044" cy="260939"/>
          </a:xfrm>
          <a:custGeom>
            <a:avLst/>
            <a:gdLst>
              <a:gd name="T0" fmla="*/ 134 w 134"/>
              <a:gd name="T1" fmla="*/ 13 h 109"/>
              <a:gd name="T2" fmla="*/ 118 w 134"/>
              <a:gd name="T3" fmla="*/ 17 h 109"/>
              <a:gd name="T4" fmla="*/ 130 w 134"/>
              <a:gd name="T5" fmla="*/ 2 h 109"/>
              <a:gd name="T6" fmla="*/ 113 w 134"/>
              <a:gd name="T7" fmla="*/ 9 h 109"/>
              <a:gd name="T8" fmla="*/ 93 w 134"/>
              <a:gd name="T9" fmla="*/ 0 h 109"/>
              <a:gd name="T10" fmla="*/ 65 w 134"/>
              <a:gd name="T11" fmla="*/ 28 h 109"/>
              <a:gd name="T12" fmla="*/ 66 w 134"/>
              <a:gd name="T13" fmla="*/ 34 h 109"/>
              <a:gd name="T14" fmla="*/ 10 w 134"/>
              <a:gd name="T15" fmla="*/ 5 h 109"/>
              <a:gd name="T16" fmla="*/ 6 w 134"/>
              <a:gd name="T17" fmla="*/ 19 h 109"/>
              <a:gd name="T18" fmla="*/ 18 w 134"/>
              <a:gd name="T19" fmla="*/ 42 h 109"/>
              <a:gd name="T20" fmla="*/ 6 w 134"/>
              <a:gd name="T21" fmla="*/ 38 h 109"/>
              <a:gd name="T22" fmla="*/ 6 w 134"/>
              <a:gd name="T23" fmla="*/ 39 h 109"/>
              <a:gd name="T24" fmla="*/ 28 w 134"/>
              <a:gd name="T25" fmla="*/ 66 h 109"/>
              <a:gd name="T26" fmla="*/ 20 w 134"/>
              <a:gd name="T27" fmla="*/ 67 h 109"/>
              <a:gd name="T28" fmla="*/ 15 w 134"/>
              <a:gd name="T29" fmla="*/ 66 h 109"/>
              <a:gd name="T30" fmla="*/ 41 w 134"/>
              <a:gd name="T31" fmla="*/ 85 h 109"/>
              <a:gd name="T32" fmla="*/ 7 w 134"/>
              <a:gd name="T33" fmla="*/ 97 h 109"/>
              <a:gd name="T34" fmla="*/ 0 w 134"/>
              <a:gd name="T35" fmla="*/ 96 h 109"/>
              <a:gd name="T36" fmla="*/ 42 w 134"/>
              <a:gd name="T37" fmla="*/ 109 h 109"/>
              <a:gd name="T38" fmla="*/ 120 w 134"/>
              <a:gd name="T39" fmla="*/ 31 h 109"/>
              <a:gd name="T40" fmla="*/ 120 w 134"/>
              <a:gd name="T41" fmla="*/ 27 h 109"/>
              <a:gd name="T42" fmla="*/ 134 w 134"/>
              <a:gd name="T43" fmla="*/ 1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09">
                <a:moveTo>
                  <a:pt x="134" y="13"/>
                </a:moveTo>
                <a:cubicBezTo>
                  <a:pt x="129" y="15"/>
                  <a:pt x="124" y="17"/>
                  <a:pt x="118" y="17"/>
                </a:cubicBezTo>
                <a:cubicBezTo>
                  <a:pt x="124" y="14"/>
                  <a:pt x="128" y="9"/>
                  <a:pt x="130" y="2"/>
                </a:cubicBezTo>
                <a:cubicBezTo>
                  <a:pt x="125" y="5"/>
                  <a:pt x="119" y="8"/>
                  <a:pt x="113" y="9"/>
                </a:cubicBezTo>
                <a:cubicBezTo>
                  <a:pt x="108" y="3"/>
                  <a:pt x="101" y="0"/>
                  <a:pt x="93" y="0"/>
                </a:cubicBezTo>
                <a:cubicBezTo>
                  <a:pt x="78" y="0"/>
                  <a:pt x="65" y="12"/>
                  <a:pt x="65" y="28"/>
                </a:cubicBezTo>
                <a:cubicBezTo>
                  <a:pt x="65" y="30"/>
                  <a:pt x="66" y="32"/>
                  <a:pt x="66" y="34"/>
                </a:cubicBezTo>
                <a:cubicBezTo>
                  <a:pt x="43" y="33"/>
                  <a:pt x="23" y="22"/>
                  <a:pt x="10" y="5"/>
                </a:cubicBezTo>
                <a:cubicBezTo>
                  <a:pt x="7" y="9"/>
                  <a:pt x="6" y="14"/>
                  <a:pt x="6" y="19"/>
                </a:cubicBezTo>
                <a:cubicBezTo>
                  <a:pt x="6" y="28"/>
                  <a:pt x="11" y="37"/>
                  <a:pt x="18" y="42"/>
                </a:cubicBezTo>
                <a:cubicBezTo>
                  <a:pt x="14" y="42"/>
                  <a:pt x="9" y="40"/>
                  <a:pt x="6" y="38"/>
                </a:cubicBezTo>
                <a:cubicBezTo>
                  <a:pt x="6" y="38"/>
                  <a:pt x="6" y="39"/>
                  <a:pt x="6" y="39"/>
                </a:cubicBezTo>
                <a:cubicBezTo>
                  <a:pt x="6" y="52"/>
                  <a:pt x="15" y="63"/>
                  <a:pt x="28" y="66"/>
                </a:cubicBezTo>
                <a:cubicBezTo>
                  <a:pt x="25" y="66"/>
                  <a:pt x="23" y="67"/>
                  <a:pt x="20" y="67"/>
                </a:cubicBezTo>
                <a:cubicBezTo>
                  <a:pt x="19" y="67"/>
                  <a:pt x="17" y="66"/>
                  <a:pt x="15" y="66"/>
                </a:cubicBezTo>
                <a:cubicBezTo>
                  <a:pt x="19" y="77"/>
                  <a:pt x="29" y="85"/>
                  <a:pt x="41" y="85"/>
                </a:cubicBezTo>
                <a:cubicBezTo>
                  <a:pt x="31" y="92"/>
                  <a:pt x="20" y="97"/>
                  <a:pt x="7" y="97"/>
                </a:cubicBezTo>
                <a:cubicBezTo>
                  <a:pt x="5" y="97"/>
                  <a:pt x="2" y="97"/>
                  <a:pt x="0" y="96"/>
                </a:cubicBezTo>
                <a:cubicBezTo>
                  <a:pt x="12" y="104"/>
                  <a:pt x="27" y="109"/>
                  <a:pt x="42" y="109"/>
                </a:cubicBezTo>
                <a:cubicBezTo>
                  <a:pt x="93" y="109"/>
                  <a:pt x="120" y="67"/>
                  <a:pt x="120" y="31"/>
                </a:cubicBezTo>
                <a:cubicBezTo>
                  <a:pt x="120" y="30"/>
                  <a:pt x="120" y="28"/>
                  <a:pt x="120" y="27"/>
                </a:cubicBezTo>
                <a:cubicBezTo>
                  <a:pt x="126" y="23"/>
                  <a:pt x="130" y="18"/>
                  <a:pt x="134" y="1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4" name="Freeform 141"/>
          <p:cNvSpPr>
            <a:spLocks noEditPoints="1"/>
          </p:cNvSpPr>
          <p:nvPr/>
        </p:nvSpPr>
        <p:spPr bwMode="auto">
          <a:xfrm>
            <a:off x="9164932" y="5169223"/>
            <a:ext cx="310782" cy="293190"/>
          </a:xfrm>
          <a:custGeom>
            <a:avLst/>
            <a:gdLst>
              <a:gd name="T0" fmla="*/ 93 w 212"/>
              <a:gd name="T1" fmla="*/ 107 h 200"/>
              <a:gd name="T2" fmla="*/ 119 w 212"/>
              <a:gd name="T3" fmla="*/ 107 h 200"/>
              <a:gd name="T4" fmla="*/ 119 w 212"/>
              <a:gd name="T5" fmla="*/ 54 h 200"/>
              <a:gd name="T6" fmla="*/ 158 w 212"/>
              <a:gd name="T7" fmla="*/ 54 h 200"/>
              <a:gd name="T8" fmla="*/ 106 w 212"/>
              <a:gd name="T9" fmla="*/ 0 h 200"/>
              <a:gd name="T10" fmla="*/ 52 w 212"/>
              <a:gd name="T11" fmla="*/ 54 h 200"/>
              <a:gd name="T12" fmla="*/ 93 w 212"/>
              <a:gd name="T13" fmla="*/ 54 h 200"/>
              <a:gd name="T14" fmla="*/ 93 w 212"/>
              <a:gd name="T15" fmla="*/ 107 h 200"/>
              <a:gd name="T16" fmla="*/ 132 w 212"/>
              <a:gd name="T17" fmla="*/ 77 h 200"/>
              <a:gd name="T18" fmla="*/ 132 w 212"/>
              <a:gd name="T19" fmla="*/ 97 h 200"/>
              <a:gd name="T20" fmla="*/ 192 w 212"/>
              <a:gd name="T21" fmla="*/ 120 h 200"/>
              <a:gd name="T22" fmla="*/ 106 w 212"/>
              <a:gd name="T23" fmla="*/ 152 h 200"/>
              <a:gd name="T24" fmla="*/ 18 w 212"/>
              <a:gd name="T25" fmla="*/ 120 h 200"/>
              <a:gd name="T26" fmla="*/ 78 w 212"/>
              <a:gd name="T27" fmla="*/ 97 h 200"/>
              <a:gd name="T28" fmla="*/ 78 w 212"/>
              <a:gd name="T29" fmla="*/ 77 h 200"/>
              <a:gd name="T30" fmla="*/ 0 w 212"/>
              <a:gd name="T31" fmla="*/ 107 h 200"/>
              <a:gd name="T32" fmla="*/ 0 w 212"/>
              <a:gd name="T33" fmla="*/ 160 h 200"/>
              <a:gd name="T34" fmla="*/ 106 w 212"/>
              <a:gd name="T35" fmla="*/ 200 h 200"/>
              <a:gd name="T36" fmla="*/ 212 w 212"/>
              <a:gd name="T37" fmla="*/ 160 h 200"/>
              <a:gd name="T38" fmla="*/ 212 w 212"/>
              <a:gd name="T39" fmla="*/ 107 h 200"/>
              <a:gd name="T40" fmla="*/ 132 w 212"/>
              <a:gd name="T41" fmla="*/ 77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2" h="200">
                <a:moveTo>
                  <a:pt x="93" y="107"/>
                </a:moveTo>
                <a:lnTo>
                  <a:pt x="119" y="107"/>
                </a:lnTo>
                <a:lnTo>
                  <a:pt x="119" y="54"/>
                </a:lnTo>
                <a:lnTo>
                  <a:pt x="158" y="54"/>
                </a:lnTo>
                <a:lnTo>
                  <a:pt x="106" y="0"/>
                </a:lnTo>
                <a:lnTo>
                  <a:pt x="52" y="54"/>
                </a:lnTo>
                <a:lnTo>
                  <a:pt x="93" y="54"/>
                </a:lnTo>
                <a:lnTo>
                  <a:pt x="93" y="107"/>
                </a:lnTo>
                <a:close/>
                <a:moveTo>
                  <a:pt x="132" y="77"/>
                </a:moveTo>
                <a:lnTo>
                  <a:pt x="132" y="97"/>
                </a:lnTo>
                <a:lnTo>
                  <a:pt x="192" y="120"/>
                </a:lnTo>
                <a:lnTo>
                  <a:pt x="106" y="152"/>
                </a:lnTo>
                <a:lnTo>
                  <a:pt x="18" y="120"/>
                </a:lnTo>
                <a:lnTo>
                  <a:pt x="78" y="97"/>
                </a:lnTo>
                <a:lnTo>
                  <a:pt x="78" y="77"/>
                </a:lnTo>
                <a:lnTo>
                  <a:pt x="0" y="107"/>
                </a:lnTo>
                <a:lnTo>
                  <a:pt x="0" y="160"/>
                </a:lnTo>
                <a:lnTo>
                  <a:pt x="106" y="200"/>
                </a:lnTo>
                <a:lnTo>
                  <a:pt x="212" y="160"/>
                </a:lnTo>
                <a:lnTo>
                  <a:pt x="212" y="107"/>
                </a:lnTo>
                <a:lnTo>
                  <a:pt x="132" y="7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5" name="Freeform 142"/>
          <p:cNvSpPr>
            <a:spLocks noEditPoints="1"/>
          </p:cNvSpPr>
          <p:nvPr/>
        </p:nvSpPr>
        <p:spPr bwMode="auto">
          <a:xfrm>
            <a:off x="9150273" y="5485868"/>
            <a:ext cx="237484" cy="180312"/>
          </a:xfrm>
          <a:custGeom>
            <a:avLst/>
            <a:gdLst>
              <a:gd name="T0" fmla="*/ 37 w 99"/>
              <a:gd name="T1" fmla="*/ 16 h 75"/>
              <a:gd name="T2" fmla="*/ 53 w 99"/>
              <a:gd name="T3" fmla="*/ 31 h 75"/>
              <a:gd name="T4" fmla="*/ 68 w 99"/>
              <a:gd name="T5" fmla="*/ 16 h 75"/>
              <a:gd name="T6" fmla="*/ 53 w 99"/>
              <a:gd name="T7" fmla="*/ 0 h 75"/>
              <a:gd name="T8" fmla="*/ 37 w 99"/>
              <a:gd name="T9" fmla="*/ 16 h 75"/>
              <a:gd name="T10" fmla="*/ 0 w 99"/>
              <a:gd name="T11" fmla="*/ 16 h 75"/>
              <a:gd name="T12" fmla="*/ 16 w 99"/>
              <a:gd name="T13" fmla="*/ 31 h 75"/>
              <a:gd name="T14" fmla="*/ 31 w 99"/>
              <a:gd name="T15" fmla="*/ 16 h 75"/>
              <a:gd name="T16" fmla="*/ 16 w 99"/>
              <a:gd name="T17" fmla="*/ 0 h 75"/>
              <a:gd name="T18" fmla="*/ 0 w 99"/>
              <a:gd name="T19" fmla="*/ 16 h 75"/>
              <a:gd name="T20" fmla="*/ 74 w 99"/>
              <a:gd name="T21" fmla="*/ 47 h 75"/>
              <a:gd name="T22" fmla="*/ 74 w 99"/>
              <a:gd name="T23" fmla="*/ 37 h 75"/>
              <a:gd name="T24" fmla="*/ 68 w 99"/>
              <a:gd name="T25" fmla="*/ 31 h 75"/>
              <a:gd name="T26" fmla="*/ 53 w 99"/>
              <a:gd name="T27" fmla="*/ 31 h 75"/>
              <a:gd name="T28" fmla="*/ 16 w 99"/>
              <a:gd name="T29" fmla="*/ 31 h 75"/>
              <a:gd name="T30" fmla="*/ 6 w 99"/>
              <a:gd name="T31" fmla="*/ 31 h 75"/>
              <a:gd name="T32" fmla="*/ 0 w 99"/>
              <a:gd name="T33" fmla="*/ 37 h 75"/>
              <a:gd name="T34" fmla="*/ 0 w 99"/>
              <a:gd name="T35" fmla="*/ 68 h 75"/>
              <a:gd name="T36" fmla="*/ 6 w 99"/>
              <a:gd name="T37" fmla="*/ 75 h 75"/>
              <a:gd name="T38" fmla="*/ 68 w 99"/>
              <a:gd name="T39" fmla="*/ 75 h 75"/>
              <a:gd name="T40" fmla="*/ 74 w 99"/>
              <a:gd name="T41" fmla="*/ 68 h 75"/>
              <a:gd name="T42" fmla="*/ 74 w 99"/>
              <a:gd name="T43" fmla="*/ 59 h 75"/>
              <a:gd name="T44" fmla="*/ 99 w 99"/>
              <a:gd name="T45" fmla="*/ 75 h 75"/>
              <a:gd name="T46" fmla="*/ 99 w 99"/>
              <a:gd name="T47" fmla="*/ 31 h 75"/>
              <a:gd name="T48" fmla="*/ 74 w 99"/>
              <a:gd name="T49" fmla="*/ 47 h 75"/>
              <a:gd name="T50" fmla="*/ 62 w 99"/>
              <a:gd name="T51" fmla="*/ 62 h 75"/>
              <a:gd name="T52" fmla="*/ 13 w 99"/>
              <a:gd name="T53" fmla="*/ 62 h 75"/>
              <a:gd name="T54" fmla="*/ 13 w 99"/>
              <a:gd name="T55" fmla="*/ 44 h 75"/>
              <a:gd name="T56" fmla="*/ 62 w 99"/>
              <a:gd name="T57" fmla="*/ 44 h 75"/>
              <a:gd name="T58" fmla="*/ 62 w 99"/>
              <a:gd name="T59" fmla="*/ 6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9" h="75">
                <a:moveTo>
                  <a:pt x="37" y="16"/>
                </a:moveTo>
                <a:cubicBezTo>
                  <a:pt x="37" y="24"/>
                  <a:pt x="44" y="31"/>
                  <a:pt x="53" y="31"/>
                </a:cubicBezTo>
                <a:cubicBezTo>
                  <a:pt x="61" y="31"/>
                  <a:pt x="68" y="24"/>
                  <a:pt x="68" y="16"/>
                </a:cubicBezTo>
                <a:cubicBezTo>
                  <a:pt x="68" y="7"/>
                  <a:pt x="61" y="0"/>
                  <a:pt x="53" y="0"/>
                </a:cubicBezTo>
                <a:cubicBezTo>
                  <a:pt x="44" y="0"/>
                  <a:pt x="37" y="7"/>
                  <a:pt x="37" y="16"/>
                </a:cubicBezTo>
                <a:close/>
                <a:moveTo>
                  <a:pt x="0" y="16"/>
                </a:moveTo>
                <a:cubicBezTo>
                  <a:pt x="0" y="24"/>
                  <a:pt x="7" y="31"/>
                  <a:pt x="16" y="31"/>
                </a:cubicBezTo>
                <a:cubicBezTo>
                  <a:pt x="24" y="31"/>
                  <a:pt x="31" y="24"/>
                  <a:pt x="31" y="16"/>
                </a:cubicBezTo>
                <a:cubicBezTo>
                  <a:pt x="31" y="7"/>
                  <a:pt x="24" y="0"/>
                  <a:pt x="16" y="0"/>
                </a:cubicBezTo>
                <a:cubicBezTo>
                  <a:pt x="7" y="0"/>
                  <a:pt x="0" y="7"/>
                  <a:pt x="0" y="16"/>
                </a:cubicBezTo>
                <a:close/>
                <a:moveTo>
                  <a:pt x="74" y="47"/>
                </a:moveTo>
                <a:cubicBezTo>
                  <a:pt x="74" y="37"/>
                  <a:pt x="74" y="37"/>
                  <a:pt x="74" y="37"/>
                </a:cubicBezTo>
                <a:cubicBezTo>
                  <a:pt x="74" y="34"/>
                  <a:pt x="72" y="31"/>
                  <a:pt x="68" y="31"/>
                </a:cubicBezTo>
                <a:cubicBezTo>
                  <a:pt x="53" y="31"/>
                  <a:pt x="53" y="31"/>
                  <a:pt x="53" y="31"/>
                </a:cubicBezTo>
                <a:cubicBezTo>
                  <a:pt x="16" y="31"/>
                  <a:pt x="16" y="31"/>
                  <a:pt x="16" y="31"/>
                </a:cubicBezTo>
                <a:cubicBezTo>
                  <a:pt x="6" y="31"/>
                  <a:pt x="6" y="31"/>
                  <a:pt x="6" y="31"/>
                </a:cubicBezTo>
                <a:cubicBezTo>
                  <a:pt x="3" y="31"/>
                  <a:pt x="0" y="34"/>
                  <a:pt x="0" y="37"/>
                </a:cubicBezTo>
                <a:cubicBezTo>
                  <a:pt x="0" y="68"/>
                  <a:pt x="0" y="68"/>
                  <a:pt x="0" y="68"/>
                </a:cubicBezTo>
                <a:cubicBezTo>
                  <a:pt x="0" y="72"/>
                  <a:pt x="3" y="75"/>
                  <a:pt x="6" y="75"/>
                </a:cubicBezTo>
                <a:cubicBezTo>
                  <a:pt x="68" y="75"/>
                  <a:pt x="68" y="75"/>
                  <a:pt x="68" y="75"/>
                </a:cubicBezTo>
                <a:cubicBezTo>
                  <a:pt x="72" y="75"/>
                  <a:pt x="74" y="72"/>
                  <a:pt x="74" y="68"/>
                </a:cubicBezTo>
                <a:cubicBezTo>
                  <a:pt x="74" y="59"/>
                  <a:pt x="74" y="59"/>
                  <a:pt x="74" y="59"/>
                </a:cubicBezTo>
                <a:cubicBezTo>
                  <a:pt x="99" y="75"/>
                  <a:pt x="99" y="75"/>
                  <a:pt x="99" y="75"/>
                </a:cubicBezTo>
                <a:cubicBezTo>
                  <a:pt x="99" y="31"/>
                  <a:pt x="99" y="31"/>
                  <a:pt x="99" y="31"/>
                </a:cubicBezTo>
                <a:lnTo>
                  <a:pt x="74" y="47"/>
                </a:lnTo>
                <a:close/>
                <a:moveTo>
                  <a:pt x="62" y="62"/>
                </a:moveTo>
                <a:cubicBezTo>
                  <a:pt x="13" y="62"/>
                  <a:pt x="13" y="62"/>
                  <a:pt x="13" y="62"/>
                </a:cubicBezTo>
                <a:cubicBezTo>
                  <a:pt x="13" y="44"/>
                  <a:pt x="13" y="44"/>
                  <a:pt x="13" y="44"/>
                </a:cubicBezTo>
                <a:cubicBezTo>
                  <a:pt x="62" y="44"/>
                  <a:pt x="62" y="44"/>
                  <a:pt x="62" y="44"/>
                </a:cubicBezTo>
                <a:lnTo>
                  <a:pt x="62" y="62"/>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6" name="Freeform 143"/>
          <p:cNvSpPr>
            <a:spLocks noEditPoints="1"/>
          </p:cNvSpPr>
          <p:nvPr/>
        </p:nvSpPr>
        <p:spPr bwMode="auto">
          <a:xfrm>
            <a:off x="9094567" y="4900954"/>
            <a:ext cx="252144" cy="255076"/>
          </a:xfrm>
          <a:custGeom>
            <a:avLst/>
            <a:gdLst>
              <a:gd name="T0" fmla="*/ 53 w 105"/>
              <a:gd name="T1" fmla="*/ 0 h 106"/>
              <a:gd name="T2" fmla="*/ 0 w 105"/>
              <a:gd name="T3" fmla="*/ 53 h 106"/>
              <a:gd name="T4" fmla="*/ 53 w 105"/>
              <a:gd name="T5" fmla="*/ 106 h 106"/>
              <a:gd name="T6" fmla="*/ 105 w 105"/>
              <a:gd name="T7" fmla="*/ 53 h 106"/>
              <a:gd name="T8" fmla="*/ 53 w 105"/>
              <a:gd name="T9" fmla="*/ 0 h 106"/>
              <a:gd name="T10" fmla="*/ 84 w 105"/>
              <a:gd name="T11" fmla="*/ 45 h 106"/>
              <a:gd name="T12" fmla="*/ 55 w 105"/>
              <a:gd name="T13" fmla="*/ 85 h 106"/>
              <a:gd name="T14" fmla="*/ 41 w 105"/>
              <a:gd name="T15" fmla="*/ 80 h 106"/>
              <a:gd name="T16" fmla="*/ 31 w 105"/>
              <a:gd name="T17" fmla="*/ 48 h 106"/>
              <a:gd name="T18" fmla="*/ 24 w 105"/>
              <a:gd name="T19" fmla="*/ 50 h 106"/>
              <a:gd name="T20" fmla="*/ 21 w 105"/>
              <a:gd name="T21" fmla="*/ 47 h 106"/>
              <a:gd name="T22" fmla="*/ 40 w 105"/>
              <a:gd name="T23" fmla="*/ 33 h 106"/>
              <a:gd name="T24" fmla="*/ 51 w 105"/>
              <a:gd name="T25" fmla="*/ 54 h 106"/>
              <a:gd name="T26" fmla="*/ 56 w 105"/>
              <a:gd name="T27" fmla="*/ 67 h 106"/>
              <a:gd name="T28" fmla="*/ 64 w 105"/>
              <a:gd name="T29" fmla="*/ 55 h 106"/>
              <a:gd name="T30" fmla="*/ 57 w 105"/>
              <a:gd name="T31" fmla="*/ 47 h 106"/>
              <a:gd name="T32" fmla="*/ 84 w 105"/>
              <a:gd name="T33" fmla="*/ 4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5" h="106">
                <a:moveTo>
                  <a:pt x="53" y="0"/>
                </a:moveTo>
                <a:cubicBezTo>
                  <a:pt x="23" y="0"/>
                  <a:pt x="0" y="24"/>
                  <a:pt x="0" y="53"/>
                </a:cubicBezTo>
                <a:cubicBezTo>
                  <a:pt x="0" y="82"/>
                  <a:pt x="23" y="106"/>
                  <a:pt x="53" y="106"/>
                </a:cubicBezTo>
                <a:cubicBezTo>
                  <a:pt x="82" y="106"/>
                  <a:pt x="105" y="82"/>
                  <a:pt x="105" y="53"/>
                </a:cubicBezTo>
                <a:cubicBezTo>
                  <a:pt x="105" y="24"/>
                  <a:pt x="82" y="0"/>
                  <a:pt x="53" y="0"/>
                </a:cubicBezTo>
                <a:close/>
                <a:moveTo>
                  <a:pt x="84" y="45"/>
                </a:moveTo>
                <a:cubicBezTo>
                  <a:pt x="80" y="65"/>
                  <a:pt x="61" y="82"/>
                  <a:pt x="55" y="85"/>
                </a:cubicBezTo>
                <a:cubicBezTo>
                  <a:pt x="49" y="89"/>
                  <a:pt x="43" y="84"/>
                  <a:pt x="41" y="80"/>
                </a:cubicBezTo>
                <a:cubicBezTo>
                  <a:pt x="39" y="75"/>
                  <a:pt x="33" y="50"/>
                  <a:pt x="31" y="48"/>
                </a:cubicBezTo>
                <a:cubicBezTo>
                  <a:pt x="29" y="46"/>
                  <a:pt x="24" y="50"/>
                  <a:pt x="24" y="50"/>
                </a:cubicBezTo>
                <a:cubicBezTo>
                  <a:pt x="21" y="47"/>
                  <a:pt x="21" y="47"/>
                  <a:pt x="21" y="47"/>
                </a:cubicBezTo>
                <a:cubicBezTo>
                  <a:pt x="21" y="47"/>
                  <a:pt x="32" y="34"/>
                  <a:pt x="40" y="33"/>
                </a:cubicBezTo>
                <a:cubicBezTo>
                  <a:pt x="49" y="31"/>
                  <a:pt x="49" y="46"/>
                  <a:pt x="51" y="54"/>
                </a:cubicBezTo>
                <a:cubicBezTo>
                  <a:pt x="53" y="62"/>
                  <a:pt x="54" y="67"/>
                  <a:pt x="56" y="67"/>
                </a:cubicBezTo>
                <a:cubicBezTo>
                  <a:pt x="58" y="67"/>
                  <a:pt x="61" y="62"/>
                  <a:pt x="64" y="55"/>
                </a:cubicBezTo>
                <a:cubicBezTo>
                  <a:pt x="68" y="49"/>
                  <a:pt x="64" y="43"/>
                  <a:pt x="57" y="47"/>
                </a:cubicBezTo>
                <a:cubicBezTo>
                  <a:pt x="60" y="30"/>
                  <a:pt x="87" y="26"/>
                  <a:pt x="84"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7" name="Freeform 144"/>
          <p:cNvSpPr>
            <a:spLocks noEditPoints="1"/>
          </p:cNvSpPr>
          <p:nvPr/>
        </p:nvSpPr>
        <p:spPr bwMode="auto">
          <a:xfrm>
            <a:off x="9015405" y="4676663"/>
            <a:ext cx="244815" cy="208166"/>
          </a:xfrm>
          <a:custGeom>
            <a:avLst/>
            <a:gdLst>
              <a:gd name="T0" fmla="*/ 84 w 102"/>
              <a:gd name="T1" fmla="*/ 82 h 87"/>
              <a:gd name="T2" fmla="*/ 81 w 102"/>
              <a:gd name="T3" fmla="*/ 81 h 87"/>
              <a:gd name="T4" fmla="*/ 81 w 102"/>
              <a:gd name="T5" fmla="*/ 74 h 87"/>
              <a:gd name="T6" fmla="*/ 93 w 102"/>
              <a:gd name="T7" fmla="*/ 44 h 87"/>
              <a:gd name="T8" fmla="*/ 81 w 102"/>
              <a:gd name="T9" fmla="*/ 13 h 87"/>
              <a:gd name="T10" fmla="*/ 81 w 102"/>
              <a:gd name="T11" fmla="*/ 6 h 87"/>
              <a:gd name="T12" fmla="*/ 87 w 102"/>
              <a:gd name="T13" fmla="*/ 6 h 87"/>
              <a:gd name="T14" fmla="*/ 102 w 102"/>
              <a:gd name="T15" fmla="*/ 44 h 87"/>
              <a:gd name="T16" fmla="*/ 87 w 102"/>
              <a:gd name="T17" fmla="*/ 81 h 87"/>
              <a:gd name="T18" fmla="*/ 84 w 102"/>
              <a:gd name="T19" fmla="*/ 82 h 87"/>
              <a:gd name="T20" fmla="*/ 68 w 102"/>
              <a:gd name="T21" fmla="*/ 74 h 87"/>
              <a:gd name="T22" fmla="*/ 65 w 102"/>
              <a:gd name="T23" fmla="*/ 72 h 87"/>
              <a:gd name="T24" fmla="*/ 65 w 102"/>
              <a:gd name="T25" fmla="*/ 66 h 87"/>
              <a:gd name="T26" fmla="*/ 65 w 102"/>
              <a:gd name="T27" fmla="*/ 21 h 87"/>
              <a:gd name="T28" fmla="*/ 65 w 102"/>
              <a:gd name="T29" fmla="*/ 15 h 87"/>
              <a:gd name="T30" fmla="*/ 71 w 102"/>
              <a:gd name="T31" fmla="*/ 15 h 87"/>
              <a:gd name="T32" fmla="*/ 83 w 102"/>
              <a:gd name="T33" fmla="*/ 44 h 87"/>
              <a:gd name="T34" fmla="*/ 71 w 102"/>
              <a:gd name="T35" fmla="*/ 72 h 87"/>
              <a:gd name="T36" fmla="*/ 68 w 102"/>
              <a:gd name="T37" fmla="*/ 74 h 87"/>
              <a:gd name="T38" fmla="*/ 52 w 102"/>
              <a:gd name="T39" fmla="*/ 65 h 87"/>
              <a:gd name="T40" fmla="*/ 49 w 102"/>
              <a:gd name="T41" fmla="*/ 64 h 87"/>
              <a:gd name="T42" fmla="*/ 49 w 102"/>
              <a:gd name="T43" fmla="*/ 57 h 87"/>
              <a:gd name="T44" fmla="*/ 49 w 102"/>
              <a:gd name="T45" fmla="*/ 30 h 87"/>
              <a:gd name="T46" fmla="*/ 49 w 102"/>
              <a:gd name="T47" fmla="*/ 23 h 87"/>
              <a:gd name="T48" fmla="*/ 55 w 102"/>
              <a:gd name="T49" fmla="*/ 23 h 87"/>
              <a:gd name="T50" fmla="*/ 55 w 102"/>
              <a:gd name="T51" fmla="*/ 64 h 87"/>
              <a:gd name="T52" fmla="*/ 52 w 102"/>
              <a:gd name="T53" fmla="*/ 65 h 87"/>
              <a:gd name="T54" fmla="*/ 38 w 102"/>
              <a:gd name="T55" fmla="*/ 3 h 87"/>
              <a:gd name="T56" fmla="*/ 42 w 102"/>
              <a:gd name="T57" fmla="*/ 5 h 87"/>
              <a:gd name="T58" fmla="*/ 42 w 102"/>
              <a:gd name="T59" fmla="*/ 82 h 87"/>
              <a:gd name="T60" fmla="*/ 38 w 102"/>
              <a:gd name="T61" fmla="*/ 84 h 87"/>
              <a:gd name="T62" fmla="*/ 15 w 102"/>
              <a:gd name="T63" fmla="*/ 62 h 87"/>
              <a:gd name="T64" fmla="*/ 0 w 102"/>
              <a:gd name="T65" fmla="*/ 62 h 87"/>
              <a:gd name="T66" fmla="*/ 0 w 102"/>
              <a:gd name="T67" fmla="*/ 25 h 87"/>
              <a:gd name="T68" fmla="*/ 15 w 102"/>
              <a:gd name="T69" fmla="*/ 25 h 87"/>
              <a:gd name="T70" fmla="*/ 38 w 102"/>
              <a:gd name="T71" fmla="*/ 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2" h="87">
                <a:moveTo>
                  <a:pt x="84" y="82"/>
                </a:moveTo>
                <a:cubicBezTo>
                  <a:pt x="83" y="82"/>
                  <a:pt x="81" y="82"/>
                  <a:pt x="81" y="81"/>
                </a:cubicBezTo>
                <a:cubicBezTo>
                  <a:pt x="79" y="79"/>
                  <a:pt x="79" y="76"/>
                  <a:pt x="81" y="74"/>
                </a:cubicBezTo>
                <a:cubicBezTo>
                  <a:pt x="89" y="66"/>
                  <a:pt x="93" y="55"/>
                  <a:pt x="93" y="44"/>
                </a:cubicBezTo>
                <a:cubicBezTo>
                  <a:pt x="93" y="32"/>
                  <a:pt x="89" y="21"/>
                  <a:pt x="81" y="13"/>
                </a:cubicBezTo>
                <a:cubicBezTo>
                  <a:pt x="79" y="11"/>
                  <a:pt x="79" y="8"/>
                  <a:pt x="81" y="6"/>
                </a:cubicBezTo>
                <a:cubicBezTo>
                  <a:pt x="82" y="4"/>
                  <a:pt x="85" y="4"/>
                  <a:pt x="87" y="6"/>
                </a:cubicBezTo>
                <a:cubicBezTo>
                  <a:pt x="97" y="16"/>
                  <a:pt x="102" y="29"/>
                  <a:pt x="102" y="44"/>
                </a:cubicBezTo>
                <a:cubicBezTo>
                  <a:pt x="102" y="58"/>
                  <a:pt x="97" y="71"/>
                  <a:pt x="87" y="81"/>
                </a:cubicBezTo>
                <a:cubicBezTo>
                  <a:pt x="86" y="82"/>
                  <a:pt x="85" y="82"/>
                  <a:pt x="84" y="82"/>
                </a:cubicBezTo>
                <a:close/>
                <a:moveTo>
                  <a:pt x="68" y="74"/>
                </a:moveTo>
                <a:cubicBezTo>
                  <a:pt x="67" y="74"/>
                  <a:pt x="65" y="73"/>
                  <a:pt x="65" y="72"/>
                </a:cubicBezTo>
                <a:cubicBezTo>
                  <a:pt x="63" y="70"/>
                  <a:pt x="63" y="68"/>
                  <a:pt x="65" y="66"/>
                </a:cubicBezTo>
                <a:cubicBezTo>
                  <a:pt x="77" y="54"/>
                  <a:pt x="77" y="33"/>
                  <a:pt x="65" y="21"/>
                </a:cubicBezTo>
                <a:cubicBezTo>
                  <a:pt x="63" y="19"/>
                  <a:pt x="63" y="17"/>
                  <a:pt x="65" y="15"/>
                </a:cubicBezTo>
                <a:cubicBezTo>
                  <a:pt x="66" y="13"/>
                  <a:pt x="69" y="13"/>
                  <a:pt x="71" y="15"/>
                </a:cubicBezTo>
                <a:cubicBezTo>
                  <a:pt x="79" y="22"/>
                  <a:pt x="83" y="33"/>
                  <a:pt x="83" y="44"/>
                </a:cubicBezTo>
                <a:cubicBezTo>
                  <a:pt x="83" y="54"/>
                  <a:pt x="79" y="65"/>
                  <a:pt x="71" y="72"/>
                </a:cubicBezTo>
                <a:cubicBezTo>
                  <a:pt x="70" y="73"/>
                  <a:pt x="69" y="74"/>
                  <a:pt x="68" y="74"/>
                </a:cubicBezTo>
                <a:close/>
                <a:moveTo>
                  <a:pt x="52" y="65"/>
                </a:moveTo>
                <a:cubicBezTo>
                  <a:pt x="51" y="65"/>
                  <a:pt x="49" y="65"/>
                  <a:pt x="49" y="64"/>
                </a:cubicBezTo>
                <a:cubicBezTo>
                  <a:pt x="47" y="62"/>
                  <a:pt x="47" y="59"/>
                  <a:pt x="49" y="57"/>
                </a:cubicBezTo>
                <a:cubicBezTo>
                  <a:pt x="56" y="50"/>
                  <a:pt x="56" y="37"/>
                  <a:pt x="49" y="30"/>
                </a:cubicBezTo>
                <a:cubicBezTo>
                  <a:pt x="47" y="28"/>
                  <a:pt x="47" y="25"/>
                  <a:pt x="49" y="23"/>
                </a:cubicBezTo>
                <a:cubicBezTo>
                  <a:pt x="50" y="22"/>
                  <a:pt x="53" y="22"/>
                  <a:pt x="55" y="23"/>
                </a:cubicBezTo>
                <a:cubicBezTo>
                  <a:pt x="66" y="34"/>
                  <a:pt x="66" y="53"/>
                  <a:pt x="55" y="64"/>
                </a:cubicBezTo>
                <a:cubicBezTo>
                  <a:pt x="54" y="65"/>
                  <a:pt x="53" y="65"/>
                  <a:pt x="52" y="65"/>
                </a:cubicBezTo>
                <a:close/>
                <a:moveTo>
                  <a:pt x="38" y="3"/>
                </a:moveTo>
                <a:cubicBezTo>
                  <a:pt x="40" y="0"/>
                  <a:pt x="42" y="1"/>
                  <a:pt x="42" y="5"/>
                </a:cubicBezTo>
                <a:cubicBezTo>
                  <a:pt x="42" y="82"/>
                  <a:pt x="42" y="82"/>
                  <a:pt x="42" y="82"/>
                </a:cubicBezTo>
                <a:cubicBezTo>
                  <a:pt x="42" y="86"/>
                  <a:pt x="40" y="87"/>
                  <a:pt x="38" y="84"/>
                </a:cubicBezTo>
                <a:cubicBezTo>
                  <a:pt x="15" y="62"/>
                  <a:pt x="15" y="62"/>
                  <a:pt x="15" y="62"/>
                </a:cubicBezTo>
                <a:cubicBezTo>
                  <a:pt x="0" y="62"/>
                  <a:pt x="0" y="62"/>
                  <a:pt x="0" y="62"/>
                </a:cubicBezTo>
                <a:cubicBezTo>
                  <a:pt x="0" y="25"/>
                  <a:pt x="0" y="25"/>
                  <a:pt x="0" y="25"/>
                </a:cubicBezTo>
                <a:cubicBezTo>
                  <a:pt x="15" y="25"/>
                  <a:pt x="15" y="25"/>
                  <a:pt x="15" y="25"/>
                </a:cubicBezTo>
                <a:lnTo>
                  <a:pt x="38" y="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8" name="Freeform 145"/>
          <p:cNvSpPr>
            <a:spLocks noEditPoints="1"/>
          </p:cNvSpPr>
          <p:nvPr/>
        </p:nvSpPr>
        <p:spPr bwMode="auto">
          <a:xfrm>
            <a:off x="8805773" y="4409859"/>
            <a:ext cx="277065" cy="244814"/>
          </a:xfrm>
          <a:custGeom>
            <a:avLst/>
            <a:gdLst>
              <a:gd name="T0" fmla="*/ 124 w 189"/>
              <a:gd name="T1" fmla="*/ 23 h 167"/>
              <a:gd name="T2" fmla="*/ 65 w 189"/>
              <a:gd name="T3" fmla="*/ 0 h 167"/>
              <a:gd name="T4" fmla="*/ 0 w 189"/>
              <a:gd name="T5" fmla="*/ 23 h 167"/>
              <a:gd name="T6" fmla="*/ 0 w 189"/>
              <a:gd name="T7" fmla="*/ 167 h 167"/>
              <a:gd name="T8" fmla="*/ 65 w 189"/>
              <a:gd name="T9" fmla="*/ 142 h 167"/>
              <a:gd name="T10" fmla="*/ 124 w 189"/>
              <a:gd name="T11" fmla="*/ 167 h 167"/>
              <a:gd name="T12" fmla="*/ 189 w 189"/>
              <a:gd name="T13" fmla="*/ 142 h 167"/>
              <a:gd name="T14" fmla="*/ 189 w 189"/>
              <a:gd name="T15" fmla="*/ 0 h 167"/>
              <a:gd name="T16" fmla="*/ 124 w 189"/>
              <a:gd name="T17" fmla="*/ 23 h 167"/>
              <a:gd name="T18" fmla="*/ 70 w 189"/>
              <a:gd name="T19" fmla="*/ 15 h 167"/>
              <a:gd name="T20" fmla="*/ 119 w 189"/>
              <a:gd name="T21" fmla="*/ 35 h 167"/>
              <a:gd name="T22" fmla="*/ 119 w 189"/>
              <a:gd name="T23" fmla="*/ 152 h 167"/>
              <a:gd name="T24" fmla="*/ 70 w 189"/>
              <a:gd name="T25" fmla="*/ 133 h 167"/>
              <a:gd name="T26" fmla="*/ 70 w 189"/>
              <a:gd name="T27" fmla="*/ 15 h 167"/>
              <a:gd name="T28" fmla="*/ 11 w 189"/>
              <a:gd name="T29" fmla="*/ 31 h 167"/>
              <a:gd name="T30" fmla="*/ 58 w 189"/>
              <a:gd name="T31" fmla="*/ 15 h 167"/>
              <a:gd name="T32" fmla="*/ 58 w 189"/>
              <a:gd name="T33" fmla="*/ 133 h 167"/>
              <a:gd name="T34" fmla="*/ 11 w 189"/>
              <a:gd name="T35" fmla="*/ 151 h 167"/>
              <a:gd name="T36" fmla="*/ 11 w 189"/>
              <a:gd name="T37" fmla="*/ 31 h 167"/>
              <a:gd name="T38" fmla="*/ 178 w 189"/>
              <a:gd name="T39" fmla="*/ 134 h 167"/>
              <a:gd name="T40" fmla="*/ 130 w 189"/>
              <a:gd name="T41" fmla="*/ 152 h 167"/>
              <a:gd name="T42" fmla="*/ 130 w 189"/>
              <a:gd name="T43" fmla="*/ 35 h 167"/>
              <a:gd name="T44" fmla="*/ 178 w 189"/>
              <a:gd name="T45" fmla="*/ 17 h 167"/>
              <a:gd name="T46" fmla="*/ 178 w 189"/>
              <a:gd name="T47" fmla="*/ 134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9" h="167">
                <a:moveTo>
                  <a:pt x="124" y="23"/>
                </a:moveTo>
                <a:lnTo>
                  <a:pt x="65" y="0"/>
                </a:lnTo>
                <a:lnTo>
                  <a:pt x="0" y="23"/>
                </a:lnTo>
                <a:lnTo>
                  <a:pt x="0" y="167"/>
                </a:lnTo>
                <a:lnTo>
                  <a:pt x="65" y="142"/>
                </a:lnTo>
                <a:lnTo>
                  <a:pt x="124" y="167"/>
                </a:lnTo>
                <a:lnTo>
                  <a:pt x="189" y="142"/>
                </a:lnTo>
                <a:lnTo>
                  <a:pt x="189" y="0"/>
                </a:lnTo>
                <a:lnTo>
                  <a:pt x="124" y="23"/>
                </a:lnTo>
                <a:close/>
                <a:moveTo>
                  <a:pt x="70" y="15"/>
                </a:moveTo>
                <a:lnTo>
                  <a:pt x="119" y="35"/>
                </a:lnTo>
                <a:lnTo>
                  <a:pt x="119" y="152"/>
                </a:lnTo>
                <a:lnTo>
                  <a:pt x="70" y="133"/>
                </a:lnTo>
                <a:lnTo>
                  <a:pt x="70" y="15"/>
                </a:lnTo>
                <a:close/>
                <a:moveTo>
                  <a:pt x="11" y="31"/>
                </a:moveTo>
                <a:lnTo>
                  <a:pt x="58" y="15"/>
                </a:lnTo>
                <a:lnTo>
                  <a:pt x="58" y="133"/>
                </a:lnTo>
                <a:lnTo>
                  <a:pt x="11" y="151"/>
                </a:lnTo>
                <a:lnTo>
                  <a:pt x="11" y="31"/>
                </a:lnTo>
                <a:close/>
                <a:moveTo>
                  <a:pt x="178" y="134"/>
                </a:moveTo>
                <a:lnTo>
                  <a:pt x="130" y="152"/>
                </a:lnTo>
                <a:lnTo>
                  <a:pt x="130" y="35"/>
                </a:lnTo>
                <a:lnTo>
                  <a:pt x="178" y="17"/>
                </a:lnTo>
                <a:lnTo>
                  <a:pt x="178" y="13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19" name="Freeform 146"/>
          <p:cNvSpPr>
            <a:spLocks noEditPoints="1"/>
          </p:cNvSpPr>
          <p:nvPr/>
        </p:nvSpPr>
        <p:spPr bwMode="auto">
          <a:xfrm>
            <a:off x="8874674" y="3495104"/>
            <a:ext cx="303453" cy="306383"/>
          </a:xfrm>
          <a:custGeom>
            <a:avLst/>
            <a:gdLst>
              <a:gd name="T0" fmla="*/ 63 w 127"/>
              <a:gd name="T1" fmla="*/ 0 h 128"/>
              <a:gd name="T2" fmla="*/ 0 w 127"/>
              <a:gd name="T3" fmla="*/ 64 h 128"/>
              <a:gd name="T4" fmla="*/ 63 w 127"/>
              <a:gd name="T5" fmla="*/ 128 h 128"/>
              <a:gd name="T6" fmla="*/ 127 w 127"/>
              <a:gd name="T7" fmla="*/ 64 h 128"/>
              <a:gd name="T8" fmla="*/ 63 w 127"/>
              <a:gd name="T9" fmla="*/ 0 h 128"/>
              <a:gd name="T10" fmla="*/ 52 w 127"/>
              <a:gd name="T11" fmla="*/ 104 h 128"/>
              <a:gd name="T12" fmla="*/ 25 w 127"/>
              <a:gd name="T13" fmla="*/ 69 h 128"/>
              <a:gd name="T14" fmla="*/ 37 w 127"/>
              <a:gd name="T15" fmla="*/ 57 h 128"/>
              <a:gd name="T16" fmla="*/ 52 w 127"/>
              <a:gd name="T17" fmla="*/ 76 h 128"/>
              <a:gd name="T18" fmla="*/ 98 w 127"/>
              <a:gd name="T19" fmla="*/ 38 h 128"/>
              <a:gd name="T20" fmla="*/ 103 w 127"/>
              <a:gd name="T21" fmla="*/ 44 h 128"/>
              <a:gd name="T22" fmla="*/ 52 w 127"/>
              <a:gd name="T23" fmla="*/ 104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 h="128">
                <a:moveTo>
                  <a:pt x="63" y="0"/>
                </a:moveTo>
                <a:cubicBezTo>
                  <a:pt x="28" y="0"/>
                  <a:pt x="0" y="29"/>
                  <a:pt x="0" y="64"/>
                </a:cubicBezTo>
                <a:cubicBezTo>
                  <a:pt x="0" y="99"/>
                  <a:pt x="28" y="128"/>
                  <a:pt x="63" y="128"/>
                </a:cubicBezTo>
                <a:cubicBezTo>
                  <a:pt x="99" y="128"/>
                  <a:pt x="127" y="99"/>
                  <a:pt x="127" y="64"/>
                </a:cubicBezTo>
                <a:cubicBezTo>
                  <a:pt x="127" y="29"/>
                  <a:pt x="99" y="0"/>
                  <a:pt x="63" y="0"/>
                </a:cubicBezTo>
                <a:close/>
                <a:moveTo>
                  <a:pt x="52" y="104"/>
                </a:moveTo>
                <a:cubicBezTo>
                  <a:pt x="25" y="69"/>
                  <a:pt x="25" y="69"/>
                  <a:pt x="25" y="69"/>
                </a:cubicBezTo>
                <a:cubicBezTo>
                  <a:pt x="37" y="57"/>
                  <a:pt x="37" y="57"/>
                  <a:pt x="37" y="57"/>
                </a:cubicBezTo>
                <a:cubicBezTo>
                  <a:pt x="52" y="76"/>
                  <a:pt x="52" y="76"/>
                  <a:pt x="52" y="76"/>
                </a:cubicBezTo>
                <a:cubicBezTo>
                  <a:pt x="98" y="38"/>
                  <a:pt x="98" y="38"/>
                  <a:pt x="98" y="38"/>
                </a:cubicBezTo>
                <a:cubicBezTo>
                  <a:pt x="103" y="44"/>
                  <a:pt x="103" y="44"/>
                  <a:pt x="103" y="44"/>
                </a:cubicBezTo>
                <a:lnTo>
                  <a:pt x="52" y="10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0" name="Freeform 147"/>
          <p:cNvSpPr>
            <a:spLocks noEditPoints="1"/>
          </p:cNvSpPr>
          <p:nvPr/>
        </p:nvSpPr>
        <p:spPr bwMode="auto">
          <a:xfrm>
            <a:off x="9758642" y="5641259"/>
            <a:ext cx="230155" cy="230155"/>
          </a:xfrm>
          <a:custGeom>
            <a:avLst/>
            <a:gdLst>
              <a:gd name="T0" fmla="*/ 0 w 157"/>
              <a:gd name="T1" fmla="*/ 74 h 157"/>
              <a:gd name="T2" fmla="*/ 0 w 157"/>
              <a:gd name="T3" fmla="*/ 23 h 157"/>
              <a:gd name="T4" fmla="*/ 64 w 157"/>
              <a:gd name="T5" fmla="*/ 13 h 157"/>
              <a:gd name="T6" fmla="*/ 64 w 157"/>
              <a:gd name="T7" fmla="*/ 74 h 157"/>
              <a:gd name="T8" fmla="*/ 0 w 157"/>
              <a:gd name="T9" fmla="*/ 74 h 157"/>
              <a:gd name="T10" fmla="*/ 73 w 157"/>
              <a:gd name="T11" fmla="*/ 12 h 157"/>
              <a:gd name="T12" fmla="*/ 157 w 157"/>
              <a:gd name="T13" fmla="*/ 0 h 157"/>
              <a:gd name="T14" fmla="*/ 157 w 157"/>
              <a:gd name="T15" fmla="*/ 74 h 157"/>
              <a:gd name="T16" fmla="*/ 73 w 157"/>
              <a:gd name="T17" fmla="*/ 74 h 157"/>
              <a:gd name="T18" fmla="*/ 73 w 157"/>
              <a:gd name="T19" fmla="*/ 12 h 157"/>
              <a:gd name="T20" fmla="*/ 157 w 157"/>
              <a:gd name="T21" fmla="*/ 84 h 157"/>
              <a:gd name="T22" fmla="*/ 157 w 157"/>
              <a:gd name="T23" fmla="*/ 157 h 157"/>
              <a:gd name="T24" fmla="*/ 73 w 157"/>
              <a:gd name="T25" fmla="*/ 146 h 157"/>
              <a:gd name="T26" fmla="*/ 73 w 157"/>
              <a:gd name="T27" fmla="*/ 84 h 157"/>
              <a:gd name="T28" fmla="*/ 157 w 157"/>
              <a:gd name="T29" fmla="*/ 84 h 157"/>
              <a:gd name="T30" fmla="*/ 64 w 157"/>
              <a:gd name="T31" fmla="*/ 144 h 157"/>
              <a:gd name="T32" fmla="*/ 0 w 157"/>
              <a:gd name="T33" fmla="*/ 136 h 157"/>
              <a:gd name="T34" fmla="*/ 0 w 157"/>
              <a:gd name="T35" fmla="*/ 84 h 157"/>
              <a:gd name="T36" fmla="*/ 64 w 157"/>
              <a:gd name="T37" fmla="*/ 84 h 157"/>
              <a:gd name="T38" fmla="*/ 64 w 157"/>
              <a:gd name="T39" fmla="*/ 14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7" h="157">
                <a:moveTo>
                  <a:pt x="0" y="74"/>
                </a:moveTo>
                <a:lnTo>
                  <a:pt x="0" y="23"/>
                </a:lnTo>
                <a:lnTo>
                  <a:pt x="64" y="13"/>
                </a:lnTo>
                <a:lnTo>
                  <a:pt x="64" y="74"/>
                </a:lnTo>
                <a:lnTo>
                  <a:pt x="0" y="74"/>
                </a:lnTo>
                <a:close/>
                <a:moveTo>
                  <a:pt x="73" y="12"/>
                </a:moveTo>
                <a:lnTo>
                  <a:pt x="157" y="0"/>
                </a:lnTo>
                <a:lnTo>
                  <a:pt x="157" y="74"/>
                </a:lnTo>
                <a:lnTo>
                  <a:pt x="73" y="74"/>
                </a:lnTo>
                <a:lnTo>
                  <a:pt x="73" y="12"/>
                </a:lnTo>
                <a:close/>
                <a:moveTo>
                  <a:pt x="157" y="84"/>
                </a:moveTo>
                <a:lnTo>
                  <a:pt x="157" y="157"/>
                </a:lnTo>
                <a:lnTo>
                  <a:pt x="73" y="146"/>
                </a:lnTo>
                <a:lnTo>
                  <a:pt x="73" y="84"/>
                </a:lnTo>
                <a:lnTo>
                  <a:pt x="157" y="84"/>
                </a:lnTo>
                <a:close/>
                <a:moveTo>
                  <a:pt x="64" y="144"/>
                </a:moveTo>
                <a:lnTo>
                  <a:pt x="0" y="136"/>
                </a:lnTo>
                <a:lnTo>
                  <a:pt x="0" y="84"/>
                </a:lnTo>
                <a:lnTo>
                  <a:pt x="64" y="84"/>
                </a:lnTo>
                <a:lnTo>
                  <a:pt x="64" y="14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1" name="Freeform 148"/>
          <p:cNvSpPr>
            <a:spLocks noEditPoints="1"/>
          </p:cNvSpPr>
          <p:nvPr/>
        </p:nvSpPr>
        <p:spPr bwMode="auto">
          <a:xfrm>
            <a:off x="9506499" y="5591417"/>
            <a:ext cx="203767" cy="203767"/>
          </a:xfrm>
          <a:custGeom>
            <a:avLst/>
            <a:gdLst>
              <a:gd name="T0" fmla="*/ 11 w 85"/>
              <a:gd name="T1" fmla="*/ 42 h 85"/>
              <a:gd name="T2" fmla="*/ 29 w 85"/>
              <a:gd name="T3" fmla="*/ 70 h 85"/>
              <a:gd name="T4" fmla="*/ 14 w 85"/>
              <a:gd name="T5" fmla="*/ 30 h 85"/>
              <a:gd name="T6" fmla="*/ 11 w 85"/>
              <a:gd name="T7" fmla="*/ 42 h 85"/>
              <a:gd name="T8" fmla="*/ 64 w 85"/>
              <a:gd name="T9" fmla="*/ 41 h 85"/>
              <a:gd name="T10" fmla="*/ 62 w 85"/>
              <a:gd name="T11" fmla="*/ 32 h 85"/>
              <a:gd name="T12" fmla="*/ 59 w 85"/>
              <a:gd name="T13" fmla="*/ 25 h 85"/>
              <a:gd name="T14" fmla="*/ 64 w 85"/>
              <a:gd name="T15" fmla="*/ 20 h 85"/>
              <a:gd name="T16" fmla="*/ 64 w 85"/>
              <a:gd name="T17" fmla="*/ 20 h 85"/>
              <a:gd name="T18" fmla="*/ 43 w 85"/>
              <a:gd name="T19" fmla="*/ 11 h 85"/>
              <a:gd name="T20" fmla="*/ 16 w 85"/>
              <a:gd name="T21" fmla="*/ 25 h 85"/>
              <a:gd name="T22" fmla="*/ 18 w 85"/>
              <a:gd name="T23" fmla="*/ 25 h 85"/>
              <a:gd name="T24" fmla="*/ 27 w 85"/>
              <a:gd name="T25" fmla="*/ 25 h 85"/>
              <a:gd name="T26" fmla="*/ 27 w 85"/>
              <a:gd name="T27" fmla="*/ 28 h 85"/>
              <a:gd name="T28" fmla="*/ 23 w 85"/>
              <a:gd name="T29" fmla="*/ 28 h 85"/>
              <a:gd name="T30" fmla="*/ 35 w 85"/>
              <a:gd name="T31" fmla="*/ 61 h 85"/>
              <a:gd name="T32" fmla="*/ 42 w 85"/>
              <a:gd name="T33" fmla="*/ 41 h 85"/>
              <a:gd name="T34" fmla="*/ 37 w 85"/>
              <a:gd name="T35" fmla="*/ 28 h 85"/>
              <a:gd name="T36" fmla="*/ 34 w 85"/>
              <a:gd name="T37" fmla="*/ 28 h 85"/>
              <a:gd name="T38" fmla="*/ 34 w 85"/>
              <a:gd name="T39" fmla="*/ 25 h 85"/>
              <a:gd name="T40" fmla="*/ 42 w 85"/>
              <a:gd name="T41" fmla="*/ 25 h 85"/>
              <a:gd name="T42" fmla="*/ 51 w 85"/>
              <a:gd name="T43" fmla="*/ 25 h 85"/>
              <a:gd name="T44" fmla="*/ 51 w 85"/>
              <a:gd name="T45" fmla="*/ 28 h 85"/>
              <a:gd name="T46" fmla="*/ 47 w 85"/>
              <a:gd name="T47" fmla="*/ 28 h 85"/>
              <a:gd name="T48" fmla="*/ 59 w 85"/>
              <a:gd name="T49" fmla="*/ 61 h 85"/>
              <a:gd name="T50" fmla="*/ 62 w 85"/>
              <a:gd name="T51" fmla="*/ 51 h 85"/>
              <a:gd name="T52" fmla="*/ 64 w 85"/>
              <a:gd name="T53" fmla="*/ 41 h 85"/>
              <a:gd name="T54" fmla="*/ 43 w 85"/>
              <a:gd name="T55" fmla="*/ 45 h 85"/>
              <a:gd name="T56" fmla="*/ 34 w 85"/>
              <a:gd name="T57" fmla="*/ 72 h 85"/>
              <a:gd name="T58" fmla="*/ 43 w 85"/>
              <a:gd name="T59" fmla="*/ 73 h 85"/>
              <a:gd name="T60" fmla="*/ 53 w 85"/>
              <a:gd name="T61" fmla="*/ 72 h 85"/>
              <a:gd name="T62" fmla="*/ 53 w 85"/>
              <a:gd name="T63" fmla="*/ 71 h 85"/>
              <a:gd name="T64" fmla="*/ 43 w 85"/>
              <a:gd name="T65" fmla="*/ 45 h 85"/>
              <a:gd name="T66" fmla="*/ 71 w 85"/>
              <a:gd name="T67" fmla="*/ 28 h 85"/>
              <a:gd name="T68" fmla="*/ 71 w 85"/>
              <a:gd name="T69" fmla="*/ 31 h 85"/>
              <a:gd name="T70" fmla="*/ 69 w 85"/>
              <a:gd name="T71" fmla="*/ 42 h 85"/>
              <a:gd name="T72" fmla="*/ 59 w 85"/>
              <a:gd name="T73" fmla="*/ 69 h 85"/>
              <a:gd name="T74" fmla="*/ 75 w 85"/>
              <a:gd name="T75" fmla="*/ 42 h 85"/>
              <a:gd name="T76" fmla="*/ 71 w 85"/>
              <a:gd name="T77" fmla="*/ 28 h 85"/>
              <a:gd name="T78" fmla="*/ 43 w 85"/>
              <a:gd name="T79" fmla="*/ 0 h 85"/>
              <a:gd name="T80" fmla="*/ 0 w 85"/>
              <a:gd name="T81" fmla="*/ 42 h 85"/>
              <a:gd name="T82" fmla="*/ 43 w 85"/>
              <a:gd name="T83" fmla="*/ 85 h 85"/>
              <a:gd name="T84" fmla="*/ 85 w 85"/>
              <a:gd name="T85" fmla="*/ 42 h 85"/>
              <a:gd name="T86" fmla="*/ 43 w 85"/>
              <a:gd name="T87" fmla="*/ 0 h 85"/>
              <a:gd name="T88" fmla="*/ 43 w 85"/>
              <a:gd name="T89" fmla="*/ 79 h 85"/>
              <a:gd name="T90" fmla="*/ 6 w 85"/>
              <a:gd name="T91" fmla="*/ 42 h 85"/>
              <a:gd name="T92" fmla="*/ 43 w 85"/>
              <a:gd name="T93" fmla="*/ 5 h 85"/>
              <a:gd name="T94" fmla="*/ 80 w 85"/>
              <a:gd name="T95" fmla="*/ 42 h 85"/>
              <a:gd name="T96" fmla="*/ 43 w 85"/>
              <a:gd name="T97" fmla="*/ 7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5" h="85">
                <a:moveTo>
                  <a:pt x="11" y="42"/>
                </a:moveTo>
                <a:cubicBezTo>
                  <a:pt x="11" y="55"/>
                  <a:pt x="18" y="65"/>
                  <a:pt x="29" y="70"/>
                </a:cubicBezTo>
                <a:cubicBezTo>
                  <a:pt x="14" y="30"/>
                  <a:pt x="14" y="30"/>
                  <a:pt x="14" y="30"/>
                </a:cubicBezTo>
                <a:cubicBezTo>
                  <a:pt x="12" y="34"/>
                  <a:pt x="11" y="38"/>
                  <a:pt x="11" y="42"/>
                </a:cubicBezTo>
                <a:close/>
                <a:moveTo>
                  <a:pt x="64" y="41"/>
                </a:moveTo>
                <a:cubicBezTo>
                  <a:pt x="64" y="37"/>
                  <a:pt x="63" y="34"/>
                  <a:pt x="62" y="32"/>
                </a:cubicBezTo>
                <a:cubicBezTo>
                  <a:pt x="60" y="30"/>
                  <a:pt x="59" y="28"/>
                  <a:pt x="59" y="25"/>
                </a:cubicBezTo>
                <a:cubicBezTo>
                  <a:pt x="59" y="22"/>
                  <a:pt x="61" y="20"/>
                  <a:pt x="64" y="20"/>
                </a:cubicBezTo>
                <a:cubicBezTo>
                  <a:pt x="64" y="20"/>
                  <a:pt x="64" y="20"/>
                  <a:pt x="64" y="20"/>
                </a:cubicBezTo>
                <a:cubicBezTo>
                  <a:pt x="59" y="15"/>
                  <a:pt x="51" y="11"/>
                  <a:pt x="43" y="11"/>
                </a:cubicBezTo>
                <a:cubicBezTo>
                  <a:pt x="32" y="11"/>
                  <a:pt x="22" y="17"/>
                  <a:pt x="16" y="25"/>
                </a:cubicBezTo>
                <a:cubicBezTo>
                  <a:pt x="17" y="25"/>
                  <a:pt x="18" y="25"/>
                  <a:pt x="18" y="25"/>
                </a:cubicBezTo>
                <a:cubicBezTo>
                  <a:pt x="22" y="25"/>
                  <a:pt x="27" y="25"/>
                  <a:pt x="27" y="25"/>
                </a:cubicBezTo>
                <a:cubicBezTo>
                  <a:pt x="29" y="25"/>
                  <a:pt x="29" y="27"/>
                  <a:pt x="27" y="28"/>
                </a:cubicBezTo>
                <a:cubicBezTo>
                  <a:pt x="27" y="28"/>
                  <a:pt x="25" y="28"/>
                  <a:pt x="23" y="28"/>
                </a:cubicBezTo>
                <a:cubicBezTo>
                  <a:pt x="35" y="61"/>
                  <a:pt x="35" y="61"/>
                  <a:pt x="35" y="61"/>
                </a:cubicBezTo>
                <a:cubicBezTo>
                  <a:pt x="42" y="41"/>
                  <a:pt x="42" y="41"/>
                  <a:pt x="42" y="41"/>
                </a:cubicBezTo>
                <a:cubicBezTo>
                  <a:pt x="37" y="28"/>
                  <a:pt x="37" y="28"/>
                  <a:pt x="37" y="28"/>
                </a:cubicBezTo>
                <a:cubicBezTo>
                  <a:pt x="35" y="28"/>
                  <a:pt x="34" y="28"/>
                  <a:pt x="34" y="28"/>
                </a:cubicBezTo>
                <a:cubicBezTo>
                  <a:pt x="32" y="27"/>
                  <a:pt x="32" y="25"/>
                  <a:pt x="34" y="25"/>
                </a:cubicBezTo>
                <a:cubicBezTo>
                  <a:pt x="34" y="25"/>
                  <a:pt x="39" y="25"/>
                  <a:pt x="42" y="25"/>
                </a:cubicBezTo>
                <a:cubicBezTo>
                  <a:pt x="46" y="25"/>
                  <a:pt x="51" y="25"/>
                  <a:pt x="51" y="25"/>
                </a:cubicBezTo>
                <a:cubicBezTo>
                  <a:pt x="52" y="25"/>
                  <a:pt x="53" y="27"/>
                  <a:pt x="51" y="28"/>
                </a:cubicBezTo>
                <a:cubicBezTo>
                  <a:pt x="51" y="28"/>
                  <a:pt x="49" y="28"/>
                  <a:pt x="47" y="28"/>
                </a:cubicBezTo>
                <a:cubicBezTo>
                  <a:pt x="59" y="61"/>
                  <a:pt x="59" y="61"/>
                  <a:pt x="59" y="61"/>
                </a:cubicBezTo>
                <a:cubicBezTo>
                  <a:pt x="62" y="51"/>
                  <a:pt x="62" y="51"/>
                  <a:pt x="62" y="51"/>
                </a:cubicBezTo>
                <a:cubicBezTo>
                  <a:pt x="63" y="47"/>
                  <a:pt x="64" y="43"/>
                  <a:pt x="64" y="41"/>
                </a:cubicBezTo>
                <a:close/>
                <a:moveTo>
                  <a:pt x="43" y="45"/>
                </a:moveTo>
                <a:cubicBezTo>
                  <a:pt x="34" y="72"/>
                  <a:pt x="34" y="72"/>
                  <a:pt x="34" y="72"/>
                </a:cubicBezTo>
                <a:cubicBezTo>
                  <a:pt x="37" y="73"/>
                  <a:pt x="40" y="73"/>
                  <a:pt x="43" y="73"/>
                </a:cubicBezTo>
                <a:cubicBezTo>
                  <a:pt x="47" y="73"/>
                  <a:pt x="50" y="73"/>
                  <a:pt x="53" y="72"/>
                </a:cubicBezTo>
                <a:cubicBezTo>
                  <a:pt x="53" y="71"/>
                  <a:pt x="53" y="71"/>
                  <a:pt x="53" y="71"/>
                </a:cubicBezTo>
                <a:lnTo>
                  <a:pt x="43" y="45"/>
                </a:lnTo>
                <a:close/>
                <a:moveTo>
                  <a:pt x="71" y="28"/>
                </a:moveTo>
                <a:cubicBezTo>
                  <a:pt x="71" y="29"/>
                  <a:pt x="71" y="30"/>
                  <a:pt x="71" y="31"/>
                </a:cubicBezTo>
                <a:cubicBezTo>
                  <a:pt x="71" y="34"/>
                  <a:pt x="70" y="37"/>
                  <a:pt x="69" y="42"/>
                </a:cubicBezTo>
                <a:cubicBezTo>
                  <a:pt x="59" y="69"/>
                  <a:pt x="59" y="69"/>
                  <a:pt x="59" y="69"/>
                </a:cubicBezTo>
                <a:cubicBezTo>
                  <a:pt x="68" y="64"/>
                  <a:pt x="75" y="54"/>
                  <a:pt x="75" y="42"/>
                </a:cubicBezTo>
                <a:cubicBezTo>
                  <a:pt x="75" y="37"/>
                  <a:pt x="73" y="32"/>
                  <a:pt x="71" y="28"/>
                </a:cubicBezTo>
                <a:close/>
                <a:moveTo>
                  <a:pt x="43" y="0"/>
                </a:moveTo>
                <a:cubicBezTo>
                  <a:pt x="19" y="0"/>
                  <a:pt x="0" y="19"/>
                  <a:pt x="0" y="42"/>
                </a:cubicBezTo>
                <a:cubicBezTo>
                  <a:pt x="0" y="66"/>
                  <a:pt x="19" y="85"/>
                  <a:pt x="43" y="85"/>
                </a:cubicBezTo>
                <a:cubicBezTo>
                  <a:pt x="66" y="85"/>
                  <a:pt x="85" y="66"/>
                  <a:pt x="85" y="42"/>
                </a:cubicBezTo>
                <a:cubicBezTo>
                  <a:pt x="85" y="19"/>
                  <a:pt x="66" y="0"/>
                  <a:pt x="43" y="0"/>
                </a:cubicBezTo>
                <a:close/>
                <a:moveTo>
                  <a:pt x="43" y="79"/>
                </a:moveTo>
                <a:cubicBezTo>
                  <a:pt x="22" y="79"/>
                  <a:pt x="6" y="63"/>
                  <a:pt x="6" y="42"/>
                </a:cubicBezTo>
                <a:cubicBezTo>
                  <a:pt x="6" y="22"/>
                  <a:pt x="22" y="5"/>
                  <a:pt x="43" y="5"/>
                </a:cubicBezTo>
                <a:cubicBezTo>
                  <a:pt x="63" y="5"/>
                  <a:pt x="80" y="22"/>
                  <a:pt x="80" y="42"/>
                </a:cubicBezTo>
                <a:cubicBezTo>
                  <a:pt x="80" y="63"/>
                  <a:pt x="63" y="79"/>
                  <a:pt x="43" y="7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2" name="Freeform 149"/>
          <p:cNvSpPr/>
          <p:nvPr/>
        </p:nvSpPr>
        <p:spPr bwMode="auto">
          <a:xfrm>
            <a:off x="9758642" y="5965236"/>
            <a:ext cx="272667" cy="269735"/>
          </a:xfrm>
          <a:custGeom>
            <a:avLst/>
            <a:gdLst>
              <a:gd name="T0" fmla="*/ 110 w 114"/>
              <a:gd name="T1" fmla="*/ 90 h 113"/>
              <a:gd name="T2" fmla="*/ 60 w 114"/>
              <a:gd name="T3" fmla="*/ 47 h 113"/>
              <a:gd name="T4" fmla="*/ 64 w 114"/>
              <a:gd name="T5" fmla="*/ 32 h 113"/>
              <a:gd name="T6" fmla="*/ 32 w 114"/>
              <a:gd name="T7" fmla="*/ 0 h 113"/>
              <a:gd name="T8" fmla="*/ 23 w 114"/>
              <a:gd name="T9" fmla="*/ 1 h 113"/>
              <a:gd name="T10" fmla="*/ 41 w 114"/>
              <a:gd name="T11" fmla="*/ 20 h 113"/>
              <a:gd name="T12" fmla="*/ 41 w 114"/>
              <a:gd name="T13" fmla="*/ 30 h 113"/>
              <a:gd name="T14" fmla="*/ 30 w 114"/>
              <a:gd name="T15" fmla="*/ 41 h 113"/>
              <a:gd name="T16" fmla="*/ 20 w 114"/>
              <a:gd name="T17" fmla="*/ 41 h 113"/>
              <a:gd name="T18" fmla="*/ 1 w 114"/>
              <a:gd name="T19" fmla="*/ 23 h 113"/>
              <a:gd name="T20" fmla="*/ 0 w 114"/>
              <a:gd name="T21" fmla="*/ 32 h 113"/>
              <a:gd name="T22" fmla="*/ 32 w 114"/>
              <a:gd name="T23" fmla="*/ 63 h 113"/>
              <a:gd name="T24" fmla="*/ 47 w 114"/>
              <a:gd name="T25" fmla="*/ 60 h 113"/>
              <a:gd name="T26" fmla="*/ 90 w 114"/>
              <a:gd name="T27" fmla="*/ 110 h 113"/>
              <a:gd name="T28" fmla="*/ 100 w 114"/>
              <a:gd name="T29" fmla="*/ 111 h 113"/>
              <a:gd name="T30" fmla="*/ 111 w 114"/>
              <a:gd name="T31" fmla="*/ 100 h 113"/>
              <a:gd name="T32" fmla="*/ 110 w 114"/>
              <a:gd name="T33" fmla="*/ 9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113">
                <a:moveTo>
                  <a:pt x="110" y="90"/>
                </a:moveTo>
                <a:cubicBezTo>
                  <a:pt x="60" y="47"/>
                  <a:pt x="60" y="47"/>
                  <a:pt x="60" y="47"/>
                </a:cubicBezTo>
                <a:cubicBezTo>
                  <a:pt x="62" y="42"/>
                  <a:pt x="64" y="37"/>
                  <a:pt x="64" y="32"/>
                </a:cubicBezTo>
                <a:cubicBezTo>
                  <a:pt x="64" y="14"/>
                  <a:pt x="49" y="0"/>
                  <a:pt x="32" y="0"/>
                </a:cubicBezTo>
                <a:cubicBezTo>
                  <a:pt x="29" y="0"/>
                  <a:pt x="26" y="0"/>
                  <a:pt x="23" y="1"/>
                </a:cubicBezTo>
                <a:cubicBezTo>
                  <a:pt x="41" y="20"/>
                  <a:pt x="41" y="20"/>
                  <a:pt x="41" y="20"/>
                </a:cubicBezTo>
                <a:cubicBezTo>
                  <a:pt x="44" y="22"/>
                  <a:pt x="44" y="27"/>
                  <a:pt x="41" y="30"/>
                </a:cubicBezTo>
                <a:cubicBezTo>
                  <a:pt x="30" y="41"/>
                  <a:pt x="30" y="41"/>
                  <a:pt x="30" y="41"/>
                </a:cubicBezTo>
                <a:cubicBezTo>
                  <a:pt x="27" y="44"/>
                  <a:pt x="23" y="44"/>
                  <a:pt x="20" y="41"/>
                </a:cubicBezTo>
                <a:cubicBezTo>
                  <a:pt x="1" y="23"/>
                  <a:pt x="1" y="23"/>
                  <a:pt x="1" y="23"/>
                </a:cubicBezTo>
                <a:cubicBezTo>
                  <a:pt x="1" y="25"/>
                  <a:pt x="0" y="29"/>
                  <a:pt x="0" y="32"/>
                </a:cubicBezTo>
                <a:cubicBezTo>
                  <a:pt x="0" y="49"/>
                  <a:pt x="14" y="63"/>
                  <a:pt x="32" y="63"/>
                </a:cubicBezTo>
                <a:cubicBezTo>
                  <a:pt x="37" y="63"/>
                  <a:pt x="42" y="62"/>
                  <a:pt x="47" y="60"/>
                </a:cubicBezTo>
                <a:cubicBezTo>
                  <a:pt x="90" y="110"/>
                  <a:pt x="90" y="110"/>
                  <a:pt x="90" y="110"/>
                </a:cubicBezTo>
                <a:cubicBezTo>
                  <a:pt x="93" y="113"/>
                  <a:pt x="97" y="113"/>
                  <a:pt x="100" y="111"/>
                </a:cubicBezTo>
                <a:cubicBezTo>
                  <a:pt x="111" y="100"/>
                  <a:pt x="111" y="100"/>
                  <a:pt x="111" y="100"/>
                </a:cubicBezTo>
                <a:cubicBezTo>
                  <a:pt x="114" y="97"/>
                  <a:pt x="113" y="93"/>
                  <a:pt x="110" y="9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3" name="Freeform 150"/>
          <p:cNvSpPr>
            <a:spLocks noEditPoints="1"/>
          </p:cNvSpPr>
          <p:nvPr/>
        </p:nvSpPr>
        <p:spPr bwMode="auto">
          <a:xfrm>
            <a:off x="8936245" y="5705762"/>
            <a:ext cx="268270" cy="411932"/>
          </a:xfrm>
          <a:custGeom>
            <a:avLst/>
            <a:gdLst>
              <a:gd name="T0" fmla="*/ 84 w 112"/>
              <a:gd name="T1" fmla="*/ 3 h 172"/>
              <a:gd name="T2" fmla="*/ 111 w 112"/>
              <a:gd name="T3" fmla="*/ 19 h 172"/>
              <a:gd name="T4" fmla="*/ 110 w 112"/>
              <a:gd name="T5" fmla="*/ 33 h 172"/>
              <a:gd name="T6" fmla="*/ 103 w 112"/>
              <a:gd name="T7" fmla="*/ 44 h 172"/>
              <a:gd name="T8" fmla="*/ 65 w 112"/>
              <a:gd name="T9" fmla="*/ 21 h 172"/>
              <a:gd name="T10" fmla="*/ 72 w 112"/>
              <a:gd name="T11" fmla="*/ 10 h 172"/>
              <a:gd name="T12" fmla="*/ 84 w 112"/>
              <a:gd name="T13" fmla="*/ 3 h 172"/>
              <a:gd name="T14" fmla="*/ 0 w 112"/>
              <a:gd name="T15" fmla="*/ 130 h 172"/>
              <a:gd name="T16" fmla="*/ 1 w 112"/>
              <a:gd name="T17" fmla="*/ 172 h 172"/>
              <a:gd name="T18" fmla="*/ 38 w 112"/>
              <a:gd name="T19" fmla="*/ 153 h 172"/>
              <a:gd name="T20" fmla="*/ 98 w 112"/>
              <a:gd name="T21" fmla="*/ 52 h 172"/>
              <a:gd name="T22" fmla="*/ 60 w 112"/>
              <a:gd name="T23" fmla="*/ 29 h 172"/>
              <a:gd name="T24" fmla="*/ 0 w 112"/>
              <a:gd name="T25" fmla="*/ 130 h 172"/>
              <a:gd name="T26" fmla="*/ 76 w 112"/>
              <a:gd name="T27" fmla="*/ 57 h 172"/>
              <a:gd name="T28" fmla="*/ 30 w 112"/>
              <a:gd name="T29" fmla="*/ 134 h 172"/>
              <a:gd name="T30" fmla="*/ 20 w 112"/>
              <a:gd name="T31" fmla="*/ 128 h 172"/>
              <a:gd name="T32" fmla="*/ 66 w 112"/>
              <a:gd name="T33" fmla="*/ 52 h 172"/>
              <a:gd name="T34" fmla="*/ 76 w 112"/>
              <a:gd name="T35" fmla="*/ 57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2" h="172">
                <a:moveTo>
                  <a:pt x="84" y="3"/>
                </a:moveTo>
                <a:cubicBezTo>
                  <a:pt x="96" y="0"/>
                  <a:pt x="108" y="7"/>
                  <a:pt x="111" y="19"/>
                </a:cubicBezTo>
                <a:cubicBezTo>
                  <a:pt x="112" y="24"/>
                  <a:pt x="112" y="29"/>
                  <a:pt x="110" y="33"/>
                </a:cubicBezTo>
                <a:cubicBezTo>
                  <a:pt x="103" y="44"/>
                  <a:pt x="103" y="44"/>
                  <a:pt x="103" y="44"/>
                </a:cubicBezTo>
                <a:cubicBezTo>
                  <a:pt x="65" y="21"/>
                  <a:pt x="65" y="21"/>
                  <a:pt x="65" y="21"/>
                </a:cubicBezTo>
                <a:cubicBezTo>
                  <a:pt x="72" y="10"/>
                  <a:pt x="72" y="10"/>
                  <a:pt x="72" y="10"/>
                </a:cubicBezTo>
                <a:cubicBezTo>
                  <a:pt x="75" y="7"/>
                  <a:pt x="79" y="4"/>
                  <a:pt x="84" y="3"/>
                </a:cubicBezTo>
                <a:close/>
                <a:moveTo>
                  <a:pt x="0" y="130"/>
                </a:moveTo>
                <a:cubicBezTo>
                  <a:pt x="1" y="172"/>
                  <a:pt x="1" y="172"/>
                  <a:pt x="1" y="172"/>
                </a:cubicBezTo>
                <a:cubicBezTo>
                  <a:pt x="38" y="153"/>
                  <a:pt x="38" y="153"/>
                  <a:pt x="38" y="153"/>
                </a:cubicBezTo>
                <a:cubicBezTo>
                  <a:pt x="98" y="52"/>
                  <a:pt x="98" y="52"/>
                  <a:pt x="98" y="52"/>
                </a:cubicBezTo>
                <a:cubicBezTo>
                  <a:pt x="60" y="29"/>
                  <a:pt x="60" y="29"/>
                  <a:pt x="60" y="29"/>
                </a:cubicBezTo>
                <a:lnTo>
                  <a:pt x="0" y="130"/>
                </a:lnTo>
                <a:close/>
                <a:moveTo>
                  <a:pt x="76" y="57"/>
                </a:moveTo>
                <a:cubicBezTo>
                  <a:pt x="30" y="134"/>
                  <a:pt x="30" y="134"/>
                  <a:pt x="30" y="134"/>
                </a:cubicBezTo>
                <a:cubicBezTo>
                  <a:pt x="20" y="128"/>
                  <a:pt x="20" y="128"/>
                  <a:pt x="20" y="128"/>
                </a:cubicBezTo>
                <a:cubicBezTo>
                  <a:pt x="66" y="52"/>
                  <a:pt x="66" y="52"/>
                  <a:pt x="66" y="52"/>
                </a:cubicBezTo>
                <a:lnTo>
                  <a:pt x="76"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4" name="Freeform 151"/>
          <p:cNvSpPr>
            <a:spLocks noEditPoints="1"/>
          </p:cNvSpPr>
          <p:nvPr/>
        </p:nvSpPr>
        <p:spPr bwMode="auto">
          <a:xfrm>
            <a:off x="9257287" y="5720421"/>
            <a:ext cx="228689" cy="260939"/>
          </a:xfrm>
          <a:custGeom>
            <a:avLst/>
            <a:gdLst>
              <a:gd name="T0" fmla="*/ 40 w 95"/>
              <a:gd name="T1" fmla="*/ 61 h 109"/>
              <a:gd name="T2" fmla="*/ 34 w 95"/>
              <a:gd name="T3" fmla="*/ 54 h 109"/>
              <a:gd name="T4" fmla="*/ 13 w 95"/>
              <a:gd name="T5" fmla="*/ 75 h 109"/>
              <a:gd name="T6" fmla="*/ 34 w 95"/>
              <a:gd name="T7" fmla="*/ 95 h 109"/>
              <a:gd name="T8" fmla="*/ 40 w 95"/>
              <a:gd name="T9" fmla="*/ 88 h 109"/>
              <a:gd name="T10" fmla="*/ 27 w 95"/>
              <a:gd name="T11" fmla="*/ 75 h 109"/>
              <a:gd name="T12" fmla="*/ 40 w 95"/>
              <a:gd name="T13" fmla="*/ 61 h 109"/>
              <a:gd name="T14" fmla="*/ 54 w 95"/>
              <a:gd name="T15" fmla="*/ 88 h 109"/>
              <a:gd name="T16" fmla="*/ 61 w 95"/>
              <a:gd name="T17" fmla="*/ 95 h 109"/>
              <a:gd name="T18" fmla="*/ 81 w 95"/>
              <a:gd name="T19" fmla="*/ 75 h 109"/>
              <a:gd name="T20" fmla="*/ 61 w 95"/>
              <a:gd name="T21" fmla="*/ 54 h 109"/>
              <a:gd name="T22" fmla="*/ 54 w 95"/>
              <a:gd name="T23" fmla="*/ 61 h 109"/>
              <a:gd name="T24" fmla="*/ 68 w 95"/>
              <a:gd name="T25" fmla="*/ 75 h 109"/>
              <a:gd name="T26" fmla="*/ 54 w 95"/>
              <a:gd name="T27" fmla="*/ 88 h 109"/>
              <a:gd name="T28" fmla="*/ 89 w 95"/>
              <a:gd name="T29" fmla="*/ 21 h 109"/>
              <a:gd name="T30" fmla="*/ 74 w 95"/>
              <a:gd name="T31" fmla="*/ 6 h 109"/>
              <a:gd name="T32" fmla="*/ 59 w 95"/>
              <a:gd name="T33" fmla="*/ 0 h 109"/>
              <a:gd name="T34" fmla="*/ 8 w 95"/>
              <a:gd name="T35" fmla="*/ 0 h 109"/>
              <a:gd name="T36" fmla="*/ 0 w 95"/>
              <a:gd name="T37" fmla="*/ 8 h 109"/>
              <a:gd name="T38" fmla="*/ 0 w 95"/>
              <a:gd name="T39" fmla="*/ 100 h 109"/>
              <a:gd name="T40" fmla="*/ 8 w 95"/>
              <a:gd name="T41" fmla="*/ 109 h 109"/>
              <a:gd name="T42" fmla="*/ 86 w 95"/>
              <a:gd name="T43" fmla="*/ 109 h 109"/>
              <a:gd name="T44" fmla="*/ 95 w 95"/>
              <a:gd name="T45" fmla="*/ 100 h 109"/>
              <a:gd name="T46" fmla="*/ 95 w 95"/>
              <a:gd name="T47" fmla="*/ 36 h 109"/>
              <a:gd name="T48" fmla="*/ 89 w 95"/>
              <a:gd name="T49" fmla="*/ 21 h 109"/>
              <a:gd name="T50" fmla="*/ 84 w 95"/>
              <a:gd name="T51" fmla="*/ 26 h 109"/>
              <a:gd name="T52" fmla="*/ 85 w 95"/>
              <a:gd name="T53" fmla="*/ 27 h 109"/>
              <a:gd name="T54" fmla="*/ 68 w 95"/>
              <a:gd name="T55" fmla="*/ 27 h 109"/>
              <a:gd name="T56" fmla="*/ 68 w 95"/>
              <a:gd name="T57" fmla="*/ 10 h 109"/>
              <a:gd name="T58" fmla="*/ 69 w 95"/>
              <a:gd name="T59" fmla="*/ 11 h 109"/>
              <a:gd name="T60" fmla="*/ 84 w 95"/>
              <a:gd name="T61" fmla="*/ 26 h 109"/>
              <a:gd name="T62" fmla="*/ 88 w 95"/>
              <a:gd name="T63" fmla="*/ 100 h 109"/>
              <a:gd name="T64" fmla="*/ 86 w 95"/>
              <a:gd name="T65" fmla="*/ 102 h 109"/>
              <a:gd name="T66" fmla="*/ 8 w 95"/>
              <a:gd name="T67" fmla="*/ 102 h 109"/>
              <a:gd name="T68" fmla="*/ 6 w 95"/>
              <a:gd name="T69" fmla="*/ 100 h 109"/>
              <a:gd name="T70" fmla="*/ 6 w 95"/>
              <a:gd name="T71" fmla="*/ 8 h 109"/>
              <a:gd name="T72" fmla="*/ 8 w 95"/>
              <a:gd name="T73" fmla="*/ 7 h 109"/>
              <a:gd name="T74" fmla="*/ 59 w 95"/>
              <a:gd name="T75" fmla="*/ 7 h 109"/>
              <a:gd name="T76" fmla="*/ 61 w 95"/>
              <a:gd name="T77" fmla="*/ 7 h 109"/>
              <a:gd name="T78" fmla="*/ 61 w 95"/>
              <a:gd name="T79" fmla="*/ 34 h 109"/>
              <a:gd name="T80" fmla="*/ 88 w 95"/>
              <a:gd name="T81" fmla="*/ 34 h 109"/>
              <a:gd name="T82" fmla="*/ 88 w 95"/>
              <a:gd name="T83" fmla="*/ 36 h 109"/>
              <a:gd name="T84" fmla="*/ 88 w 95"/>
              <a:gd name="T85" fmla="*/ 100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5" h="109">
                <a:moveTo>
                  <a:pt x="40" y="61"/>
                </a:moveTo>
                <a:cubicBezTo>
                  <a:pt x="34" y="54"/>
                  <a:pt x="34" y="54"/>
                  <a:pt x="34" y="54"/>
                </a:cubicBezTo>
                <a:cubicBezTo>
                  <a:pt x="13" y="75"/>
                  <a:pt x="13" y="75"/>
                  <a:pt x="13" y="75"/>
                </a:cubicBezTo>
                <a:cubicBezTo>
                  <a:pt x="34" y="95"/>
                  <a:pt x="34" y="95"/>
                  <a:pt x="34" y="95"/>
                </a:cubicBezTo>
                <a:cubicBezTo>
                  <a:pt x="40" y="88"/>
                  <a:pt x="40" y="88"/>
                  <a:pt x="40" y="88"/>
                </a:cubicBezTo>
                <a:cubicBezTo>
                  <a:pt x="27" y="75"/>
                  <a:pt x="27" y="75"/>
                  <a:pt x="27" y="75"/>
                </a:cubicBezTo>
                <a:lnTo>
                  <a:pt x="40" y="61"/>
                </a:lnTo>
                <a:close/>
                <a:moveTo>
                  <a:pt x="54" y="88"/>
                </a:moveTo>
                <a:cubicBezTo>
                  <a:pt x="61" y="95"/>
                  <a:pt x="61" y="95"/>
                  <a:pt x="61" y="95"/>
                </a:cubicBezTo>
                <a:cubicBezTo>
                  <a:pt x="81" y="75"/>
                  <a:pt x="81" y="75"/>
                  <a:pt x="81" y="75"/>
                </a:cubicBezTo>
                <a:cubicBezTo>
                  <a:pt x="61" y="54"/>
                  <a:pt x="61" y="54"/>
                  <a:pt x="61" y="54"/>
                </a:cubicBezTo>
                <a:cubicBezTo>
                  <a:pt x="54" y="61"/>
                  <a:pt x="54" y="61"/>
                  <a:pt x="54" y="61"/>
                </a:cubicBezTo>
                <a:cubicBezTo>
                  <a:pt x="68" y="75"/>
                  <a:pt x="68" y="75"/>
                  <a:pt x="68" y="75"/>
                </a:cubicBezTo>
                <a:lnTo>
                  <a:pt x="54" y="88"/>
                </a:lnTo>
                <a:close/>
                <a:moveTo>
                  <a:pt x="89" y="21"/>
                </a:moveTo>
                <a:cubicBezTo>
                  <a:pt x="74" y="6"/>
                  <a:pt x="74" y="6"/>
                  <a:pt x="74" y="6"/>
                </a:cubicBezTo>
                <a:cubicBezTo>
                  <a:pt x="70" y="3"/>
                  <a:pt x="64" y="0"/>
                  <a:pt x="59" y="0"/>
                </a:cubicBezTo>
                <a:cubicBezTo>
                  <a:pt x="8" y="0"/>
                  <a:pt x="8" y="0"/>
                  <a:pt x="8" y="0"/>
                </a:cubicBezTo>
                <a:cubicBezTo>
                  <a:pt x="3" y="0"/>
                  <a:pt x="0" y="4"/>
                  <a:pt x="0" y="8"/>
                </a:cubicBezTo>
                <a:cubicBezTo>
                  <a:pt x="0" y="100"/>
                  <a:pt x="0" y="100"/>
                  <a:pt x="0" y="100"/>
                </a:cubicBezTo>
                <a:cubicBezTo>
                  <a:pt x="0" y="105"/>
                  <a:pt x="3" y="109"/>
                  <a:pt x="8" y="109"/>
                </a:cubicBezTo>
                <a:cubicBezTo>
                  <a:pt x="86" y="109"/>
                  <a:pt x="86" y="109"/>
                  <a:pt x="86" y="109"/>
                </a:cubicBezTo>
                <a:cubicBezTo>
                  <a:pt x="91" y="109"/>
                  <a:pt x="95" y="105"/>
                  <a:pt x="95" y="100"/>
                </a:cubicBezTo>
                <a:cubicBezTo>
                  <a:pt x="95" y="36"/>
                  <a:pt x="95" y="36"/>
                  <a:pt x="95" y="36"/>
                </a:cubicBezTo>
                <a:cubicBezTo>
                  <a:pt x="95" y="31"/>
                  <a:pt x="92" y="24"/>
                  <a:pt x="89" y="21"/>
                </a:cubicBezTo>
                <a:close/>
                <a:moveTo>
                  <a:pt x="84" y="26"/>
                </a:moveTo>
                <a:cubicBezTo>
                  <a:pt x="84" y="26"/>
                  <a:pt x="85" y="27"/>
                  <a:pt x="85" y="27"/>
                </a:cubicBezTo>
                <a:cubicBezTo>
                  <a:pt x="68" y="27"/>
                  <a:pt x="68" y="27"/>
                  <a:pt x="68" y="27"/>
                </a:cubicBezTo>
                <a:cubicBezTo>
                  <a:pt x="68" y="10"/>
                  <a:pt x="68" y="10"/>
                  <a:pt x="68" y="10"/>
                </a:cubicBezTo>
                <a:cubicBezTo>
                  <a:pt x="68" y="10"/>
                  <a:pt x="68" y="10"/>
                  <a:pt x="69" y="11"/>
                </a:cubicBezTo>
                <a:lnTo>
                  <a:pt x="84" y="26"/>
                </a:lnTo>
                <a:close/>
                <a:moveTo>
                  <a:pt x="88" y="100"/>
                </a:moveTo>
                <a:cubicBezTo>
                  <a:pt x="88" y="101"/>
                  <a:pt x="87" y="102"/>
                  <a:pt x="86" y="102"/>
                </a:cubicBezTo>
                <a:cubicBezTo>
                  <a:pt x="8" y="102"/>
                  <a:pt x="8" y="102"/>
                  <a:pt x="8" y="102"/>
                </a:cubicBezTo>
                <a:cubicBezTo>
                  <a:pt x="7" y="102"/>
                  <a:pt x="6" y="101"/>
                  <a:pt x="6" y="100"/>
                </a:cubicBezTo>
                <a:cubicBezTo>
                  <a:pt x="6" y="8"/>
                  <a:pt x="6" y="8"/>
                  <a:pt x="6" y="8"/>
                </a:cubicBezTo>
                <a:cubicBezTo>
                  <a:pt x="6" y="7"/>
                  <a:pt x="7" y="7"/>
                  <a:pt x="8" y="7"/>
                </a:cubicBezTo>
                <a:cubicBezTo>
                  <a:pt x="59" y="7"/>
                  <a:pt x="59" y="7"/>
                  <a:pt x="59" y="7"/>
                </a:cubicBezTo>
                <a:cubicBezTo>
                  <a:pt x="60" y="7"/>
                  <a:pt x="60" y="7"/>
                  <a:pt x="61" y="7"/>
                </a:cubicBezTo>
                <a:cubicBezTo>
                  <a:pt x="61" y="34"/>
                  <a:pt x="61" y="34"/>
                  <a:pt x="61" y="34"/>
                </a:cubicBezTo>
                <a:cubicBezTo>
                  <a:pt x="88" y="34"/>
                  <a:pt x="88" y="34"/>
                  <a:pt x="88" y="34"/>
                </a:cubicBezTo>
                <a:cubicBezTo>
                  <a:pt x="88" y="34"/>
                  <a:pt x="88" y="35"/>
                  <a:pt x="88" y="36"/>
                </a:cubicBezTo>
                <a:lnTo>
                  <a:pt x="88" y="10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5" name="Freeform 152"/>
          <p:cNvSpPr>
            <a:spLocks noEditPoints="1"/>
          </p:cNvSpPr>
          <p:nvPr/>
        </p:nvSpPr>
        <p:spPr bwMode="auto">
          <a:xfrm>
            <a:off x="8838024" y="3212176"/>
            <a:ext cx="300521" cy="222825"/>
          </a:xfrm>
          <a:custGeom>
            <a:avLst/>
            <a:gdLst>
              <a:gd name="T0" fmla="*/ 101 w 125"/>
              <a:gd name="T1" fmla="*/ 0 h 93"/>
              <a:gd name="T2" fmla="*/ 23 w 125"/>
              <a:gd name="T3" fmla="*/ 0 h 93"/>
              <a:gd name="T4" fmla="*/ 0 w 125"/>
              <a:gd name="T5" fmla="*/ 23 h 93"/>
              <a:gd name="T6" fmla="*/ 0 w 125"/>
              <a:gd name="T7" fmla="*/ 70 h 93"/>
              <a:gd name="T8" fmla="*/ 23 w 125"/>
              <a:gd name="T9" fmla="*/ 93 h 93"/>
              <a:gd name="T10" fmla="*/ 101 w 125"/>
              <a:gd name="T11" fmla="*/ 93 h 93"/>
              <a:gd name="T12" fmla="*/ 125 w 125"/>
              <a:gd name="T13" fmla="*/ 70 h 93"/>
              <a:gd name="T14" fmla="*/ 125 w 125"/>
              <a:gd name="T15" fmla="*/ 23 h 93"/>
              <a:gd name="T16" fmla="*/ 101 w 125"/>
              <a:gd name="T17" fmla="*/ 0 h 93"/>
              <a:gd name="T18" fmla="*/ 47 w 125"/>
              <a:gd name="T19" fmla="*/ 78 h 93"/>
              <a:gd name="T20" fmla="*/ 47 w 125"/>
              <a:gd name="T21" fmla="*/ 15 h 93"/>
              <a:gd name="T22" fmla="*/ 86 w 125"/>
              <a:gd name="T23" fmla="*/ 46 h 93"/>
              <a:gd name="T24" fmla="*/ 47 w 125"/>
              <a:gd name="T25" fmla="*/ 7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5" h="93">
                <a:moveTo>
                  <a:pt x="101" y="0"/>
                </a:moveTo>
                <a:cubicBezTo>
                  <a:pt x="23" y="0"/>
                  <a:pt x="23" y="0"/>
                  <a:pt x="23" y="0"/>
                </a:cubicBezTo>
                <a:cubicBezTo>
                  <a:pt x="11" y="0"/>
                  <a:pt x="0" y="10"/>
                  <a:pt x="0" y="23"/>
                </a:cubicBezTo>
                <a:cubicBezTo>
                  <a:pt x="0" y="70"/>
                  <a:pt x="0" y="70"/>
                  <a:pt x="0" y="70"/>
                </a:cubicBezTo>
                <a:cubicBezTo>
                  <a:pt x="0" y="83"/>
                  <a:pt x="11" y="93"/>
                  <a:pt x="23" y="93"/>
                </a:cubicBezTo>
                <a:cubicBezTo>
                  <a:pt x="101" y="93"/>
                  <a:pt x="101" y="93"/>
                  <a:pt x="101" y="93"/>
                </a:cubicBezTo>
                <a:cubicBezTo>
                  <a:pt x="114" y="93"/>
                  <a:pt x="125" y="83"/>
                  <a:pt x="125" y="70"/>
                </a:cubicBezTo>
                <a:cubicBezTo>
                  <a:pt x="125" y="23"/>
                  <a:pt x="125" y="23"/>
                  <a:pt x="125" y="23"/>
                </a:cubicBezTo>
                <a:cubicBezTo>
                  <a:pt x="125" y="10"/>
                  <a:pt x="114" y="0"/>
                  <a:pt x="101" y="0"/>
                </a:cubicBezTo>
                <a:close/>
                <a:moveTo>
                  <a:pt x="47" y="78"/>
                </a:moveTo>
                <a:cubicBezTo>
                  <a:pt x="47" y="15"/>
                  <a:pt x="47" y="15"/>
                  <a:pt x="47" y="15"/>
                </a:cubicBezTo>
                <a:cubicBezTo>
                  <a:pt x="86" y="46"/>
                  <a:pt x="86" y="46"/>
                  <a:pt x="86" y="46"/>
                </a:cubicBezTo>
                <a:lnTo>
                  <a:pt x="47" y="7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6" name="Freeform 153"/>
          <p:cNvSpPr>
            <a:spLocks noEditPoints="1"/>
          </p:cNvSpPr>
          <p:nvPr/>
        </p:nvSpPr>
        <p:spPr bwMode="auto">
          <a:xfrm>
            <a:off x="8467139" y="5021162"/>
            <a:ext cx="155392" cy="158322"/>
          </a:xfrm>
          <a:custGeom>
            <a:avLst/>
            <a:gdLst>
              <a:gd name="T0" fmla="*/ 61 w 65"/>
              <a:gd name="T1" fmla="*/ 19 h 66"/>
              <a:gd name="T2" fmla="*/ 47 w 65"/>
              <a:gd name="T3" fmla="*/ 4 h 66"/>
              <a:gd name="T4" fmla="*/ 51 w 65"/>
              <a:gd name="T5" fmla="*/ 0 h 66"/>
              <a:gd name="T6" fmla="*/ 65 w 65"/>
              <a:gd name="T7" fmla="*/ 15 h 66"/>
              <a:gd name="T8" fmla="*/ 61 w 65"/>
              <a:gd name="T9" fmla="*/ 19 h 66"/>
              <a:gd name="T10" fmla="*/ 57 w 65"/>
              <a:gd name="T11" fmla="*/ 23 h 66"/>
              <a:gd name="T12" fmla="*/ 55 w 65"/>
              <a:gd name="T13" fmla="*/ 46 h 66"/>
              <a:gd name="T14" fmla="*/ 10 w 65"/>
              <a:gd name="T15" fmla="*/ 66 h 66"/>
              <a:gd name="T16" fmla="*/ 6 w 65"/>
              <a:gd name="T17" fmla="*/ 63 h 66"/>
              <a:gd name="T18" fmla="*/ 24 w 65"/>
              <a:gd name="T19" fmla="*/ 45 h 66"/>
              <a:gd name="T20" fmla="*/ 26 w 65"/>
              <a:gd name="T21" fmla="*/ 46 h 66"/>
              <a:gd name="T22" fmla="*/ 32 w 65"/>
              <a:gd name="T23" fmla="*/ 39 h 66"/>
              <a:gd name="T24" fmla="*/ 26 w 65"/>
              <a:gd name="T25" fmla="*/ 33 h 66"/>
              <a:gd name="T26" fmla="*/ 20 w 65"/>
              <a:gd name="T27" fmla="*/ 39 h 66"/>
              <a:gd name="T28" fmla="*/ 21 w 65"/>
              <a:gd name="T29" fmla="*/ 42 h 66"/>
              <a:gd name="T30" fmla="*/ 3 w 65"/>
              <a:gd name="T31" fmla="*/ 59 h 66"/>
              <a:gd name="T32" fmla="*/ 0 w 65"/>
              <a:gd name="T33" fmla="*/ 56 h 66"/>
              <a:gd name="T34" fmla="*/ 20 w 65"/>
              <a:gd name="T35" fmla="*/ 10 h 66"/>
              <a:gd name="T36" fmla="*/ 43 w 65"/>
              <a:gd name="T37" fmla="*/ 8 h 66"/>
              <a:gd name="T38" fmla="*/ 57 w 65"/>
              <a:gd name="T39" fmla="*/ 2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5" h="66">
                <a:moveTo>
                  <a:pt x="61" y="19"/>
                </a:moveTo>
                <a:cubicBezTo>
                  <a:pt x="47" y="4"/>
                  <a:pt x="47" y="4"/>
                  <a:pt x="47" y="4"/>
                </a:cubicBezTo>
                <a:cubicBezTo>
                  <a:pt x="51" y="0"/>
                  <a:pt x="51" y="0"/>
                  <a:pt x="51" y="0"/>
                </a:cubicBezTo>
                <a:cubicBezTo>
                  <a:pt x="65" y="15"/>
                  <a:pt x="65" y="15"/>
                  <a:pt x="65" y="15"/>
                </a:cubicBezTo>
                <a:lnTo>
                  <a:pt x="61" y="19"/>
                </a:lnTo>
                <a:close/>
                <a:moveTo>
                  <a:pt x="57" y="23"/>
                </a:moveTo>
                <a:cubicBezTo>
                  <a:pt x="55" y="46"/>
                  <a:pt x="55" y="46"/>
                  <a:pt x="55" y="46"/>
                </a:cubicBezTo>
                <a:cubicBezTo>
                  <a:pt x="37" y="46"/>
                  <a:pt x="10" y="66"/>
                  <a:pt x="10" y="66"/>
                </a:cubicBezTo>
                <a:cubicBezTo>
                  <a:pt x="6" y="63"/>
                  <a:pt x="6" y="63"/>
                  <a:pt x="6" y="63"/>
                </a:cubicBezTo>
                <a:cubicBezTo>
                  <a:pt x="24" y="45"/>
                  <a:pt x="24" y="45"/>
                  <a:pt x="24" y="45"/>
                </a:cubicBezTo>
                <a:cubicBezTo>
                  <a:pt x="25" y="45"/>
                  <a:pt x="25" y="46"/>
                  <a:pt x="26" y="46"/>
                </a:cubicBezTo>
                <a:cubicBezTo>
                  <a:pt x="30" y="46"/>
                  <a:pt x="32" y="43"/>
                  <a:pt x="32" y="39"/>
                </a:cubicBezTo>
                <a:cubicBezTo>
                  <a:pt x="32" y="36"/>
                  <a:pt x="30" y="33"/>
                  <a:pt x="26" y="33"/>
                </a:cubicBezTo>
                <a:cubicBezTo>
                  <a:pt x="23" y="33"/>
                  <a:pt x="20" y="36"/>
                  <a:pt x="20" y="39"/>
                </a:cubicBezTo>
                <a:cubicBezTo>
                  <a:pt x="20" y="40"/>
                  <a:pt x="20" y="41"/>
                  <a:pt x="21" y="42"/>
                </a:cubicBezTo>
                <a:cubicBezTo>
                  <a:pt x="3" y="59"/>
                  <a:pt x="3" y="59"/>
                  <a:pt x="3" y="59"/>
                </a:cubicBezTo>
                <a:cubicBezTo>
                  <a:pt x="0" y="56"/>
                  <a:pt x="0" y="56"/>
                  <a:pt x="0" y="56"/>
                </a:cubicBezTo>
                <a:cubicBezTo>
                  <a:pt x="0" y="56"/>
                  <a:pt x="20" y="29"/>
                  <a:pt x="20" y="10"/>
                </a:cubicBezTo>
                <a:cubicBezTo>
                  <a:pt x="43" y="8"/>
                  <a:pt x="43" y="8"/>
                  <a:pt x="43" y="8"/>
                </a:cubicBezTo>
                <a:lnTo>
                  <a:pt x="57" y="2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7" name="Freeform 154"/>
          <p:cNvSpPr/>
          <p:nvPr/>
        </p:nvSpPr>
        <p:spPr bwMode="auto">
          <a:xfrm>
            <a:off x="8733942" y="4836451"/>
            <a:ext cx="209632" cy="200834"/>
          </a:xfrm>
          <a:custGeom>
            <a:avLst/>
            <a:gdLst>
              <a:gd name="T0" fmla="*/ 55 w 88"/>
              <a:gd name="T1" fmla="*/ 59 h 84"/>
              <a:gd name="T2" fmla="*/ 53 w 88"/>
              <a:gd name="T3" fmla="*/ 53 h 84"/>
              <a:gd name="T4" fmla="*/ 61 w 88"/>
              <a:gd name="T5" fmla="*/ 38 h 84"/>
              <a:gd name="T6" fmla="*/ 63 w 88"/>
              <a:gd name="T7" fmla="*/ 26 h 84"/>
              <a:gd name="T8" fmla="*/ 44 w 88"/>
              <a:gd name="T9" fmla="*/ 0 h 84"/>
              <a:gd name="T10" fmla="*/ 25 w 88"/>
              <a:gd name="T11" fmla="*/ 26 h 84"/>
              <a:gd name="T12" fmla="*/ 28 w 88"/>
              <a:gd name="T13" fmla="*/ 38 h 84"/>
              <a:gd name="T14" fmla="*/ 36 w 88"/>
              <a:gd name="T15" fmla="*/ 53 h 84"/>
              <a:gd name="T16" fmla="*/ 33 w 88"/>
              <a:gd name="T17" fmla="*/ 59 h 84"/>
              <a:gd name="T18" fmla="*/ 0 w 88"/>
              <a:gd name="T19" fmla="*/ 84 h 84"/>
              <a:gd name="T20" fmla="*/ 44 w 88"/>
              <a:gd name="T21" fmla="*/ 84 h 84"/>
              <a:gd name="T22" fmla="*/ 88 w 88"/>
              <a:gd name="T23" fmla="*/ 84 h 84"/>
              <a:gd name="T24" fmla="*/ 55 w 88"/>
              <a:gd name="T2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4">
                <a:moveTo>
                  <a:pt x="55" y="59"/>
                </a:moveTo>
                <a:cubicBezTo>
                  <a:pt x="53" y="59"/>
                  <a:pt x="53" y="53"/>
                  <a:pt x="53" y="53"/>
                </a:cubicBezTo>
                <a:cubicBezTo>
                  <a:pt x="53" y="53"/>
                  <a:pt x="59" y="46"/>
                  <a:pt x="61" y="38"/>
                </a:cubicBezTo>
                <a:cubicBezTo>
                  <a:pt x="64" y="38"/>
                  <a:pt x="67" y="29"/>
                  <a:pt x="63" y="26"/>
                </a:cubicBezTo>
                <a:cubicBezTo>
                  <a:pt x="63" y="22"/>
                  <a:pt x="68" y="0"/>
                  <a:pt x="44" y="0"/>
                </a:cubicBezTo>
                <a:cubicBezTo>
                  <a:pt x="21" y="0"/>
                  <a:pt x="25" y="22"/>
                  <a:pt x="25" y="26"/>
                </a:cubicBezTo>
                <a:cubicBezTo>
                  <a:pt x="22" y="29"/>
                  <a:pt x="24" y="38"/>
                  <a:pt x="28" y="38"/>
                </a:cubicBezTo>
                <a:cubicBezTo>
                  <a:pt x="29" y="46"/>
                  <a:pt x="36" y="53"/>
                  <a:pt x="36" y="53"/>
                </a:cubicBezTo>
                <a:cubicBezTo>
                  <a:pt x="36" y="53"/>
                  <a:pt x="35" y="59"/>
                  <a:pt x="33" y="59"/>
                </a:cubicBezTo>
                <a:cubicBezTo>
                  <a:pt x="26" y="60"/>
                  <a:pt x="0" y="72"/>
                  <a:pt x="0" y="84"/>
                </a:cubicBezTo>
                <a:cubicBezTo>
                  <a:pt x="44" y="84"/>
                  <a:pt x="44" y="84"/>
                  <a:pt x="44" y="84"/>
                </a:cubicBezTo>
                <a:cubicBezTo>
                  <a:pt x="88" y="84"/>
                  <a:pt x="88" y="84"/>
                  <a:pt x="88" y="84"/>
                </a:cubicBezTo>
                <a:cubicBezTo>
                  <a:pt x="88" y="72"/>
                  <a:pt x="62" y="60"/>
                  <a:pt x="55" y="5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8" name="Freeform 155"/>
          <p:cNvSpPr>
            <a:spLocks noEditPoints="1"/>
          </p:cNvSpPr>
          <p:nvPr/>
        </p:nvSpPr>
        <p:spPr bwMode="auto">
          <a:xfrm>
            <a:off x="8096253" y="5186813"/>
            <a:ext cx="196438" cy="196438"/>
          </a:xfrm>
          <a:custGeom>
            <a:avLst/>
            <a:gdLst>
              <a:gd name="T0" fmla="*/ 0 w 82"/>
              <a:gd name="T1" fmla="*/ 41 h 82"/>
              <a:gd name="T2" fmla="*/ 82 w 82"/>
              <a:gd name="T3" fmla="*/ 41 h 82"/>
              <a:gd name="T4" fmla="*/ 64 w 82"/>
              <a:gd name="T5" fmla="*/ 55 h 82"/>
              <a:gd name="T6" fmla="*/ 77 w 82"/>
              <a:gd name="T7" fmla="*/ 44 h 82"/>
              <a:gd name="T8" fmla="*/ 64 w 82"/>
              <a:gd name="T9" fmla="*/ 55 h 82"/>
              <a:gd name="T10" fmla="*/ 16 w 82"/>
              <a:gd name="T11" fmla="*/ 38 h 82"/>
              <a:gd name="T12" fmla="*/ 8 w 82"/>
              <a:gd name="T13" fmla="*/ 27 h 82"/>
              <a:gd name="T14" fmla="*/ 59 w 82"/>
              <a:gd name="T15" fmla="*/ 27 h 82"/>
              <a:gd name="T16" fmla="*/ 44 w 82"/>
              <a:gd name="T17" fmla="*/ 38 h 82"/>
              <a:gd name="T18" fmla="*/ 59 w 82"/>
              <a:gd name="T19" fmla="*/ 27 h 82"/>
              <a:gd name="T20" fmla="*/ 44 w 82"/>
              <a:gd name="T21" fmla="*/ 5 h 82"/>
              <a:gd name="T22" fmla="*/ 54 w 82"/>
              <a:gd name="T23" fmla="*/ 14 h 82"/>
              <a:gd name="T24" fmla="*/ 44 w 82"/>
              <a:gd name="T25" fmla="*/ 22 h 82"/>
              <a:gd name="T26" fmla="*/ 35 w 82"/>
              <a:gd name="T27" fmla="*/ 7 h 82"/>
              <a:gd name="T28" fmla="*/ 38 w 82"/>
              <a:gd name="T29" fmla="*/ 22 h 82"/>
              <a:gd name="T30" fmla="*/ 28 w 82"/>
              <a:gd name="T31" fmla="*/ 14 h 82"/>
              <a:gd name="T32" fmla="*/ 38 w 82"/>
              <a:gd name="T33" fmla="*/ 38 h 82"/>
              <a:gd name="T34" fmla="*/ 23 w 82"/>
              <a:gd name="T35" fmla="*/ 27 h 82"/>
              <a:gd name="T36" fmla="*/ 8 w 82"/>
              <a:gd name="T37" fmla="*/ 55 h 82"/>
              <a:gd name="T38" fmla="*/ 16 w 82"/>
              <a:gd name="T39" fmla="*/ 44 h 82"/>
              <a:gd name="T40" fmla="*/ 8 w 82"/>
              <a:gd name="T41" fmla="*/ 55 h 82"/>
              <a:gd name="T42" fmla="*/ 38 w 82"/>
              <a:gd name="T43" fmla="*/ 44 h 82"/>
              <a:gd name="T44" fmla="*/ 23 w 82"/>
              <a:gd name="T45" fmla="*/ 55 h 82"/>
              <a:gd name="T46" fmla="*/ 38 w 82"/>
              <a:gd name="T47" fmla="*/ 60 h 82"/>
              <a:gd name="T48" fmla="*/ 35 w 82"/>
              <a:gd name="T49" fmla="*/ 74 h 82"/>
              <a:gd name="T50" fmla="*/ 25 w 82"/>
              <a:gd name="T51" fmla="*/ 60 h 82"/>
              <a:gd name="T52" fmla="*/ 54 w 82"/>
              <a:gd name="T53" fmla="*/ 67 h 82"/>
              <a:gd name="T54" fmla="*/ 44 w 82"/>
              <a:gd name="T55" fmla="*/ 76 h 82"/>
              <a:gd name="T56" fmla="*/ 57 w 82"/>
              <a:gd name="T57" fmla="*/ 60 h 82"/>
              <a:gd name="T58" fmla="*/ 44 w 82"/>
              <a:gd name="T59" fmla="*/ 55 h 82"/>
              <a:gd name="T60" fmla="*/ 60 w 82"/>
              <a:gd name="T61" fmla="*/ 44 h 82"/>
              <a:gd name="T62" fmla="*/ 44 w 82"/>
              <a:gd name="T63" fmla="*/ 55 h 82"/>
              <a:gd name="T64" fmla="*/ 64 w 82"/>
              <a:gd name="T65" fmla="*/ 27 h 82"/>
              <a:gd name="T66" fmla="*/ 77 w 82"/>
              <a:gd name="T67" fmla="*/ 38 h 82"/>
              <a:gd name="T68" fmla="*/ 71 w 82"/>
              <a:gd name="T69" fmla="*/ 22 h 82"/>
              <a:gd name="T70" fmla="*/ 57 w 82"/>
              <a:gd name="T71" fmla="*/ 9 h 82"/>
              <a:gd name="T72" fmla="*/ 71 w 82"/>
              <a:gd name="T73" fmla="*/ 22 h 82"/>
              <a:gd name="T74" fmla="*/ 26 w 82"/>
              <a:gd name="T75" fmla="*/ 9 h 82"/>
              <a:gd name="T76" fmla="*/ 11 w 82"/>
              <a:gd name="T77" fmla="*/ 22 h 82"/>
              <a:gd name="T78" fmla="*/ 11 w 82"/>
              <a:gd name="T79" fmla="*/ 60 h 82"/>
              <a:gd name="T80" fmla="*/ 26 w 82"/>
              <a:gd name="T81" fmla="*/ 73 h 82"/>
              <a:gd name="T82" fmla="*/ 11 w 82"/>
              <a:gd name="T83" fmla="*/ 60 h 82"/>
              <a:gd name="T84" fmla="*/ 57 w 82"/>
              <a:gd name="T85" fmla="*/ 73 h 82"/>
              <a:gd name="T86" fmla="*/ 71 w 82"/>
              <a:gd name="T87" fmla="*/ 6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2" h="82">
                <a:moveTo>
                  <a:pt x="41" y="0"/>
                </a:moveTo>
                <a:cubicBezTo>
                  <a:pt x="18" y="0"/>
                  <a:pt x="0" y="18"/>
                  <a:pt x="0" y="41"/>
                </a:cubicBezTo>
                <a:cubicBezTo>
                  <a:pt x="0" y="64"/>
                  <a:pt x="18" y="82"/>
                  <a:pt x="41" y="82"/>
                </a:cubicBezTo>
                <a:cubicBezTo>
                  <a:pt x="64" y="82"/>
                  <a:pt x="82" y="64"/>
                  <a:pt x="82" y="41"/>
                </a:cubicBezTo>
                <a:cubicBezTo>
                  <a:pt x="82" y="18"/>
                  <a:pt x="64" y="0"/>
                  <a:pt x="41" y="0"/>
                </a:cubicBezTo>
                <a:close/>
                <a:moveTo>
                  <a:pt x="64" y="55"/>
                </a:moveTo>
                <a:cubicBezTo>
                  <a:pt x="65" y="51"/>
                  <a:pt x="66" y="47"/>
                  <a:pt x="66" y="44"/>
                </a:cubicBezTo>
                <a:cubicBezTo>
                  <a:pt x="77" y="44"/>
                  <a:pt x="77" y="44"/>
                  <a:pt x="77" y="44"/>
                </a:cubicBezTo>
                <a:cubicBezTo>
                  <a:pt x="76" y="47"/>
                  <a:pt x="76" y="51"/>
                  <a:pt x="74" y="55"/>
                </a:cubicBezTo>
                <a:lnTo>
                  <a:pt x="64" y="55"/>
                </a:lnTo>
                <a:close/>
                <a:moveTo>
                  <a:pt x="18" y="27"/>
                </a:moveTo>
                <a:cubicBezTo>
                  <a:pt x="17" y="31"/>
                  <a:pt x="17" y="34"/>
                  <a:pt x="16" y="38"/>
                </a:cubicBezTo>
                <a:cubicBezTo>
                  <a:pt x="6" y="38"/>
                  <a:pt x="6" y="38"/>
                  <a:pt x="6" y="38"/>
                </a:cubicBezTo>
                <a:cubicBezTo>
                  <a:pt x="6" y="34"/>
                  <a:pt x="7" y="31"/>
                  <a:pt x="8" y="27"/>
                </a:cubicBezTo>
                <a:lnTo>
                  <a:pt x="18" y="27"/>
                </a:lnTo>
                <a:close/>
                <a:moveTo>
                  <a:pt x="59" y="27"/>
                </a:moveTo>
                <a:cubicBezTo>
                  <a:pt x="60" y="31"/>
                  <a:pt x="60" y="34"/>
                  <a:pt x="60" y="38"/>
                </a:cubicBezTo>
                <a:cubicBezTo>
                  <a:pt x="44" y="38"/>
                  <a:pt x="44" y="38"/>
                  <a:pt x="44" y="38"/>
                </a:cubicBezTo>
                <a:cubicBezTo>
                  <a:pt x="44" y="27"/>
                  <a:pt x="44" y="27"/>
                  <a:pt x="44" y="27"/>
                </a:cubicBezTo>
                <a:lnTo>
                  <a:pt x="59" y="27"/>
                </a:lnTo>
                <a:close/>
                <a:moveTo>
                  <a:pt x="44" y="22"/>
                </a:moveTo>
                <a:cubicBezTo>
                  <a:pt x="44" y="5"/>
                  <a:pt x="44" y="5"/>
                  <a:pt x="44" y="5"/>
                </a:cubicBezTo>
                <a:cubicBezTo>
                  <a:pt x="45" y="6"/>
                  <a:pt x="46" y="6"/>
                  <a:pt x="48" y="7"/>
                </a:cubicBezTo>
                <a:cubicBezTo>
                  <a:pt x="50" y="9"/>
                  <a:pt x="52" y="11"/>
                  <a:pt x="54" y="14"/>
                </a:cubicBezTo>
                <a:cubicBezTo>
                  <a:pt x="55" y="17"/>
                  <a:pt x="56" y="19"/>
                  <a:pt x="57" y="22"/>
                </a:cubicBezTo>
                <a:cubicBezTo>
                  <a:pt x="44" y="22"/>
                  <a:pt x="44" y="22"/>
                  <a:pt x="44" y="22"/>
                </a:cubicBezTo>
                <a:close/>
                <a:moveTo>
                  <a:pt x="28" y="14"/>
                </a:moveTo>
                <a:cubicBezTo>
                  <a:pt x="30" y="11"/>
                  <a:pt x="32" y="9"/>
                  <a:pt x="35" y="7"/>
                </a:cubicBezTo>
                <a:cubicBezTo>
                  <a:pt x="36" y="6"/>
                  <a:pt x="37" y="6"/>
                  <a:pt x="38" y="5"/>
                </a:cubicBezTo>
                <a:cubicBezTo>
                  <a:pt x="38" y="22"/>
                  <a:pt x="38" y="22"/>
                  <a:pt x="38" y="22"/>
                </a:cubicBezTo>
                <a:cubicBezTo>
                  <a:pt x="25" y="22"/>
                  <a:pt x="25" y="22"/>
                  <a:pt x="25" y="22"/>
                </a:cubicBezTo>
                <a:cubicBezTo>
                  <a:pt x="26" y="19"/>
                  <a:pt x="27" y="17"/>
                  <a:pt x="28" y="14"/>
                </a:cubicBezTo>
                <a:close/>
                <a:moveTo>
                  <a:pt x="38" y="27"/>
                </a:moveTo>
                <a:cubicBezTo>
                  <a:pt x="38" y="38"/>
                  <a:pt x="38" y="38"/>
                  <a:pt x="38" y="38"/>
                </a:cubicBezTo>
                <a:cubicBezTo>
                  <a:pt x="22" y="38"/>
                  <a:pt x="22" y="38"/>
                  <a:pt x="22" y="38"/>
                </a:cubicBezTo>
                <a:cubicBezTo>
                  <a:pt x="22" y="34"/>
                  <a:pt x="23" y="31"/>
                  <a:pt x="23" y="27"/>
                </a:cubicBezTo>
                <a:lnTo>
                  <a:pt x="38" y="27"/>
                </a:lnTo>
                <a:close/>
                <a:moveTo>
                  <a:pt x="8" y="55"/>
                </a:moveTo>
                <a:cubicBezTo>
                  <a:pt x="7" y="51"/>
                  <a:pt x="6" y="47"/>
                  <a:pt x="6" y="44"/>
                </a:cubicBezTo>
                <a:cubicBezTo>
                  <a:pt x="16" y="44"/>
                  <a:pt x="16" y="44"/>
                  <a:pt x="16" y="44"/>
                </a:cubicBezTo>
                <a:cubicBezTo>
                  <a:pt x="17" y="47"/>
                  <a:pt x="17" y="51"/>
                  <a:pt x="18" y="55"/>
                </a:cubicBezTo>
                <a:lnTo>
                  <a:pt x="8" y="55"/>
                </a:lnTo>
                <a:close/>
                <a:moveTo>
                  <a:pt x="22" y="44"/>
                </a:moveTo>
                <a:cubicBezTo>
                  <a:pt x="38" y="44"/>
                  <a:pt x="38" y="44"/>
                  <a:pt x="38" y="44"/>
                </a:cubicBezTo>
                <a:cubicBezTo>
                  <a:pt x="38" y="55"/>
                  <a:pt x="38" y="55"/>
                  <a:pt x="38" y="55"/>
                </a:cubicBezTo>
                <a:cubicBezTo>
                  <a:pt x="23" y="55"/>
                  <a:pt x="23" y="55"/>
                  <a:pt x="23" y="55"/>
                </a:cubicBezTo>
                <a:cubicBezTo>
                  <a:pt x="23" y="51"/>
                  <a:pt x="22" y="47"/>
                  <a:pt x="22" y="44"/>
                </a:cubicBezTo>
                <a:close/>
                <a:moveTo>
                  <a:pt x="38" y="60"/>
                </a:moveTo>
                <a:cubicBezTo>
                  <a:pt x="38" y="76"/>
                  <a:pt x="38" y="76"/>
                  <a:pt x="38" y="76"/>
                </a:cubicBezTo>
                <a:cubicBezTo>
                  <a:pt x="37" y="76"/>
                  <a:pt x="36" y="75"/>
                  <a:pt x="35" y="74"/>
                </a:cubicBezTo>
                <a:cubicBezTo>
                  <a:pt x="32" y="73"/>
                  <a:pt x="30" y="70"/>
                  <a:pt x="28" y="67"/>
                </a:cubicBezTo>
                <a:cubicBezTo>
                  <a:pt x="27" y="65"/>
                  <a:pt x="26" y="63"/>
                  <a:pt x="25" y="60"/>
                </a:cubicBezTo>
                <a:cubicBezTo>
                  <a:pt x="38" y="60"/>
                  <a:pt x="38" y="60"/>
                  <a:pt x="38" y="60"/>
                </a:cubicBezTo>
                <a:close/>
                <a:moveTo>
                  <a:pt x="54" y="67"/>
                </a:moveTo>
                <a:cubicBezTo>
                  <a:pt x="52" y="70"/>
                  <a:pt x="50" y="73"/>
                  <a:pt x="48" y="74"/>
                </a:cubicBezTo>
                <a:cubicBezTo>
                  <a:pt x="46" y="75"/>
                  <a:pt x="45" y="76"/>
                  <a:pt x="44" y="76"/>
                </a:cubicBezTo>
                <a:cubicBezTo>
                  <a:pt x="44" y="60"/>
                  <a:pt x="44" y="60"/>
                  <a:pt x="44" y="60"/>
                </a:cubicBezTo>
                <a:cubicBezTo>
                  <a:pt x="57" y="60"/>
                  <a:pt x="57" y="60"/>
                  <a:pt x="57" y="60"/>
                </a:cubicBezTo>
                <a:cubicBezTo>
                  <a:pt x="56" y="63"/>
                  <a:pt x="55" y="65"/>
                  <a:pt x="54" y="67"/>
                </a:cubicBezTo>
                <a:close/>
                <a:moveTo>
                  <a:pt x="44" y="55"/>
                </a:moveTo>
                <a:cubicBezTo>
                  <a:pt x="44" y="44"/>
                  <a:pt x="44" y="44"/>
                  <a:pt x="44" y="44"/>
                </a:cubicBezTo>
                <a:cubicBezTo>
                  <a:pt x="60" y="44"/>
                  <a:pt x="60" y="44"/>
                  <a:pt x="60" y="44"/>
                </a:cubicBezTo>
                <a:cubicBezTo>
                  <a:pt x="60" y="47"/>
                  <a:pt x="60" y="51"/>
                  <a:pt x="59" y="55"/>
                </a:cubicBezTo>
                <a:lnTo>
                  <a:pt x="44" y="55"/>
                </a:lnTo>
                <a:close/>
                <a:moveTo>
                  <a:pt x="66" y="38"/>
                </a:moveTo>
                <a:cubicBezTo>
                  <a:pt x="66" y="34"/>
                  <a:pt x="65" y="31"/>
                  <a:pt x="64" y="27"/>
                </a:cubicBezTo>
                <a:cubicBezTo>
                  <a:pt x="74" y="27"/>
                  <a:pt x="74" y="27"/>
                  <a:pt x="74" y="27"/>
                </a:cubicBezTo>
                <a:cubicBezTo>
                  <a:pt x="76" y="31"/>
                  <a:pt x="76" y="34"/>
                  <a:pt x="77" y="38"/>
                </a:cubicBezTo>
                <a:lnTo>
                  <a:pt x="66" y="38"/>
                </a:lnTo>
                <a:close/>
                <a:moveTo>
                  <a:pt x="71" y="22"/>
                </a:moveTo>
                <a:cubicBezTo>
                  <a:pt x="63" y="22"/>
                  <a:pt x="63" y="22"/>
                  <a:pt x="63" y="22"/>
                </a:cubicBezTo>
                <a:cubicBezTo>
                  <a:pt x="61" y="17"/>
                  <a:pt x="59" y="12"/>
                  <a:pt x="57" y="9"/>
                </a:cubicBezTo>
                <a:cubicBezTo>
                  <a:pt x="60" y="10"/>
                  <a:pt x="63" y="13"/>
                  <a:pt x="66" y="16"/>
                </a:cubicBezTo>
                <a:cubicBezTo>
                  <a:pt x="68" y="17"/>
                  <a:pt x="70" y="19"/>
                  <a:pt x="71" y="22"/>
                </a:cubicBezTo>
                <a:close/>
                <a:moveTo>
                  <a:pt x="16" y="16"/>
                </a:moveTo>
                <a:cubicBezTo>
                  <a:pt x="19" y="13"/>
                  <a:pt x="22" y="10"/>
                  <a:pt x="26" y="9"/>
                </a:cubicBezTo>
                <a:cubicBezTo>
                  <a:pt x="23" y="12"/>
                  <a:pt x="21" y="17"/>
                  <a:pt x="19" y="22"/>
                </a:cubicBezTo>
                <a:cubicBezTo>
                  <a:pt x="11" y="22"/>
                  <a:pt x="11" y="22"/>
                  <a:pt x="11" y="22"/>
                </a:cubicBezTo>
                <a:cubicBezTo>
                  <a:pt x="12" y="19"/>
                  <a:pt x="14" y="17"/>
                  <a:pt x="16" y="16"/>
                </a:cubicBezTo>
                <a:close/>
                <a:moveTo>
                  <a:pt x="11" y="60"/>
                </a:moveTo>
                <a:cubicBezTo>
                  <a:pt x="19" y="60"/>
                  <a:pt x="19" y="60"/>
                  <a:pt x="19" y="60"/>
                </a:cubicBezTo>
                <a:cubicBezTo>
                  <a:pt x="21" y="65"/>
                  <a:pt x="23" y="69"/>
                  <a:pt x="26" y="73"/>
                </a:cubicBezTo>
                <a:cubicBezTo>
                  <a:pt x="22" y="71"/>
                  <a:pt x="19" y="69"/>
                  <a:pt x="16" y="66"/>
                </a:cubicBezTo>
                <a:cubicBezTo>
                  <a:pt x="14" y="64"/>
                  <a:pt x="12" y="62"/>
                  <a:pt x="11" y="60"/>
                </a:cubicBezTo>
                <a:close/>
                <a:moveTo>
                  <a:pt x="66" y="66"/>
                </a:moveTo>
                <a:cubicBezTo>
                  <a:pt x="63" y="69"/>
                  <a:pt x="60" y="71"/>
                  <a:pt x="57" y="73"/>
                </a:cubicBezTo>
                <a:cubicBezTo>
                  <a:pt x="59" y="69"/>
                  <a:pt x="61" y="65"/>
                  <a:pt x="63" y="60"/>
                </a:cubicBezTo>
                <a:cubicBezTo>
                  <a:pt x="71" y="60"/>
                  <a:pt x="71" y="60"/>
                  <a:pt x="71" y="60"/>
                </a:cubicBezTo>
                <a:cubicBezTo>
                  <a:pt x="70" y="62"/>
                  <a:pt x="68" y="64"/>
                  <a:pt x="66" y="66"/>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9" name="Freeform 156"/>
          <p:cNvSpPr>
            <a:spLocks noEditPoints="1"/>
          </p:cNvSpPr>
          <p:nvPr/>
        </p:nvSpPr>
        <p:spPr bwMode="auto">
          <a:xfrm>
            <a:off x="8681169" y="3951017"/>
            <a:ext cx="164187" cy="174447"/>
          </a:xfrm>
          <a:custGeom>
            <a:avLst/>
            <a:gdLst>
              <a:gd name="T0" fmla="*/ 62 w 69"/>
              <a:gd name="T1" fmla="*/ 0 h 73"/>
              <a:gd name="T2" fmla="*/ 7 w 69"/>
              <a:gd name="T3" fmla="*/ 0 h 73"/>
              <a:gd name="T4" fmla="*/ 0 w 69"/>
              <a:gd name="T5" fmla="*/ 7 h 73"/>
              <a:gd name="T6" fmla="*/ 0 w 69"/>
              <a:gd name="T7" fmla="*/ 66 h 73"/>
              <a:gd name="T8" fmla="*/ 7 w 69"/>
              <a:gd name="T9" fmla="*/ 73 h 73"/>
              <a:gd name="T10" fmla="*/ 62 w 69"/>
              <a:gd name="T11" fmla="*/ 73 h 73"/>
              <a:gd name="T12" fmla="*/ 69 w 69"/>
              <a:gd name="T13" fmla="*/ 66 h 73"/>
              <a:gd name="T14" fmla="*/ 69 w 69"/>
              <a:gd name="T15" fmla="*/ 7 h 73"/>
              <a:gd name="T16" fmla="*/ 62 w 69"/>
              <a:gd name="T17" fmla="*/ 0 h 73"/>
              <a:gd name="T18" fmla="*/ 60 w 69"/>
              <a:gd name="T19" fmla="*/ 64 h 73"/>
              <a:gd name="T20" fmla="*/ 10 w 69"/>
              <a:gd name="T21" fmla="*/ 64 h 73"/>
              <a:gd name="T22" fmla="*/ 10 w 69"/>
              <a:gd name="T23" fmla="*/ 9 h 73"/>
              <a:gd name="T24" fmla="*/ 60 w 69"/>
              <a:gd name="T25" fmla="*/ 9 h 73"/>
              <a:gd name="T26" fmla="*/ 60 w 69"/>
              <a:gd name="T27" fmla="*/ 64 h 73"/>
              <a:gd name="T28" fmla="*/ 19 w 69"/>
              <a:gd name="T29" fmla="*/ 32 h 73"/>
              <a:gd name="T30" fmla="*/ 51 w 69"/>
              <a:gd name="T31" fmla="*/ 32 h 73"/>
              <a:gd name="T32" fmla="*/ 51 w 69"/>
              <a:gd name="T33" fmla="*/ 37 h 73"/>
              <a:gd name="T34" fmla="*/ 19 w 69"/>
              <a:gd name="T35" fmla="*/ 37 h 73"/>
              <a:gd name="T36" fmla="*/ 19 w 69"/>
              <a:gd name="T37" fmla="*/ 32 h 73"/>
              <a:gd name="T38" fmla="*/ 19 w 69"/>
              <a:gd name="T39" fmla="*/ 41 h 73"/>
              <a:gd name="T40" fmla="*/ 51 w 69"/>
              <a:gd name="T41" fmla="*/ 41 h 73"/>
              <a:gd name="T42" fmla="*/ 51 w 69"/>
              <a:gd name="T43" fmla="*/ 46 h 73"/>
              <a:gd name="T44" fmla="*/ 19 w 69"/>
              <a:gd name="T45" fmla="*/ 46 h 73"/>
              <a:gd name="T46" fmla="*/ 19 w 69"/>
              <a:gd name="T47" fmla="*/ 41 h 73"/>
              <a:gd name="T48" fmla="*/ 19 w 69"/>
              <a:gd name="T49" fmla="*/ 50 h 73"/>
              <a:gd name="T50" fmla="*/ 51 w 69"/>
              <a:gd name="T51" fmla="*/ 50 h 73"/>
              <a:gd name="T52" fmla="*/ 51 w 69"/>
              <a:gd name="T53" fmla="*/ 55 h 73"/>
              <a:gd name="T54" fmla="*/ 19 w 69"/>
              <a:gd name="T55" fmla="*/ 55 h 73"/>
              <a:gd name="T56" fmla="*/ 19 w 69"/>
              <a:gd name="T57" fmla="*/ 50 h 73"/>
              <a:gd name="T58" fmla="*/ 19 w 69"/>
              <a:gd name="T59" fmla="*/ 23 h 73"/>
              <a:gd name="T60" fmla="*/ 51 w 69"/>
              <a:gd name="T61" fmla="*/ 23 h 73"/>
              <a:gd name="T62" fmla="*/ 51 w 69"/>
              <a:gd name="T63" fmla="*/ 27 h 73"/>
              <a:gd name="T64" fmla="*/ 19 w 69"/>
              <a:gd name="T65" fmla="*/ 27 h 73"/>
              <a:gd name="T66" fmla="*/ 19 w 69"/>
              <a:gd name="T67" fmla="*/ 2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9" h="73">
                <a:moveTo>
                  <a:pt x="62" y="0"/>
                </a:moveTo>
                <a:cubicBezTo>
                  <a:pt x="7" y="0"/>
                  <a:pt x="7" y="0"/>
                  <a:pt x="7" y="0"/>
                </a:cubicBezTo>
                <a:cubicBezTo>
                  <a:pt x="4" y="0"/>
                  <a:pt x="0" y="3"/>
                  <a:pt x="0" y="7"/>
                </a:cubicBezTo>
                <a:cubicBezTo>
                  <a:pt x="0" y="66"/>
                  <a:pt x="0" y="66"/>
                  <a:pt x="0" y="66"/>
                </a:cubicBezTo>
                <a:cubicBezTo>
                  <a:pt x="0" y="70"/>
                  <a:pt x="4" y="73"/>
                  <a:pt x="7" y="73"/>
                </a:cubicBezTo>
                <a:cubicBezTo>
                  <a:pt x="62" y="73"/>
                  <a:pt x="62" y="73"/>
                  <a:pt x="62" y="73"/>
                </a:cubicBezTo>
                <a:cubicBezTo>
                  <a:pt x="66" y="73"/>
                  <a:pt x="69" y="70"/>
                  <a:pt x="69" y="66"/>
                </a:cubicBezTo>
                <a:cubicBezTo>
                  <a:pt x="69" y="7"/>
                  <a:pt x="69" y="7"/>
                  <a:pt x="69" y="7"/>
                </a:cubicBezTo>
                <a:cubicBezTo>
                  <a:pt x="69" y="3"/>
                  <a:pt x="66" y="0"/>
                  <a:pt x="62" y="0"/>
                </a:cubicBezTo>
                <a:close/>
                <a:moveTo>
                  <a:pt x="60" y="64"/>
                </a:moveTo>
                <a:cubicBezTo>
                  <a:pt x="10" y="64"/>
                  <a:pt x="10" y="64"/>
                  <a:pt x="10" y="64"/>
                </a:cubicBezTo>
                <a:cubicBezTo>
                  <a:pt x="10" y="9"/>
                  <a:pt x="10" y="9"/>
                  <a:pt x="10" y="9"/>
                </a:cubicBezTo>
                <a:cubicBezTo>
                  <a:pt x="60" y="9"/>
                  <a:pt x="60" y="9"/>
                  <a:pt x="60" y="9"/>
                </a:cubicBezTo>
                <a:lnTo>
                  <a:pt x="60" y="64"/>
                </a:lnTo>
                <a:close/>
                <a:moveTo>
                  <a:pt x="19" y="32"/>
                </a:moveTo>
                <a:cubicBezTo>
                  <a:pt x="51" y="32"/>
                  <a:pt x="51" y="32"/>
                  <a:pt x="51" y="32"/>
                </a:cubicBezTo>
                <a:cubicBezTo>
                  <a:pt x="51" y="37"/>
                  <a:pt x="51" y="37"/>
                  <a:pt x="51" y="37"/>
                </a:cubicBezTo>
                <a:cubicBezTo>
                  <a:pt x="19" y="37"/>
                  <a:pt x="19" y="37"/>
                  <a:pt x="19" y="37"/>
                </a:cubicBezTo>
                <a:lnTo>
                  <a:pt x="19" y="32"/>
                </a:lnTo>
                <a:close/>
                <a:moveTo>
                  <a:pt x="19" y="41"/>
                </a:moveTo>
                <a:cubicBezTo>
                  <a:pt x="51" y="41"/>
                  <a:pt x="51" y="41"/>
                  <a:pt x="51" y="41"/>
                </a:cubicBezTo>
                <a:cubicBezTo>
                  <a:pt x="51" y="46"/>
                  <a:pt x="51" y="46"/>
                  <a:pt x="51" y="46"/>
                </a:cubicBezTo>
                <a:cubicBezTo>
                  <a:pt x="19" y="46"/>
                  <a:pt x="19" y="46"/>
                  <a:pt x="19" y="46"/>
                </a:cubicBezTo>
                <a:lnTo>
                  <a:pt x="19" y="41"/>
                </a:lnTo>
                <a:close/>
                <a:moveTo>
                  <a:pt x="19" y="50"/>
                </a:moveTo>
                <a:cubicBezTo>
                  <a:pt x="51" y="50"/>
                  <a:pt x="51" y="50"/>
                  <a:pt x="51" y="50"/>
                </a:cubicBezTo>
                <a:cubicBezTo>
                  <a:pt x="51" y="55"/>
                  <a:pt x="51" y="55"/>
                  <a:pt x="51" y="55"/>
                </a:cubicBezTo>
                <a:cubicBezTo>
                  <a:pt x="19" y="55"/>
                  <a:pt x="19" y="55"/>
                  <a:pt x="19" y="55"/>
                </a:cubicBezTo>
                <a:lnTo>
                  <a:pt x="19" y="50"/>
                </a:lnTo>
                <a:close/>
                <a:moveTo>
                  <a:pt x="19" y="23"/>
                </a:moveTo>
                <a:cubicBezTo>
                  <a:pt x="51" y="23"/>
                  <a:pt x="51" y="23"/>
                  <a:pt x="51" y="23"/>
                </a:cubicBezTo>
                <a:cubicBezTo>
                  <a:pt x="51" y="27"/>
                  <a:pt x="51" y="27"/>
                  <a:pt x="51" y="27"/>
                </a:cubicBezTo>
                <a:cubicBezTo>
                  <a:pt x="19" y="27"/>
                  <a:pt x="19" y="27"/>
                  <a:pt x="19" y="27"/>
                </a:cubicBezTo>
                <a:lnTo>
                  <a:pt x="19" y="2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0" name="Freeform 157"/>
          <p:cNvSpPr>
            <a:spLocks noEditPoints="1"/>
          </p:cNvSpPr>
          <p:nvPr/>
        </p:nvSpPr>
        <p:spPr bwMode="auto">
          <a:xfrm>
            <a:off x="8814570" y="2905792"/>
            <a:ext cx="181779" cy="211097"/>
          </a:xfrm>
          <a:custGeom>
            <a:avLst/>
            <a:gdLst>
              <a:gd name="T0" fmla="*/ 54 w 76"/>
              <a:gd name="T1" fmla="*/ 0 h 88"/>
              <a:gd name="T2" fmla="*/ 14 w 76"/>
              <a:gd name="T3" fmla="*/ 28 h 88"/>
              <a:gd name="T4" fmla="*/ 17 w 76"/>
              <a:gd name="T5" fmla="*/ 65 h 88"/>
              <a:gd name="T6" fmla="*/ 49 w 76"/>
              <a:gd name="T7" fmla="*/ 27 h 88"/>
              <a:gd name="T8" fmla="*/ 33 w 76"/>
              <a:gd name="T9" fmla="*/ 74 h 88"/>
              <a:gd name="T10" fmla="*/ 70 w 76"/>
              <a:gd name="T11" fmla="*/ 57 h 88"/>
              <a:gd name="T12" fmla="*/ 54 w 76"/>
              <a:gd name="T13" fmla="*/ 0 h 88"/>
              <a:gd name="T14" fmla="*/ 4 w 76"/>
              <a:gd name="T15" fmla="*/ 78 h 88"/>
              <a:gd name="T16" fmla="*/ 10 w 76"/>
              <a:gd name="T17" fmla="*/ 83 h 88"/>
              <a:gd name="T18" fmla="*/ 47 w 76"/>
              <a:gd name="T19" fmla="*/ 41 h 88"/>
              <a:gd name="T20" fmla="*/ 4 w 76"/>
              <a:gd name="T21" fmla="*/ 7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6" h="88">
                <a:moveTo>
                  <a:pt x="54" y="0"/>
                </a:moveTo>
                <a:cubicBezTo>
                  <a:pt x="41" y="23"/>
                  <a:pt x="30" y="12"/>
                  <a:pt x="14" y="28"/>
                </a:cubicBezTo>
                <a:cubicBezTo>
                  <a:pt x="0" y="42"/>
                  <a:pt x="5" y="59"/>
                  <a:pt x="17" y="65"/>
                </a:cubicBezTo>
                <a:cubicBezTo>
                  <a:pt x="28" y="59"/>
                  <a:pt x="40" y="46"/>
                  <a:pt x="49" y="27"/>
                </a:cubicBezTo>
                <a:cubicBezTo>
                  <a:pt x="49" y="27"/>
                  <a:pt x="57" y="51"/>
                  <a:pt x="33" y="74"/>
                </a:cubicBezTo>
                <a:cubicBezTo>
                  <a:pt x="45" y="88"/>
                  <a:pt x="64" y="79"/>
                  <a:pt x="70" y="57"/>
                </a:cubicBezTo>
                <a:cubicBezTo>
                  <a:pt x="76" y="33"/>
                  <a:pt x="60" y="9"/>
                  <a:pt x="54" y="0"/>
                </a:cubicBezTo>
                <a:close/>
                <a:moveTo>
                  <a:pt x="4" y="78"/>
                </a:moveTo>
                <a:cubicBezTo>
                  <a:pt x="4" y="78"/>
                  <a:pt x="5" y="83"/>
                  <a:pt x="10" y="83"/>
                </a:cubicBezTo>
                <a:cubicBezTo>
                  <a:pt x="15" y="83"/>
                  <a:pt x="36" y="71"/>
                  <a:pt x="47" y="41"/>
                </a:cubicBezTo>
                <a:cubicBezTo>
                  <a:pt x="30" y="70"/>
                  <a:pt x="6" y="78"/>
                  <a:pt x="4" y="78"/>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1" name="Freeform 158"/>
          <p:cNvSpPr>
            <a:spLocks noEditPoints="1"/>
          </p:cNvSpPr>
          <p:nvPr/>
        </p:nvSpPr>
        <p:spPr bwMode="auto">
          <a:xfrm>
            <a:off x="8580017" y="4276458"/>
            <a:ext cx="184710" cy="184710"/>
          </a:xfrm>
          <a:custGeom>
            <a:avLst/>
            <a:gdLst>
              <a:gd name="T0" fmla="*/ 53 w 77"/>
              <a:gd name="T1" fmla="*/ 30 h 77"/>
              <a:gd name="T2" fmla="*/ 25 w 77"/>
              <a:gd name="T3" fmla="*/ 2 h 77"/>
              <a:gd name="T4" fmla="*/ 38 w 77"/>
              <a:gd name="T5" fmla="*/ 0 h 77"/>
              <a:gd name="T6" fmla="*/ 53 w 77"/>
              <a:gd name="T7" fmla="*/ 3 h 77"/>
              <a:gd name="T8" fmla="*/ 53 w 77"/>
              <a:gd name="T9" fmla="*/ 30 h 77"/>
              <a:gd name="T10" fmla="*/ 58 w 77"/>
              <a:gd name="T11" fmla="*/ 53 h 77"/>
              <a:gd name="T12" fmla="*/ 58 w 77"/>
              <a:gd name="T13" fmla="*/ 5 h 77"/>
              <a:gd name="T14" fmla="*/ 77 w 77"/>
              <a:gd name="T15" fmla="*/ 39 h 77"/>
              <a:gd name="T16" fmla="*/ 74 w 77"/>
              <a:gd name="T17" fmla="*/ 53 h 77"/>
              <a:gd name="T18" fmla="*/ 58 w 77"/>
              <a:gd name="T19" fmla="*/ 53 h 77"/>
              <a:gd name="T20" fmla="*/ 24 w 77"/>
              <a:gd name="T21" fmla="*/ 58 h 77"/>
              <a:gd name="T22" fmla="*/ 72 w 77"/>
              <a:gd name="T23" fmla="*/ 58 h 77"/>
              <a:gd name="T24" fmla="*/ 38 w 77"/>
              <a:gd name="T25" fmla="*/ 77 h 77"/>
              <a:gd name="T26" fmla="*/ 24 w 77"/>
              <a:gd name="T27" fmla="*/ 74 h 77"/>
              <a:gd name="T28" fmla="*/ 24 w 77"/>
              <a:gd name="T29" fmla="*/ 58 h 77"/>
              <a:gd name="T30" fmla="*/ 32 w 77"/>
              <a:gd name="T31" fmla="*/ 17 h 77"/>
              <a:gd name="T32" fmla="*/ 1 w 77"/>
              <a:gd name="T33" fmla="*/ 48 h 77"/>
              <a:gd name="T34" fmla="*/ 0 w 77"/>
              <a:gd name="T35" fmla="*/ 39 h 77"/>
              <a:gd name="T36" fmla="*/ 20 w 77"/>
              <a:gd name="T37" fmla="*/ 5 h 77"/>
              <a:gd name="T38" fmla="*/ 32 w 77"/>
              <a:gd name="T39" fmla="*/ 17 h 77"/>
              <a:gd name="T40" fmla="*/ 19 w 77"/>
              <a:gd name="T41" fmla="*/ 38 h 77"/>
              <a:gd name="T42" fmla="*/ 19 w 77"/>
              <a:gd name="T43" fmla="*/ 72 h 77"/>
              <a:gd name="T44" fmla="*/ 3 w 77"/>
              <a:gd name="T45" fmla="*/ 54 h 77"/>
              <a:gd name="T46" fmla="*/ 19 w 77"/>
              <a:gd name="T47" fmla="*/ 3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7" h="77">
                <a:moveTo>
                  <a:pt x="53" y="30"/>
                </a:moveTo>
                <a:cubicBezTo>
                  <a:pt x="25" y="2"/>
                  <a:pt x="25" y="2"/>
                  <a:pt x="25" y="2"/>
                </a:cubicBezTo>
                <a:cubicBezTo>
                  <a:pt x="29" y="1"/>
                  <a:pt x="34" y="0"/>
                  <a:pt x="38" y="0"/>
                </a:cubicBezTo>
                <a:cubicBezTo>
                  <a:pt x="43" y="0"/>
                  <a:pt x="48" y="1"/>
                  <a:pt x="53" y="3"/>
                </a:cubicBezTo>
                <a:lnTo>
                  <a:pt x="53" y="30"/>
                </a:lnTo>
                <a:close/>
                <a:moveTo>
                  <a:pt x="58" y="53"/>
                </a:moveTo>
                <a:cubicBezTo>
                  <a:pt x="58" y="5"/>
                  <a:pt x="58" y="5"/>
                  <a:pt x="58" y="5"/>
                </a:cubicBezTo>
                <a:cubicBezTo>
                  <a:pt x="69" y="12"/>
                  <a:pt x="77" y="24"/>
                  <a:pt x="77" y="39"/>
                </a:cubicBezTo>
                <a:cubicBezTo>
                  <a:pt x="77" y="44"/>
                  <a:pt x="76" y="49"/>
                  <a:pt x="74" y="53"/>
                </a:cubicBezTo>
                <a:lnTo>
                  <a:pt x="58" y="53"/>
                </a:lnTo>
                <a:close/>
                <a:moveTo>
                  <a:pt x="24" y="58"/>
                </a:moveTo>
                <a:cubicBezTo>
                  <a:pt x="72" y="58"/>
                  <a:pt x="72" y="58"/>
                  <a:pt x="72" y="58"/>
                </a:cubicBezTo>
                <a:cubicBezTo>
                  <a:pt x="65" y="69"/>
                  <a:pt x="53" y="77"/>
                  <a:pt x="38" y="77"/>
                </a:cubicBezTo>
                <a:cubicBezTo>
                  <a:pt x="33" y="77"/>
                  <a:pt x="28" y="76"/>
                  <a:pt x="24" y="74"/>
                </a:cubicBezTo>
                <a:lnTo>
                  <a:pt x="24" y="58"/>
                </a:lnTo>
                <a:close/>
                <a:moveTo>
                  <a:pt x="32" y="17"/>
                </a:moveTo>
                <a:cubicBezTo>
                  <a:pt x="1" y="48"/>
                  <a:pt x="1" y="48"/>
                  <a:pt x="1" y="48"/>
                </a:cubicBezTo>
                <a:cubicBezTo>
                  <a:pt x="0" y="45"/>
                  <a:pt x="0" y="42"/>
                  <a:pt x="0" y="39"/>
                </a:cubicBezTo>
                <a:cubicBezTo>
                  <a:pt x="0" y="24"/>
                  <a:pt x="8" y="12"/>
                  <a:pt x="20" y="5"/>
                </a:cubicBezTo>
                <a:lnTo>
                  <a:pt x="32" y="17"/>
                </a:lnTo>
                <a:close/>
                <a:moveTo>
                  <a:pt x="19" y="38"/>
                </a:moveTo>
                <a:cubicBezTo>
                  <a:pt x="19" y="72"/>
                  <a:pt x="19" y="72"/>
                  <a:pt x="19" y="72"/>
                </a:cubicBezTo>
                <a:cubicBezTo>
                  <a:pt x="12" y="68"/>
                  <a:pt x="6" y="62"/>
                  <a:pt x="3" y="54"/>
                </a:cubicBezTo>
                <a:lnTo>
                  <a:pt x="19" y="38"/>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2" name="Freeform 159"/>
          <p:cNvSpPr>
            <a:spLocks noEditPoints="1"/>
          </p:cNvSpPr>
          <p:nvPr/>
        </p:nvSpPr>
        <p:spPr bwMode="auto">
          <a:xfrm>
            <a:off x="8261906" y="4774882"/>
            <a:ext cx="171516" cy="148061"/>
          </a:xfrm>
          <a:custGeom>
            <a:avLst/>
            <a:gdLst>
              <a:gd name="T0" fmla="*/ 18 w 72"/>
              <a:gd name="T1" fmla="*/ 0 h 62"/>
              <a:gd name="T2" fmla="*/ 54 w 72"/>
              <a:gd name="T3" fmla="*/ 0 h 62"/>
              <a:gd name="T4" fmla="*/ 54 w 72"/>
              <a:gd name="T5" fmla="*/ 9 h 62"/>
              <a:gd name="T6" fmla="*/ 18 w 72"/>
              <a:gd name="T7" fmla="*/ 9 h 62"/>
              <a:gd name="T8" fmla="*/ 18 w 72"/>
              <a:gd name="T9" fmla="*/ 0 h 62"/>
              <a:gd name="T10" fmla="*/ 67 w 72"/>
              <a:gd name="T11" fmla="*/ 13 h 62"/>
              <a:gd name="T12" fmla="*/ 4 w 72"/>
              <a:gd name="T13" fmla="*/ 13 h 62"/>
              <a:gd name="T14" fmla="*/ 0 w 72"/>
              <a:gd name="T15" fmla="*/ 18 h 62"/>
              <a:gd name="T16" fmla="*/ 0 w 72"/>
              <a:gd name="T17" fmla="*/ 40 h 62"/>
              <a:gd name="T18" fmla="*/ 4 w 72"/>
              <a:gd name="T19" fmla="*/ 44 h 62"/>
              <a:gd name="T20" fmla="*/ 18 w 72"/>
              <a:gd name="T21" fmla="*/ 44 h 62"/>
              <a:gd name="T22" fmla="*/ 18 w 72"/>
              <a:gd name="T23" fmla="*/ 62 h 62"/>
              <a:gd name="T24" fmla="*/ 54 w 72"/>
              <a:gd name="T25" fmla="*/ 62 h 62"/>
              <a:gd name="T26" fmla="*/ 54 w 72"/>
              <a:gd name="T27" fmla="*/ 44 h 62"/>
              <a:gd name="T28" fmla="*/ 67 w 72"/>
              <a:gd name="T29" fmla="*/ 44 h 62"/>
              <a:gd name="T30" fmla="*/ 72 w 72"/>
              <a:gd name="T31" fmla="*/ 40 h 62"/>
              <a:gd name="T32" fmla="*/ 72 w 72"/>
              <a:gd name="T33" fmla="*/ 18 h 62"/>
              <a:gd name="T34" fmla="*/ 67 w 72"/>
              <a:gd name="T35" fmla="*/ 13 h 62"/>
              <a:gd name="T36" fmla="*/ 49 w 72"/>
              <a:gd name="T37" fmla="*/ 58 h 62"/>
              <a:gd name="T38" fmla="*/ 22 w 72"/>
              <a:gd name="T39" fmla="*/ 58 h 62"/>
              <a:gd name="T40" fmla="*/ 22 w 72"/>
              <a:gd name="T41" fmla="*/ 35 h 62"/>
              <a:gd name="T42" fmla="*/ 49 w 72"/>
              <a:gd name="T43" fmla="*/ 35 h 62"/>
              <a:gd name="T44" fmla="*/ 49 w 72"/>
              <a:gd name="T45" fmla="*/ 58 h 62"/>
              <a:gd name="T46" fmla="*/ 68 w 72"/>
              <a:gd name="T47" fmla="*/ 20 h 62"/>
              <a:gd name="T48" fmla="*/ 65 w 72"/>
              <a:gd name="T49" fmla="*/ 23 h 62"/>
              <a:gd name="T50" fmla="*/ 62 w 72"/>
              <a:gd name="T51" fmla="*/ 20 h 62"/>
              <a:gd name="T52" fmla="*/ 65 w 72"/>
              <a:gd name="T53" fmla="*/ 17 h 62"/>
              <a:gd name="T54" fmla="*/ 68 w 72"/>
              <a:gd name="T55" fmla="*/ 2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62">
                <a:moveTo>
                  <a:pt x="18" y="0"/>
                </a:moveTo>
                <a:cubicBezTo>
                  <a:pt x="54" y="0"/>
                  <a:pt x="54" y="0"/>
                  <a:pt x="54" y="0"/>
                </a:cubicBezTo>
                <a:cubicBezTo>
                  <a:pt x="54" y="9"/>
                  <a:pt x="54" y="9"/>
                  <a:pt x="54" y="9"/>
                </a:cubicBezTo>
                <a:cubicBezTo>
                  <a:pt x="18" y="9"/>
                  <a:pt x="18" y="9"/>
                  <a:pt x="18" y="9"/>
                </a:cubicBezTo>
                <a:lnTo>
                  <a:pt x="18" y="0"/>
                </a:lnTo>
                <a:close/>
                <a:moveTo>
                  <a:pt x="67" y="13"/>
                </a:moveTo>
                <a:cubicBezTo>
                  <a:pt x="4" y="13"/>
                  <a:pt x="4" y="13"/>
                  <a:pt x="4" y="13"/>
                </a:cubicBezTo>
                <a:cubicBezTo>
                  <a:pt x="2" y="13"/>
                  <a:pt x="0" y="15"/>
                  <a:pt x="0" y="18"/>
                </a:cubicBezTo>
                <a:cubicBezTo>
                  <a:pt x="0" y="40"/>
                  <a:pt x="0" y="40"/>
                  <a:pt x="0" y="40"/>
                </a:cubicBezTo>
                <a:cubicBezTo>
                  <a:pt x="0" y="42"/>
                  <a:pt x="2" y="44"/>
                  <a:pt x="4" y="44"/>
                </a:cubicBezTo>
                <a:cubicBezTo>
                  <a:pt x="18" y="44"/>
                  <a:pt x="18" y="44"/>
                  <a:pt x="18" y="44"/>
                </a:cubicBezTo>
                <a:cubicBezTo>
                  <a:pt x="18" y="62"/>
                  <a:pt x="18" y="62"/>
                  <a:pt x="18" y="62"/>
                </a:cubicBezTo>
                <a:cubicBezTo>
                  <a:pt x="54" y="62"/>
                  <a:pt x="54" y="62"/>
                  <a:pt x="54" y="62"/>
                </a:cubicBezTo>
                <a:cubicBezTo>
                  <a:pt x="54" y="44"/>
                  <a:pt x="54" y="44"/>
                  <a:pt x="54" y="44"/>
                </a:cubicBezTo>
                <a:cubicBezTo>
                  <a:pt x="67" y="44"/>
                  <a:pt x="67" y="44"/>
                  <a:pt x="67" y="44"/>
                </a:cubicBezTo>
                <a:cubicBezTo>
                  <a:pt x="70" y="44"/>
                  <a:pt x="72" y="42"/>
                  <a:pt x="72" y="40"/>
                </a:cubicBezTo>
                <a:cubicBezTo>
                  <a:pt x="72" y="18"/>
                  <a:pt x="72" y="18"/>
                  <a:pt x="72" y="18"/>
                </a:cubicBezTo>
                <a:cubicBezTo>
                  <a:pt x="72" y="15"/>
                  <a:pt x="70" y="13"/>
                  <a:pt x="67" y="13"/>
                </a:cubicBezTo>
                <a:close/>
                <a:moveTo>
                  <a:pt x="49" y="58"/>
                </a:moveTo>
                <a:cubicBezTo>
                  <a:pt x="22" y="58"/>
                  <a:pt x="22" y="58"/>
                  <a:pt x="22" y="58"/>
                </a:cubicBezTo>
                <a:cubicBezTo>
                  <a:pt x="22" y="35"/>
                  <a:pt x="22" y="35"/>
                  <a:pt x="22" y="35"/>
                </a:cubicBezTo>
                <a:cubicBezTo>
                  <a:pt x="49" y="35"/>
                  <a:pt x="49" y="35"/>
                  <a:pt x="49" y="35"/>
                </a:cubicBezTo>
                <a:lnTo>
                  <a:pt x="49" y="58"/>
                </a:lnTo>
                <a:close/>
                <a:moveTo>
                  <a:pt x="68" y="20"/>
                </a:moveTo>
                <a:cubicBezTo>
                  <a:pt x="68" y="22"/>
                  <a:pt x="67" y="23"/>
                  <a:pt x="65" y="23"/>
                </a:cubicBezTo>
                <a:cubicBezTo>
                  <a:pt x="63" y="23"/>
                  <a:pt x="62" y="22"/>
                  <a:pt x="62" y="20"/>
                </a:cubicBezTo>
                <a:cubicBezTo>
                  <a:pt x="62" y="18"/>
                  <a:pt x="63" y="17"/>
                  <a:pt x="65" y="17"/>
                </a:cubicBezTo>
                <a:cubicBezTo>
                  <a:pt x="67" y="17"/>
                  <a:pt x="68" y="18"/>
                  <a:pt x="68" y="2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3" name="Freeform 160"/>
          <p:cNvSpPr>
            <a:spLocks noEditPoints="1"/>
          </p:cNvSpPr>
          <p:nvPr/>
        </p:nvSpPr>
        <p:spPr bwMode="auto">
          <a:xfrm>
            <a:off x="8524311" y="4632684"/>
            <a:ext cx="172982" cy="172982"/>
          </a:xfrm>
          <a:custGeom>
            <a:avLst/>
            <a:gdLst>
              <a:gd name="T0" fmla="*/ 13 w 72"/>
              <a:gd name="T1" fmla="*/ 36 h 72"/>
              <a:gd name="T2" fmla="*/ 13 w 72"/>
              <a:gd name="T3" fmla="*/ 33 h 72"/>
              <a:gd name="T4" fmla="*/ 1 w 72"/>
              <a:gd name="T5" fmla="*/ 29 h 72"/>
              <a:gd name="T6" fmla="*/ 0 w 72"/>
              <a:gd name="T7" fmla="*/ 36 h 72"/>
              <a:gd name="T8" fmla="*/ 11 w 72"/>
              <a:gd name="T9" fmla="*/ 62 h 72"/>
              <a:gd name="T10" fmla="*/ 19 w 72"/>
              <a:gd name="T11" fmla="*/ 51 h 72"/>
              <a:gd name="T12" fmla="*/ 13 w 72"/>
              <a:gd name="T13" fmla="*/ 36 h 72"/>
              <a:gd name="T14" fmla="*/ 58 w 72"/>
              <a:gd name="T15" fmla="*/ 36 h 72"/>
              <a:gd name="T16" fmla="*/ 52 w 72"/>
              <a:gd name="T17" fmla="*/ 51 h 72"/>
              <a:gd name="T18" fmla="*/ 60 w 72"/>
              <a:gd name="T19" fmla="*/ 62 h 72"/>
              <a:gd name="T20" fmla="*/ 72 w 72"/>
              <a:gd name="T21" fmla="*/ 36 h 72"/>
              <a:gd name="T22" fmla="*/ 71 w 72"/>
              <a:gd name="T23" fmla="*/ 29 h 72"/>
              <a:gd name="T24" fmla="*/ 58 w 72"/>
              <a:gd name="T25" fmla="*/ 33 h 72"/>
              <a:gd name="T26" fmla="*/ 58 w 72"/>
              <a:gd name="T27" fmla="*/ 36 h 72"/>
              <a:gd name="T28" fmla="*/ 40 w 72"/>
              <a:gd name="T29" fmla="*/ 14 h 72"/>
              <a:gd name="T30" fmla="*/ 55 w 72"/>
              <a:gd name="T31" fmla="*/ 25 h 72"/>
              <a:gd name="T32" fmla="*/ 68 w 72"/>
              <a:gd name="T33" fmla="*/ 21 h 72"/>
              <a:gd name="T34" fmla="*/ 40 w 72"/>
              <a:gd name="T35" fmla="*/ 0 h 72"/>
              <a:gd name="T36" fmla="*/ 40 w 72"/>
              <a:gd name="T37" fmla="*/ 14 h 72"/>
              <a:gd name="T38" fmla="*/ 16 w 72"/>
              <a:gd name="T39" fmla="*/ 25 h 72"/>
              <a:gd name="T40" fmla="*/ 31 w 72"/>
              <a:gd name="T41" fmla="*/ 14 h 72"/>
              <a:gd name="T42" fmla="*/ 31 w 72"/>
              <a:gd name="T43" fmla="*/ 0 h 72"/>
              <a:gd name="T44" fmla="*/ 3 w 72"/>
              <a:gd name="T45" fmla="*/ 21 h 72"/>
              <a:gd name="T46" fmla="*/ 16 w 72"/>
              <a:gd name="T47" fmla="*/ 25 h 72"/>
              <a:gd name="T48" fmla="*/ 45 w 72"/>
              <a:gd name="T49" fmla="*/ 56 h 72"/>
              <a:gd name="T50" fmla="*/ 36 w 72"/>
              <a:gd name="T51" fmla="*/ 58 h 72"/>
              <a:gd name="T52" fmla="*/ 26 w 72"/>
              <a:gd name="T53" fmla="*/ 56 h 72"/>
              <a:gd name="T54" fmla="*/ 18 w 72"/>
              <a:gd name="T55" fmla="*/ 67 h 72"/>
              <a:gd name="T56" fmla="*/ 36 w 72"/>
              <a:gd name="T57" fmla="*/ 72 h 72"/>
              <a:gd name="T58" fmla="*/ 53 w 72"/>
              <a:gd name="T59" fmla="*/ 67 h 72"/>
              <a:gd name="T60" fmla="*/ 45 w 72"/>
              <a:gd name="T61" fmla="*/ 5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2">
                <a:moveTo>
                  <a:pt x="13" y="36"/>
                </a:moveTo>
                <a:cubicBezTo>
                  <a:pt x="13" y="35"/>
                  <a:pt x="13" y="34"/>
                  <a:pt x="13" y="33"/>
                </a:cubicBezTo>
                <a:cubicBezTo>
                  <a:pt x="1" y="29"/>
                  <a:pt x="1" y="29"/>
                  <a:pt x="1" y="29"/>
                </a:cubicBezTo>
                <a:cubicBezTo>
                  <a:pt x="0" y="31"/>
                  <a:pt x="0" y="34"/>
                  <a:pt x="0" y="36"/>
                </a:cubicBezTo>
                <a:cubicBezTo>
                  <a:pt x="0" y="46"/>
                  <a:pt x="4" y="56"/>
                  <a:pt x="11" y="62"/>
                </a:cubicBezTo>
                <a:cubicBezTo>
                  <a:pt x="19" y="51"/>
                  <a:pt x="19" y="51"/>
                  <a:pt x="19" y="51"/>
                </a:cubicBezTo>
                <a:cubicBezTo>
                  <a:pt x="16" y="47"/>
                  <a:pt x="13" y="42"/>
                  <a:pt x="13" y="36"/>
                </a:cubicBezTo>
                <a:close/>
                <a:moveTo>
                  <a:pt x="58" y="36"/>
                </a:moveTo>
                <a:cubicBezTo>
                  <a:pt x="58" y="42"/>
                  <a:pt x="56" y="47"/>
                  <a:pt x="52" y="51"/>
                </a:cubicBezTo>
                <a:cubicBezTo>
                  <a:pt x="60" y="62"/>
                  <a:pt x="60" y="62"/>
                  <a:pt x="60" y="62"/>
                </a:cubicBezTo>
                <a:cubicBezTo>
                  <a:pt x="67" y="56"/>
                  <a:pt x="72" y="46"/>
                  <a:pt x="72" y="36"/>
                </a:cubicBezTo>
                <a:cubicBezTo>
                  <a:pt x="72" y="34"/>
                  <a:pt x="71" y="31"/>
                  <a:pt x="71" y="29"/>
                </a:cubicBezTo>
                <a:cubicBezTo>
                  <a:pt x="58" y="33"/>
                  <a:pt x="58" y="33"/>
                  <a:pt x="58" y="33"/>
                </a:cubicBezTo>
                <a:cubicBezTo>
                  <a:pt x="58" y="34"/>
                  <a:pt x="58" y="35"/>
                  <a:pt x="58" y="36"/>
                </a:cubicBezTo>
                <a:close/>
                <a:moveTo>
                  <a:pt x="40" y="14"/>
                </a:moveTo>
                <a:cubicBezTo>
                  <a:pt x="47" y="15"/>
                  <a:pt x="52" y="19"/>
                  <a:pt x="55" y="25"/>
                </a:cubicBezTo>
                <a:cubicBezTo>
                  <a:pt x="68" y="21"/>
                  <a:pt x="68" y="21"/>
                  <a:pt x="68" y="21"/>
                </a:cubicBezTo>
                <a:cubicBezTo>
                  <a:pt x="63" y="10"/>
                  <a:pt x="53" y="2"/>
                  <a:pt x="40" y="0"/>
                </a:cubicBezTo>
                <a:lnTo>
                  <a:pt x="40" y="14"/>
                </a:lnTo>
                <a:close/>
                <a:moveTo>
                  <a:pt x="16" y="25"/>
                </a:moveTo>
                <a:cubicBezTo>
                  <a:pt x="19" y="19"/>
                  <a:pt x="25" y="15"/>
                  <a:pt x="31" y="14"/>
                </a:cubicBezTo>
                <a:cubicBezTo>
                  <a:pt x="31" y="0"/>
                  <a:pt x="31" y="0"/>
                  <a:pt x="31" y="0"/>
                </a:cubicBezTo>
                <a:cubicBezTo>
                  <a:pt x="19" y="2"/>
                  <a:pt x="8" y="10"/>
                  <a:pt x="3" y="21"/>
                </a:cubicBezTo>
                <a:lnTo>
                  <a:pt x="16" y="25"/>
                </a:lnTo>
                <a:close/>
                <a:moveTo>
                  <a:pt x="45" y="56"/>
                </a:moveTo>
                <a:cubicBezTo>
                  <a:pt x="42" y="58"/>
                  <a:pt x="39" y="58"/>
                  <a:pt x="36" y="58"/>
                </a:cubicBezTo>
                <a:cubicBezTo>
                  <a:pt x="32" y="58"/>
                  <a:pt x="29" y="58"/>
                  <a:pt x="26" y="56"/>
                </a:cubicBezTo>
                <a:cubicBezTo>
                  <a:pt x="18" y="67"/>
                  <a:pt x="18" y="67"/>
                  <a:pt x="18" y="67"/>
                </a:cubicBezTo>
                <a:cubicBezTo>
                  <a:pt x="24" y="70"/>
                  <a:pt x="30" y="72"/>
                  <a:pt x="36" y="72"/>
                </a:cubicBezTo>
                <a:cubicBezTo>
                  <a:pt x="42" y="72"/>
                  <a:pt x="48" y="70"/>
                  <a:pt x="53" y="67"/>
                </a:cubicBezTo>
                <a:lnTo>
                  <a:pt x="45" y="5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4" name="Freeform 161"/>
          <p:cNvSpPr>
            <a:spLocks noEditPoints="1"/>
          </p:cNvSpPr>
          <p:nvPr/>
        </p:nvSpPr>
        <p:spPr bwMode="auto">
          <a:xfrm>
            <a:off x="8874674" y="2565691"/>
            <a:ext cx="165653" cy="165653"/>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35 w 69"/>
              <a:gd name="T11" fmla="*/ 62 h 69"/>
              <a:gd name="T12" fmla="*/ 7 w 69"/>
              <a:gd name="T13" fmla="*/ 35 h 69"/>
              <a:gd name="T14" fmla="*/ 35 w 69"/>
              <a:gd name="T15" fmla="*/ 7 h 69"/>
              <a:gd name="T16" fmla="*/ 62 w 69"/>
              <a:gd name="T17" fmla="*/ 35 h 69"/>
              <a:gd name="T18" fmla="*/ 35 w 69"/>
              <a:gd name="T19" fmla="*/ 62 h 69"/>
              <a:gd name="T20" fmla="*/ 22 w 69"/>
              <a:gd name="T21" fmla="*/ 24 h 69"/>
              <a:gd name="T22" fmla="*/ 37 w 69"/>
              <a:gd name="T23" fmla="*/ 35 h 69"/>
              <a:gd name="T24" fmla="*/ 22 w 69"/>
              <a:gd name="T25" fmla="*/ 45 h 69"/>
              <a:gd name="T26" fmla="*/ 22 w 69"/>
              <a:gd name="T27" fmla="*/ 24 h 69"/>
              <a:gd name="T28" fmla="*/ 39 w 69"/>
              <a:gd name="T29" fmla="*/ 24 h 69"/>
              <a:gd name="T30" fmla="*/ 54 w 69"/>
              <a:gd name="T31" fmla="*/ 35 h 69"/>
              <a:gd name="T32" fmla="*/ 39 w 69"/>
              <a:gd name="T33" fmla="*/ 45 h 69"/>
              <a:gd name="T34" fmla="*/ 39 w 69"/>
              <a:gd name="T35" fmla="*/ 2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69">
                <a:moveTo>
                  <a:pt x="35" y="0"/>
                </a:moveTo>
                <a:cubicBezTo>
                  <a:pt x="16" y="0"/>
                  <a:pt x="0" y="16"/>
                  <a:pt x="0" y="35"/>
                </a:cubicBezTo>
                <a:cubicBezTo>
                  <a:pt x="0" y="53"/>
                  <a:pt x="16" y="69"/>
                  <a:pt x="35" y="69"/>
                </a:cubicBezTo>
                <a:cubicBezTo>
                  <a:pt x="53" y="69"/>
                  <a:pt x="69" y="53"/>
                  <a:pt x="69" y="35"/>
                </a:cubicBezTo>
                <a:cubicBezTo>
                  <a:pt x="69" y="16"/>
                  <a:pt x="53" y="0"/>
                  <a:pt x="35" y="0"/>
                </a:cubicBezTo>
                <a:close/>
                <a:moveTo>
                  <a:pt x="35" y="62"/>
                </a:moveTo>
                <a:cubicBezTo>
                  <a:pt x="19" y="62"/>
                  <a:pt x="7" y="50"/>
                  <a:pt x="7" y="35"/>
                </a:cubicBezTo>
                <a:cubicBezTo>
                  <a:pt x="7" y="19"/>
                  <a:pt x="19" y="7"/>
                  <a:pt x="35" y="7"/>
                </a:cubicBezTo>
                <a:cubicBezTo>
                  <a:pt x="50" y="7"/>
                  <a:pt x="62" y="19"/>
                  <a:pt x="62" y="35"/>
                </a:cubicBezTo>
                <a:cubicBezTo>
                  <a:pt x="62" y="50"/>
                  <a:pt x="50" y="62"/>
                  <a:pt x="35" y="62"/>
                </a:cubicBezTo>
                <a:close/>
                <a:moveTo>
                  <a:pt x="22" y="24"/>
                </a:moveTo>
                <a:cubicBezTo>
                  <a:pt x="37" y="35"/>
                  <a:pt x="37" y="35"/>
                  <a:pt x="37" y="35"/>
                </a:cubicBezTo>
                <a:cubicBezTo>
                  <a:pt x="22" y="45"/>
                  <a:pt x="22" y="45"/>
                  <a:pt x="22" y="45"/>
                </a:cubicBezTo>
                <a:lnTo>
                  <a:pt x="22" y="24"/>
                </a:lnTo>
                <a:close/>
                <a:moveTo>
                  <a:pt x="39" y="24"/>
                </a:moveTo>
                <a:cubicBezTo>
                  <a:pt x="54" y="35"/>
                  <a:pt x="54" y="35"/>
                  <a:pt x="54" y="35"/>
                </a:cubicBezTo>
                <a:cubicBezTo>
                  <a:pt x="39" y="45"/>
                  <a:pt x="39" y="45"/>
                  <a:pt x="39" y="45"/>
                </a:cubicBezTo>
                <a:lnTo>
                  <a:pt x="39"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5" name="Freeform 162"/>
          <p:cNvSpPr/>
          <p:nvPr/>
        </p:nvSpPr>
        <p:spPr bwMode="auto">
          <a:xfrm>
            <a:off x="8323476" y="4068293"/>
            <a:ext cx="181779" cy="189107"/>
          </a:xfrm>
          <a:custGeom>
            <a:avLst/>
            <a:gdLst>
              <a:gd name="T0" fmla="*/ 59 w 124"/>
              <a:gd name="T1" fmla="*/ 129 h 129"/>
              <a:gd name="T2" fmla="*/ 59 w 124"/>
              <a:gd name="T3" fmla="*/ 70 h 129"/>
              <a:gd name="T4" fmla="*/ 0 w 124"/>
              <a:gd name="T5" fmla="*/ 129 h 129"/>
              <a:gd name="T6" fmla="*/ 0 w 124"/>
              <a:gd name="T7" fmla="*/ 0 h 129"/>
              <a:gd name="T8" fmla="*/ 59 w 124"/>
              <a:gd name="T9" fmla="*/ 58 h 129"/>
              <a:gd name="T10" fmla="*/ 59 w 124"/>
              <a:gd name="T11" fmla="*/ 0 h 129"/>
              <a:gd name="T12" fmla="*/ 124 w 124"/>
              <a:gd name="T13" fmla="*/ 65 h 129"/>
              <a:gd name="T14" fmla="*/ 59 w 124"/>
              <a:gd name="T15" fmla="*/ 129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59" y="129"/>
                </a:moveTo>
                <a:lnTo>
                  <a:pt x="59" y="70"/>
                </a:lnTo>
                <a:lnTo>
                  <a:pt x="0" y="129"/>
                </a:lnTo>
                <a:lnTo>
                  <a:pt x="0" y="0"/>
                </a:lnTo>
                <a:lnTo>
                  <a:pt x="59" y="58"/>
                </a:lnTo>
                <a:lnTo>
                  <a:pt x="59" y="0"/>
                </a:lnTo>
                <a:lnTo>
                  <a:pt x="124" y="65"/>
                </a:lnTo>
                <a:lnTo>
                  <a:pt x="59" y="12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6" name="Freeform 163"/>
          <p:cNvSpPr>
            <a:spLocks noEditPoints="1"/>
          </p:cNvSpPr>
          <p:nvPr/>
        </p:nvSpPr>
        <p:spPr bwMode="auto">
          <a:xfrm>
            <a:off x="8497924" y="3407147"/>
            <a:ext cx="192040" cy="190574"/>
          </a:xfrm>
          <a:custGeom>
            <a:avLst/>
            <a:gdLst>
              <a:gd name="T0" fmla="*/ 0 w 131"/>
              <a:gd name="T1" fmla="*/ 130 h 130"/>
              <a:gd name="T2" fmla="*/ 66 w 131"/>
              <a:gd name="T3" fmla="*/ 130 h 130"/>
              <a:gd name="T4" fmla="*/ 66 w 131"/>
              <a:gd name="T5" fmla="*/ 0 h 130"/>
              <a:gd name="T6" fmla="*/ 0 w 131"/>
              <a:gd name="T7" fmla="*/ 0 h 130"/>
              <a:gd name="T8" fmla="*/ 0 w 131"/>
              <a:gd name="T9" fmla="*/ 130 h 130"/>
              <a:gd name="T10" fmla="*/ 41 w 131"/>
              <a:gd name="T11" fmla="*/ 16 h 130"/>
              <a:gd name="T12" fmla="*/ 58 w 131"/>
              <a:gd name="T13" fmla="*/ 16 h 130"/>
              <a:gd name="T14" fmla="*/ 58 w 131"/>
              <a:gd name="T15" fmla="*/ 32 h 130"/>
              <a:gd name="T16" fmla="*/ 41 w 131"/>
              <a:gd name="T17" fmla="*/ 32 h 130"/>
              <a:gd name="T18" fmla="*/ 41 w 131"/>
              <a:gd name="T19" fmla="*/ 16 h 130"/>
              <a:gd name="T20" fmla="*/ 41 w 131"/>
              <a:gd name="T21" fmla="*/ 49 h 130"/>
              <a:gd name="T22" fmla="*/ 58 w 131"/>
              <a:gd name="T23" fmla="*/ 49 h 130"/>
              <a:gd name="T24" fmla="*/ 58 w 131"/>
              <a:gd name="T25" fmla="*/ 65 h 130"/>
              <a:gd name="T26" fmla="*/ 41 w 131"/>
              <a:gd name="T27" fmla="*/ 65 h 130"/>
              <a:gd name="T28" fmla="*/ 41 w 131"/>
              <a:gd name="T29" fmla="*/ 49 h 130"/>
              <a:gd name="T30" fmla="*/ 41 w 131"/>
              <a:gd name="T31" fmla="*/ 81 h 130"/>
              <a:gd name="T32" fmla="*/ 58 w 131"/>
              <a:gd name="T33" fmla="*/ 81 h 130"/>
              <a:gd name="T34" fmla="*/ 58 w 131"/>
              <a:gd name="T35" fmla="*/ 98 h 130"/>
              <a:gd name="T36" fmla="*/ 41 w 131"/>
              <a:gd name="T37" fmla="*/ 98 h 130"/>
              <a:gd name="T38" fmla="*/ 41 w 131"/>
              <a:gd name="T39" fmla="*/ 81 h 130"/>
              <a:gd name="T40" fmla="*/ 9 w 131"/>
              <a:gd name="T41" fmla="*/ 16 h 130"/>
              <a:gd name="T42" fmla="*/ 25 w 131"/>
              <a:gd name="T43" fmla="*/ 16 h 130"/>
              <a:gd name="T44" fmla="*/ 25 w 131"/>
              <a:gd name="T45" fmla="*/ 32 h 130"/>
              <a:gd name="T46" fmla="*/ 9 w 131"/>
              <a:gd name="T47" fmla="*/ 32 h 130"/>
              <a:gd name="T48" fmla="*/ 9 w 131"/>
              <a:gd name="T49" fmla="*/ 16 h 130"/>
              <a:gd name="T50" fmla="*/ 9 w 131"/>
              <a:gd name="T51" fmla="*/ 49 h 130"/>
              <a:gd name="T52" fmla="*/ 25 w 131"/>
              <a:gd name="T53" fmla="*/ 49 h 130"/>
              <a:gd name="T54" fmla="*/ 25 w 131"/>
              <a:gd name="T55" fmla="*/ 65 h 130"/>
              <a:gd name="T56" fmla="*/ 9 w 131"/>
              <a:gd name="T57" fmla="*/ 65 h 130"/>
              <a:gd name="T58" fmla="*/ 9 w 131"/>
              <a:gd name="T59" fmla="*/ 49 h 130"/>
              <a:gd name="T60" fmla="*/ 9 w 131"/>
              <a:gd name="T61" fmla="*/ 81 h 130"/>
              <a:gd name="T62" fmla="*/ 25 w 131"/>
              <a:gd name="T63" fmla="*/ 81 h 130"/>
              <a:gd name="T64" fmla="*/ 25 w 131"/>
              <a:gd name="T65" fmla="*/ 98 h 130"/>
              <a:gd name="T66" fmla="*/ 9 w 131"/>
              <a:gd name="T67" fmla="*/ 98 h 130"/>
              <a:gd name="T68" fmla="*/ 9 w 131"/>
              <a:gd name="T69" fmla="*/ 81 h 130"/>
              <a:gd name="T70" fmla="*/ 74 w 131"/>
              <a:gd name="T71" fmla="*/ 41 h 130"/>
              <a:gd name="T72" fmla="*/ 131 w 131"/>
              <a:gd name="T73" fmla="*/ 41 h 130"/>
              <a:gd name="T74" fmla="*/ 131 w 131"/>
              <a:gd name="T75" fmla="*/ 49 h 130"/>
              <a:gd name="T76" fmla="*/ 74 w 131"/>
              <a:gd name="T77" fmla="*/ 49 h 130"/>
              <a:gd name="T78" fmla="*/ 74 w 131"/>
              <a:gd name="T79" fmla="*/ 41 h 130"/>
              <a:gd name="T80" fmla="*/ 74 w 131"/>
              <a:gd name="T81" fmla="*/ 130 h 130"/>
              <a:gd name="T82" fmla="*/ 90 w 131"/>
              <a:gd name="T83" fmla="*/ 130 h 130"/>
              <a:gd name="T84" fmla="*/ 90 w 131"/>
              <a:gd name="T85" fmla="*/ 98 h 130"/>
              <a:gd name="T86" fmla="*/ 115 w 131"/>
              <a:gd name="T87" fmla="*/ 98 h 130"/>
              <a:gd name="T88" fmla="*/ 115 w 131"/>
              <a:gd name="T89" fmla="*/ 130 h 130"/>
              <a:gd name="T90" fmla="*/ 131 w 131"/>
              <a:gd name="T91" fmla="*/ 130 h 130"/>
              <a:gd name="T92" fmla="*/ 131 w 131"/>
              <a:gd name="T93" fmla="*/ 57 h 130"/>
              <a:gd name="T94" fmla="*/ 74 w 131"/>
              <a:gd name="T95" fmla="*/ 57 h 130"/>
              <a:gd name="T96" fmla="*/ 74 w 131"/>
              <a:gd name="T9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31" h="130">
                <a:moveTo>
                  <a:pt x="0" y="130"/>
                </a:moveTo>
                <a:lnTo>
                  <a:pt x="66" y="130"/>
                </a:lnTo>
                <a:lnTo>
                  <a:pt x="66" y="0"/>
                </a:lnTo>
                <a:lnTo>
                  <a:pt x="0" y="0"/>
                </a:lnTo>
                <a:lnTo>
                  <a:pt x="0" y="130"/>
                </a:lnTo>
                <a:close/>
                <a:moveTo>
                  <a:pt x="41" y="16"/>
                </a:moveTo>
                <a:lnTo>
                  <a:pt x="58" y="16"/>
                </a:lnTo>
                <a:lnTo>
                  <a:pt x="58" y="32"/>
                </a:lnTo>
                <a:lnTo>
                  <a:pt x="41" y="32"/>
                </a:lnTo>
                <a:lnTo>
                  <a:pt x="41" y="16"/>
                </a:lnTo>
                <a:close/>
                <a:moveTo>
                  <a:pt x="41" y="49"/>
                </a:moveTo>
                <a:lnTo>
                  <a:pt x="58" y="49"/>
                </a:lnTo>
                <a:lnTo>
                  <a:pt x="58" y="65"/>
                </a:lnTo>
                <a:lnTo>
                  <a:pt x="41" y="65"/>
                </a:lnTo>
                <a:lnTo>
                  <a:pt x="41" y="49"/>
                </a:lnTo>
                <a:close/>
                <a:moveTo>
                  <a:pt x="41" y="81"/>
                </a:moveTo>
                <a:lnTo>
                  <a:pt x="58" y="81"/>
                </a:lnTo>
                <a:lnTo>
                  <a:pt x="58" y="98"/>
                </a:lnTo>
                <a:lnTo>
                  <a:pt x="41" y="98"/>
                </a:lnTo>
                <a:lnTo>
                  <a:pt x="41" y="81"/>
                </a:lnTo>
                <a:close/>
                <a:moveTo>
                  <a:pt x="9" y="16"/>
                </a:moveTo>
                <a:lnTo>
                  <a:pt x="25" y="16"/>
                </a:lnTo>
                <a:lnTo>
                  <a:pt x="25" y="32"/>
                </a:lnTo>
                <a:lnTo>
                  <a:pt x="9" y="32"/>
                </a:lnTo>
                <a:lnTo>
                  <a:pt x="9" y="16"/>
                </a:lnTo>
                <a:close/>
                <a:moveTo>
                  <a:pt x="9" y="49"/>
                </a:moveTo>
                <a:lnTo>
                  <a:pt x="25" y="49"/>
                </a:lnTo>
                <a:lnTo>
                  <a:pt x="25" y="65"/>
                </a:lnTo>
                <a:lnTo>
                  <a:pt x="9" y="65"/>
                </a:lnTo>
                <a:lnTo>
                  <a:pt x="9" y="49"/>
                </a:lnTo>
                <a:close/>
                <a:moveTo>
                  <a:pt x="9" y="81"/>
                </a:moveTo>
                <a:lnTo>
                  <a:pt x="25" y="81"/>
                </a:lnTo>
                <a:lnTo>
                  <a:pt x="25" y="98"/>
                </a:lnTo>
                <a:lnTo>
                  <a:pt x="9" y="98"/>
                </a:lnTo>
                <a:lnTo>
                  <a:pt x="9" y="81"/>
                </a:lnTo>
                <a:close/>
                <a:moveTo>
                  <a:pt x="74" y="41"/>
                </a:moveTo>
                <a:lnTo>
                  <a:pt x="131" y="41"/>
                </a:lnTo>
                <a:lnTo>
                  <a:pt x="131" y="49"/>
                </a:lnTo>
                <a:lnTo>
                  <a:pt x="74" y="49"/>
                </a:lnTo>
                <a:lnTo>
                  <a:pt x="74" y="41"/>
                </a:lnTo>
                <a:close/>
                <a:moveTo>
                  <a:pt x="74" y="130"/>
                </a:moveTo>
                <a:lnTo>
                  <a:pt x="90" y="130"/>
                </a:lnTo>
                <a:lnTo>
                  <a:pt x="90" y="98"/>
                </a:lnTo>
                <a:lnTo>
                  <a:pt x="115" y="98"/>
                </a:lnTo>
                <a:lnTo>
                  <a:pt x="115" y="130"/>
                </a:lnTo>
                <a:lnTo>
                  <a:pt x="131" y="130"/>
                </a:lnTo>
                <a:lnTo>
                  <a:pt x="131" y="57"/>
                </a:lnTo>
                <a:lnTo>
                  <a:pt x="74" y="57"/>
                </a:lnTo>
                <a:lnTo>
                  <a:pt x="74" y="13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7" name="Freeform 164"/>
          <p:cNvSpPr>
            <a:spLocks noEditPoints="1"/>
          </p:cNvSpPr>
          <p:nvPr/>
        </p:nvSpPr>
        <p:spPr bwMode="auto">
          <a:xfrm>
            <a:off x="8582949" y="3729658"/>
            <a:ext cx="109947" cy="115809"/>
          </a:xfrm>
          <a:custGeom>
            <a:avLst/>
            <a:gdLst>
              <a:gd name="T0" fmla="*/ 43 w 46"/>
              <a:gd name="T1" fmla="*/ 29 h 48"/>
              <a:gd name="T2" fmla="*/ 46 w 46"/>
              <a:gd name="T3" fmla="*/ 16 h 48"/>
              <a:gd name="T4" fmla="*/ 41 w 46"/>
              <a:gd name="T5" fmla="*/ 8 h 48"/>
              <a:gd name="T6" fmla="*/ 37 w 46"/>
              <a:gd name="T7" fmla="*/ 9 h 48"/>
              <a:gd name="T8" fmla="*/ 28 w 46"/>
              <a:gd name="T9" fmla="*/ 0 h 48"/>
              <a:gd name="T10" fmla="*/ 18 w 46"/>
              <a:gd name="T11" fmla="*/ 0 h 48"/>
              <a:gd name="T12" fmla="*/ 17 w 46"/>
              <a:gd name="T13" fmla="*/ 4 h 48"/>
              <a:gd name="T14" fmla="*/ 4 w 46"/>
              <a:gd name="T15" fmla="*/ 8 h 48"/>
              <a:gd name="T16" fmla="*/ 0 w 46"/>
              <a:gd name="T17" fmla="*/ 16 h 48"/>
              <a:gd name="T18" fmla="*/ 3 w 46"/>
              <a:gd name="T19" fmla="*/ 19 h 48"/>
              <a:gd name="T20" fmla="*/ 0 w 46"/>
              <a:gd name="T21" fmla="*/ 32 h 48"/>
              <a:gd name="T22" fmla="*/ 4 w 46"/>
              <a:gd name="T23" fmla="*/ 40 h 48"/>
              <a:gd name="T24" fmla="*/ 9 w 46"/>
              <a:gd name="T25" fmla="*/ 39 h 48"/>
              <a:gd name="T26" fmla="*/ 18 w 46"/>
              <a:gd name="T27" fmla="*/ 48 h 48"/>
              <a:gd name="T28" fmla="*/ 28 w 46"/>
              <a:gd name="T29" fmla="*/ 48 h 48"/>
              <a:gd name="T30" fmla="*/ 29 w 46"/>
              <a:gd name="T31" fmla="*/ 44 h 48"/>
              <a:gd name="T32" fmla="*/ 41 w 46"/>
              <a:gd name="T33" fmla="*/ 40 h 48"/>
              <a:gd name="T34" fmla="*/ 46 w 46"/>
              <a:gd name="T35" fmla="*/ 32 h 48"/>
              <a:gd name="T36" fmla="*/ 43 w 46"/>
              <a:gd name="T37" fmla="*/ 29 h 48"/>
              <a:gd name="T38" fmla="*/ 23 w 46"/>
              <a:gd name="T39" fmla="*/ 34 h 48"/>
              <a:gd name="T40" fmla="*/ 13 w 46"/>
              <a:gd name="T41" fmla="*/ 24 h 48"/>
              <a:gd name="T42" fmla="*/ 23 w 46"/>
              <a:gd name="T43" fmla="*/ 14 h 48"/>
              <a:gd name="T44" fmla="*/ 33 w 46"/>
              <a:gd name="T45" fmla="*/ 24 h 48"/>
              <a:gd name="T46" fmla="*/ 23 w 46"/>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6" h="48">
                <a:moveTo>
                  <a:pt x="43" y="29"/>
                </a:moveTo>
                <a:cubicBezTo>
                  <a:pt x="40" y="24"/>
                  <a:pt x="42" y="19"/>
                  <a:pt x="46" y="16"/>
                </a:cubicBezTo>
                <a:cubicBezTo>
                  <a:pt x="41" y="8"/>
                  <a:pt x="41" y="8"/>
                  <a:pt x="41" y="8"/>
                </a:cubicBezTo>
                <a:cubicBezTo>
                  <a:pt x="40" y="9"/>
                  <a:pt x="39" y="9"/>
                  <a:pt x="37" y="9"/>
                </a:cubicBezTo>
                <a:cubicBezTo>
                  <a:pt x="32" y="9"/>
                  <a:pt x="28" y="5"/>
                  <a:pt x="28" y="0"/>
                </a:cubicBezTo>
                <a:cubicBezTo>
                  <a:pt x="18" y="0"/>
                  <a:pt x="18" y="0"/>
                  <a:pt x="18" y="0"/>
                </a:cubicBezTo>
                <a:cubicBezTo>
                  <a:pt x="18" y="1"/>
                  <a:pt x="18" y="3"/>
                  <a:pt x="17" y="4"/>
                </a:cubicBezTo>
                <a:cubicBezTo>
                  <a:pt x="14" y="9"/>
                  <a:pt x="9" y="10"/>
                  <a:pt x="4" y="8"/>
                </a:cubicBezTo>
                <a:cubicBezTo>
                  <a:pt x="0" y="16"/>
                  <a:pt x="0" y="16"/>
                  <a:pt x="0" y="16"/>
                </a:cubicBezTo>
                <a:cubicBezTo>
                  <a:pt x="1" y="17"/>
                  <a:pt x="2" y="18"/>
                  <a:pt x="3" y="19"/>
                </a:cubicBezTo>
                <a:cubicBezTo>
                  <a:pt x="6" y="24"/>
                  <a:pt x="4" y="29"/>
                  <a:pt x="0" y="32"/>
                </a:cubicBezTo>
                <a:cubicBezTo>
                  <a:pt x="4" y="40"/>
                  <a:pt x="4" y="40"/>
                  <a:pt x="4" y="40"/>
                </a:cubicBezTo>
                <a:cubicBezTo>
                  <a:pt x="6" y="39"/>
                  <a:pt x="7" y="39"/>
                  <a:pt x="9" y="39"/>
                </a:cubicBezTo>
                <a:cubicBezTo>
                  <a:pt x="14" y="39"/>
                  <a:pt x="18" y="43"/>
                  <a:pt x="18" y="48"/>
                </a:cubicBezTo>
                <a:cubicBezTo>
                  <a:pt x="28" y="48"/>
                  <a:pt x="28" y="48"/>
                  <a:pt x="28" y="48"/>
                </a:cubicBezTo>
                <a:cubicBezTo>
                  <a:pt x="28" y="47"/>
                  <a:pt x="28" y="45"/>
                  <a:pt x="29" y="44"/>
                </a:cubicBezTo>
                <a:cubicBezTo>
                  <a:pt x="31" y="39"/>
                  <a:pt x="37" y="38"/>
                  <a:pt x="41" y="40"/>
                </a:cubicBezTo>
                <a:cubicBezTo>
                  <a:pt x="46" y="32"/>
                  <a:pt x="46" y="32"/>
                  <a:pt x="46" y="32"/>
                </a:cubicBezTo>
                <a:cubicBezTo>
                  <a:pt x="45" y="31"/>
                  <a:pt x="44" y="30"/>
                  <a:pt x="43" y="29"/>
                </a:cubicBezTo>
                <a:close/>
                <a:moveTo>
                  <a:pt x="23" y="34"/>
                </a:moveTo>
                <a:cubicBezTo>
                  <a:pt x="18" y="34"/>
                  <a:pt x="13" y="29"/>
                  <a:pt x="13" y="24"/>
                </a:cubicBezTo>
                <a:cubicBezTo>
                  <a:pt x="13" y="19"/>
                  <a:pt x="18" y="14"/>
                  <a:pt x="23" y="14"/>
                </a:cubicBezTo>
                <a:cubicBezTo>
                  <a:pt x="28" y="14"/>
                  <a:pt x="33" y="19"/>
                  <a:pt x="33" y="24"/>
                </a:cubicBezTo>
                <a:cubicBezTo>
                  <a:pt x="33" y="29"/>
                  <a:pt x="28" y="34"/>
                  <a:pt x="23" y="3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8" name="Freeform 166"/>
          <p:cNvSpPr>
            <a:spLocks noEditPoints="1"/>
          </p:cNvSpPr>
          <p:nvPr/>
        </p:nvSpPr>
        <p:spPr bwMode="auto">
          <a:xfrm>
            <a:off x="8345465" y="4427451"/>
            <a:ext cx="80628" cy="155392"/>
          </a:xfrm>
          <a:custGeom>
            <a:avLst/>
            <a:gdLst>
              <a:gd name="T0" fmla="*/ 23 w 34"/>
              <a:gd name="T1" fmla="*/ 64 h 65"/>
              <a:gd name="T2" fmla="*/ 23 w 34"/>
              <a:gd name="T3" fmla="*/ 64 h 65"/>
              <a:gd name="T4" fmla="*/ 33 w 34"/>
              <a:gd name="T5" fmla="*/ 50 h 65"/>
              <a:gd name="T6" fmla="*/ 30 w 34"/>
              <a:gd name="T7" fmla="*/ 34 h 65"/>
              <a:gd name="T8" fmla="*/ 15 w 34"/>
              <a:gd name="T9" fmla="*/ 24 h 65"/>
              <a:gd name="T10" fmla="*/ 15 w 34"/>
              <a:gd name="T11" fmla="*/ 24 h 65"/>
              <a:gd name="T12" fmla="*/ 14 w 34"/>
              <a:gd name="T13" fmla="*/ 25 h 65"/>
              <a:gd name="T14" fmla="*/ 15 w 34"/>
              <a:gd name="T15" fmla="*/ 30 h 65"/>
              <a:gd name="T16" fmla="*/ 16 w 34"/>
              <a:gd name="T17" fmla="*/ 30 h 65"/>
              <a:gd name="T18" fmla="*/ 17 w 34"/>
              <a:gd name="T19" fmla="*/ 30 h 65"/>
              <a:gd name="T20" fmla="*/ 24 w 34"/>
              <a:gd name="T21" fmla="*/ 35 h 65"/>
              <a:gd name="T22" fmla="*/ 27 w 34"/>
              <a:gd name="T23" fmla="*/ 51 h 65"/>
              <a:gd name="T24" fmla="*/ 22 w 34"/>
              <a:gd name="T25" fmla="*/ 59 h 65"/>
              <a:gd name="T26" fmla="*/ 22 w 34"/>
              <a:gd name="T27" fmla="*/ 59 h 65"/>
              <a:gd name="T28" fmla="*/ 14 w 34"/>
              <a:gd name="T29" fmla="*/ 53 h 65"/>
              <a:gd name="T30" fmla="*/ 13 w 34"/>
              <a:gd name="T31" fmla="*/ 46 h 65"/>
              <a:gd name="T32" fmla="*/ 6 w 34"/>
              <a:gd name="T33" fmla="*/ 44 h 65"/>
              <a:gd name="T34" fmla="*/ 8 w 34"/>
              <a:gd name="T35" fmla="*/ 54 h 65"/>
              <a:gd name="T36" fmla="*/ 23 w 34"/>
              <a:gd name="T37" fmla="*/ 64 h 65"/>
              <a:gd name="T38" fmla="*/ 19 w 34"/>
              <a:gd name="T39" fmla="*/ 42 h 65"/>
              <a:gd name="T40" fmla="*/ 20 w 34"/>
              <a:gd name="T41" fmla="*/ 41 h 65"/>
              <a:gd name="T42" fmla="*/ 19 w 34"/>
              <a:gd name="T43" fmla="*/ 35 h 65"/>
              <a:gd name="T44" fmla="*/ 18 w 34"/>
              <a:gd name="T45" fmla="*/ 36 h 65"/>
              <a:gd name="T46" fmla="*/ 17 w 34"/>
              <a:gd name="T47" fmla="*/ 36 h 65"/>
              <a:gd name="T48" fmla="*/ 10 w 34"/>
              <a:gd name="T49" fmla="*/ 31 h 65"/>
              <a:gd name="T50" fmla="*/ 7 w 34"/>
              <a:gd name="T51" fmla="*/ 15 h 65"/>
              <a:gd name="T52" fmla="*/ 12 w 34"/>
              <a:gd name="T53" fmla="*/ 7 h 65"/>
              <a:gd name="T54" fmla="*/ 12 w 34"/>
              <a:gd name="T55" fmla="*/ 7 h 65"/>
              <a:gd name="T56" fmla="*/ 20 w 34"/>
              <a:gd name="T57" fmla="*/ 13 h 65"/>
              <a:gd name="T58" fmla="*/ 21 w 34"/>
              <a:gd name="T59" fmla="*/ 20 h 65"/>
              <a:gd name="T60" fmla="*/ 28 w 34"/>
              <a:gd name="T61" fmla="*/ 22 h 65"/>
              <a:gd name="T62" fmla="*/ 26 w 34"/>
              <a:gd name="T63" fmla="*/ 12 h 65"/>
              <a:gd name="T64" fmla="*/ 11 w 34"/>
              <a:gd name="T65" fmla="*/ 2 h 65"/>
              <a:gd name="T66" fmla="*/ 11 w 34"/>
              <a:gd name="T67" fmla="*/ 2 h 65"/>
              <a:gd name="T68" fmla="*/ 1 w 34"/>
              <a:gd name="T69" fmla="*/ 16 h 65"/>
              <a:gd name="T70" fmla="*/ 4 w 34"/>
              <a:gd name="T71" fmla="*/ 32 h 65"/>
              <a:gd name="T72" fmla="*/ 19 w 34"/>
              <a:gd name="T73" fmla="*/ 4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4" h="65">
                <a:moveTo>
                  <a:pt x="23" y="64"/>
                </a:moveTo>
                <a:cubicBezTo>
                  <a:pt x="23" y="64"/>
                  <a:pt x="23" y="64"/>
                  <a:pt x="23" y="64"/>
                </a:cubicBezTo>
                <a:cubicBezTo>
                  <a:pt x="30" y="63"/>
                  <a:pt x="34" y="56"/>
                  <a:pt x="33" y="50"/>
                </a:cubicBezTo>
                <a:cubicBezTo>
                  <a:pt x="30" y="34"/>
                  <a:pt x="30" y="34"/>
                  <a:pt x="30" y="34"/>
                </a:cubicBezTo>
                <a:cubicBezTo>
                  <a:pt x="29" y="27"/>
                  <a:pt x="22" y="23"/>
                  <a:pt x="15" y="24"/>
                </a:cubicBezTo>
                <a:cubicBezTo>
                  <a:pt x="15" y="24"/>
                  <a:pt x="15" y="24"/>
                  <a:pt x="15" y="24"/>
                </a:cubicBezTo>
                <a:cubicBezTo>
                  <a:pt x="15" y="25"/>
                  <a:pt x="14" y="25"/>
                  <a:pt x="14" y="25"/>
                </a:cubicBezTo>
                <a:cubicBezTo>
                  <a:pt x="15" y="30"/>
                  <a:pt x="15" y="30"/>
                  <a:pt x="15" y="30"/>
                </a:cubicBezTo>
                <a:cubicBezTo>
                  <a:pt x="15" y="30"/>
                  <a:pt x="16" y="30"/>
                  <a:pt x="16" y="30"/>
                </a:cubicBezTo>
                <a:cubicBezTo>
                  <a:pt x="17" y="30"/>
                  <a:pt x="17" y="30"/>
                  <a:pt x="17" y="30"/>
                </a:cubicBezTo>
                <a:cubicBezTo>
                  <a:pt x="20" y="29"/>
                  <a:pt x="24" y="32"/>
                  <a:pt x="24" y="35"/>
                </a:cubicBezTo>
                <a:cubicBezTo>
                  <a:pt x="27" y="51"/>
                  <a:pt x="27" y="51"/>
                  <a:pt x="27" y="51"/>
                </a:cubicBezTo>
                <a:cubicBezTo>
                  <a:pt x="28" y="54"/>
                  <a:pt x="26" y="58"/>
                  <a:pt x="22" y="59"/>
                </a:cubicBezTo>
                <a:cubicBezTo>
                  <a:pt x="22" y="59"/>
                  <a:pt x="22" y="59"/>
                  <a:pt x="22" y="59"/>
                </a:cubicBezTo>
                <a:cubicBezTo>
                  <a:pt x="18" y="59"/>
                  <a:pt x="15" y="57"/>
                  <a:pt x="14" y="53"/>
                </a:cubicBezTo>
                <a:cubicBezTo>
                  <a:pt x="13" y="46"/>
                  <a:pt x="13" y="46"/>
                  <a:pt x="13" y="46"/>
                </a:cubicBezTo>
                <a:cubicBezTo>
                  <a:pt x="10" y="46"/>
                  <a:pt x="8" y="45"/>
                  <a:pt x="6" y="44"/>
                </a:cubicBezTo>
                <a:cubicBezTo>
                  <a:pt x="8" y="54"/>
                  <a:pt x="8" y="54"/>
                  <a:pt x="8" y="54"/>
                </a:cubicBezTo>
                <a:cubicBezTo>
                  <a:pt x="10" y="61"/>
                  <a:pt x="16" y="65"/>
                  <a:pt x="23" y="64"/>
                </a:cubicBezTo>
                <a:close/>
                <a:moveTo>
                  <a:pt x="19" y="42"/>
                </a:moveTo>
                <a:cubicBezTo>
                  <a:pt x="19" y="41"/>
                  <a:pt x="20" y="41"/>
                  <a:pt x="20" y="41"/>
                </a:cubicBezTo>
                <a:cubicBezTo>
                  <a:pt x="19" y="35"/>
                  <a:pt x="19" y="35"/>
                  <a:pt x="19" y="35"/>
                </a:cubicBezTo>
                <a:cubicBezTo>
                  <a:pt x="19" y="36"/>
                  <a:pt x="18" y="36"/>
                  <a:pt x="18" y="36"/>
                </a:cubicBezTo>
                <a:cubicBezTo>
                  <a:pt x="17" y="36"/>
                  <a:pt x="17" y="36"/>
                  <a:pt x="17" y="36"/>
                </a:cubicBezTo>
                <a:cubicBezTo>
                  <a:pt x="14" y="37"/>
                  <a:pt x="10" y="34"/>
                  <a:pt x="10" y="31"/>
                </a:cubicBezTo>
                <a:cubicBezTo>
                  <a:pt x="7" y="15"/>
                  <a:pt x="7" y="15"/>
                  <a:pt x="7" y="15"/>
                </a:cubicBezTo>
                <a:cubicBezTo>
                  <a:pt x="6" y="12"/>
                  <a:pt x="8" y="8"/>
                  <a:pt x="12" y="7"/>
                </a:cubicBezTo>
                <a:cubicBezTo>
                  <a:pt x="12" y="7"/>
                  <a:pt x="12" y="7"/>
                  <a:pt x="12" y="7"/>
                </a:cubicBezTo>
                <a:cubicBezTo>
                  <a:pt x="16" y="7"/>
                  <a:pt x="19" y="9"/>
                  <a:pt x="20" y="13"/>
                </a:cubicBezTo>
                <a:cubicBezTo>
                  <a:pt x="21" y="20"/>
                  <a:pt x="21" y="20"/>
                  <a:pt x="21" y="20"/>
                </a:cubicBezTo>
                <a:cubicBezTo>
                  <a:pt x="24" y="20"/>
                  <a:pt x="26" y="21"/>
                  <a:pt x="28" y="22"/>
                </a:cubicBezTo>
                <a:cubicBezTo>
                  <a:pt x="26" y="12"/>
                  <a:pt x="26" y="12"/>
                  <a:pt x="26" y="12"/>
                </a:cubicBezTo>
                <a:cubicBezTo>
                  <a:pt x="24" y="5"/>
                  <a:pt x="18" y="0"/>
                  <a:pt x="11" y="2"/>
                </a:cubicBezTo>
                <a:cubicBezTo>
                  <a:pt x="11" y="2"/>
                  <a:pt x="11" y="2"/>
                  <a:pt x="11" y="2"/>
                </a:cubicBezTo>
                <a:cubicBezTo>
                  <a:pt x="4" y="3"/>
                  <a:pt x="0" y="10"/>
                  <a:pt x="1" y="16"/>
                </a:cubicBezTo>
                <a:cubicBezTo>
                  <a:pt x="4" y="32"/>
                  <a:pt x="4" y="32"/>
                  <a:pt x="4" y="32"/>
                </a:cubicBezTo>
                <a:cubicBezTo>
                  <a:pt x="5" y="38"/>
                  <a:pt x="12" y="43"/>
                  <a:pt x="19" y="4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9" name="Freeform 167"/>
          <p:cNvSpPr/>
          <p:nvPr/>
        </p:nvSpPr>
        <p:spPr bwMode="auto">
          <a:xfrm>
            <a:off x="8402638" y="2935111"/>
            <a:ext cx="219892" cy="219892"/>
          </a:xfrm>
          <a:custGeom>
            <a:avLst/>
            <a:gdLst>
              <a:gd name="T0" fmla="*/ 29 w 92"/>
              <a:gd name="T1" fmla="*/ 17 h 92"/>
              <a:gd name="T2" fmla="*/ 92 w 92"/>
              <a:gd name="T3" fmla="*/ 0 h 92"/>
              <a:gd name="T4" fmla="*/ 92 w 92"/>
              <a:gd name="T5" fmla="*/ 6 h 92"/>
              <a:gd name="T6" fmla="*/ 92 w 92"/>
              <a:gd name="T7" fmla="*/ 17 h 92"/>
              <a:gd name="T8" fmla="*/ 92 w 92"/>
              <a:gd name="T9" fmla="*/ 66 h 92"/>
              <a:gd name="T10" fmla="*/ 72 w 92"/>
              <a:gd name="T11" fmla="*/ 80 h 92"/>
              <a:gd name="T12" fmla="*/ 52 w 92"/>
              <a:gd name="T13" fmla="*/ 66 h 92"/>
              <a:gd name="T14" fmla="*/ 72 w 92"/>
              <a:gd name="T15" fmla="*/ 52 h 92"/>
              <a:gd name="T16" fmla="*/ 81 w 92"/>
              <a:gd name="T17" fmla="*/ 53 h 92"/>
              <a:gd name="T18" fmla="*/ 81 w 92"/>
              <a:gd name="T19" fmla="*/ 23 h 92"/>
              <a:gd name="T20" fmla="*/ 41 w 92"/>
              <a:gd name="T21" fmla="*/ 34 h 92"/>
              <a:gd name="T22" fmla="*/ 41 w 92"/>
              <a:gd name="T23" fmla="*/ 78 h 92"/>
              <a:gd name="T24" fmla="*/ 21 w 92"/>
              <a:gd name="T25" fmla="*/ 92 h 92"/>
              <a:gd name="T26" fmla="*/ 0 w 92"/>
              <a:gd name="T27" fmla="*/ 78 h 92"/>
              <a:gd name="T28" fmla="*/ 21 w 92"/>
              <a:gd name="T29" fmla="*/ 63 h 92"/>
              <a:gd name="T30" fmla="*/ 29 w 92"/>
              <a:gd name="T31" fmla="*/ 65 h 92"/>
              <a:gd name="T32" fmla="*/ 29 w 92"/>
              <a:gd name="T33" fmla="*/ 34 h 92"/>
              <a:gd name="T34" fmla="*/ 29 w 92"/>
              <a:gd name="T35" fmla="*/ 17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2" h="92">
                <a:moveTo>
                  <a:pt x="29" y="17"/>
                </a:moveTo>
                <a:cubicBezTo>
                  <a:pt x="92" y="0"/>
                  <a:pt x="92" y="0"/>
                  <a:pt x="92" y="0"/>
                </a:cubicBezTo>
                <a:cubicBezTo>
                  <a:pt x="92" y="6"/>
                  <a:pt x="92" y="6"/>
                  <a:pt x="92" y="6"/>
                </a:cubicBezTo>
                <a:cubicBezTo>
                  <a:pt x="92" y="17"/>
                  <a:pt x="92" y="17"/>
                  <a:pt x="92" y="17"/>
                </a:cubicBezTo>
                <a:cubicBezTo>
                  <a:pt x="92" y="66"/>
                  <a:pt x="92" y="66"/>
                  <a:pt x="92" y="66"/>
                </a:cubicBezTo>
                <a:cubicBezTo>
                  <a:pt x="92" y="74"/>
                  <a:pt x="83" y="80"/>
                  <a:pt x="72" y="80"/>
                </a:cubicBezTo>
                <a:cubicBezTo>
                  <a:pt x="61" y="80"/>
                  <a:pt x="52" y="74"/>
                  <a:pt x="52" y="66"/>
                </a:cubicBezTo>
                <a:cubicBezTo>
                  <a:pt x="52" y="58"/>
                  <a:pt x="61" y="52"/>
                  <a:pt x="72" y="52"/>
                </a:cubicBezTo>
                <a:cubicBezTo>
                  <a:pt x="75" y="52"/>
                  <a:pt x="78" y="52"/>
                  <a:pt x="81" y="53"/>
                </a:cubicBezTo>
                <a:cubicBezTo>
                  <a:pt x="81" y="23"/>
                  <a:pt x="81" y="23"/>
                  <a:pt x="81" y="23"/>
                </a:cubicBezTo>
                <a:cubicBezTo>
                  <a:pt x="41" y="34"/>
                  <a:pt x="41" y="34"/>
                  <a:pt x="41" y="34"/>
                </a:cubicBezTo>
                <a:cubicBezTo>
                  <a:pt x="41" y="78"/>
                  <a:pt x="41" y="78"/>
                  <a:pt x="41" y="78"/>
                </a:cubicBezTo>
                <a:cubicBezTo>
                  <a:pt x="41" y="86"/>
                  <a:pt x="32" y="92"/>
                  <a:pt x="21" y="92"/>
                </a:cubicBezTo>
                <a:cubicBezTo>
                  <a:pt x="9" y="92"/>
                  <a:pt x="0" y="86"/>
                  <a:pt x="0" y="78"/>
                </a:cubicBezTo>
                <a:cubicBezTo>
                  <a:pt x="0" y="70"/>
                  <a:pt x="9" y="63"/>
                  <a:pt x="21" y="63"/>
                </a:cubicBezTo>
                <a:cubicBezTo>
                  <a:pt x="24" y="63"/>
                  <a:pt x="27" y="64"/>
                  <a:pt x="29" y="65"/>
                </a:cubicBezTo>
                <a:cubicBezTo>
                  <a:pt x="29" y="34"/>
                  <a:pt x="29" y="34"/>
                  <a:pt x="29" y="34"/>
                </a:cubicBezTo>
                <a:lnTo>
                  <a:pt x="29" y="1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0" name="Freeform 168"/>
          <p:cNvSpPr>
            <a:spLocks noEditPoints="1"/>
          </p:cNvSpPr>
          <p:nvPr/>
        </p:nvSpPr>
        <p:spPr bwMode="auto">
          <a:xfrm>
            <a:off x="7889554" y="4832053"/>
            <a:ext cx="170051" cy="150993"/>
          </a:xfrm>
          <a:custGeom>
            <a:avLst/>
            <a:gdLst>
              <a:gd name="T0" fmla="*/ 30 w 71"/>
              <a:gd name="T1" fmla="*/ 0 h 63"/>
              <a:gd name="T2" fmla="*/ 30 w 71"/>
              <a:gd name="T3" fmla="*/ 0 h 63"/>
              <a:gd name="T4" fmla="*/ 59 w 71"/>
              <a:gd name="T5" fmla="*/ 23 h 63"/>
              <a:gd name="T6" fmla="*/ 30 w 71"/>
              <a:gd name="T7" fmla="*/ 47 h 63"/>
              <a:gd name="T8" fmla="*/ 25 w 71"/>
              <a:gd name="T9" fmla="*/ 47 h 63"/>
              <a:gd name="T10" fmla="*/ 4 w 71"/>
              <a:gd name="T11" fmla="*/ 55 h 63"/>
              <a:gd name="T12" fmla="*/ 4 w 71"/>
              <a:gd name="T13" fmla="*/ 53 h 63"/>
              <a:gd name="T14" fmla="*/ 11 w 71"/>
              <a:gd name="T15" fmla="*/ 44 h 63"/>
              <a:gd name="T16" fmla="*/ 11 w 71"/>
              <a:gd name="T17" fmla="*/ 42 h 63"/>
              <a:gd name="T18" fmla="*/ 0 w 71"/>
              <a:gd name="T19" fmla="*/ 23 h 63"/>
              <a:gd name="T20" fmla="*/ 30 w 71"/>
              <a:gd name="T21" fmla="*/ 0 h 63"/>
              <a:gd name="T22" fmla="*/ 62 w 71"/>
              <a:gd name="T23" fmla="*/ 53 h 63"/>
              <a:gd name="T24" fmla="*/ 67 w 71"/>
              <a:gd name="T25" fmla="*/ 61 h 63"/>
              <a:gd name="T26" fmla="*/ 67 w 71"/>
              <a:gd name="T27" fmla="*/ 63 h 63"/>
              <a:gd name="T28" fmla="*/ 50 w 71"/>
              <a:gd name="T29" fmla="*/ 56 h 63"/>
              <a:gd name="T30" fmla="*/ 46 w 71"/>
              <a:gd name="T31" fmla="*/ 56 h 63"/>
              <a:gd name="T32" fmla="*/ 30 w 71"/>
              <a:gd name="T33" fmla="*/ 52 h 63"/>
              <a:gd name="T34" fmla="*/ 54 w 71"/>
              <a:gd name="T35" fmla="*/ 44 h 63"/>
              <a:gd name="T36" fmla="*/ 61 w 71"/>
              <a:gd name="T37" fmla="*/ 35 h 63"/>
              <a:gd name="T38" fmla="*/ 64 w 71"/>
              <a:gd name="T39" fmla="*/ 23 h 63"/>
              <a:gd name="T40" fmla="*/ 64 w 71"/>
              <a:gd name="T41" fmla="*/ 22 h 63"/>
              <a:gd name="T42" fmla="*/ 71 w 71"/>
              <a:gd name="T43" fmla="*/ 36 h 63"/>
              <a:gd name="T44" fmla="*/ 62 w 71"/>
              <a:gd name="T45" fmla="*/ 52 h 63"/>
              <a:gd name="T46" fmla="*/ 62 w 71"/>
              <a:gd name="T47" fmla="*/ 5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 h="63">
                <a:moveTo>
                  <a:pt x="30" y="0"/>
                </a:moveTo>
                <a:cubicBezTo>
                  <a:pt x="30" y="0"/>
                  <a:pt x="30" y="0"/>
                  <a:pt x="30" y="0"/>
                </a:cubicBezTo>
                <a:cubicBezTo>
                  <a:pt x="46" y="0"/>
                  <a:pt x="59" y="10"/>
                  <a:pt x="59" y="23"/>
                </a:cubicBezTo>
                <a:cubicBezTo>
                  <a:pt x="59" y="37"/>
                  <a:pt x="46" y="47"/>
                  <a:pt x="30" y="47"/>
                </a:cubicBezTo>
                <a:cubicBezTo>
                  <a:pt x="28" y="47"/>
                  <a:pt x="27" y="47"/>
                  <a:pt x="25" y="47"/>
                </a:cubicBezTo>
                <a:cubicBezTo>
                  <a:pt x="19" y="53"/>
                  <a:pt x="11" y="55"/>
                  <a:pt x="4" y="55"/>
                </a:cubicBezTo>
                <a:cubicBezTo>
                  <a:pt x="4" y="53"/>
                  <a:pt x="4" y="53"/>
                  <a:pt x="4" y="53"/>
                </a:cubicBezTo>
                <a:cubicBezTo>
                  <a:pt x="8" y="51"/>
                  <a:pt x="11" y="48"/>
                  <a:pt x="11" y="44"/>
                </a:cubicBezTo>
                <a:cubicBezTo>
                  <a:pt x="11" y="43"/>
                  <a:pt x="11" y="43"/>
                  <a:pt x="11" y="42"/>
                </a:cubicBezTo>
                <a:cubicBezTo>
                  <a:pt x="4" y="38"/>
                  <a:pt x="0" y="31"/>
                  <a:pt x="0" y="23"/>
                </a:cubicBezTo>
                <a:cubicBezTo>
                  <a:pt x="0" y="10"/>
                  <a:pt x="13" y="0"/>
                  <a:pt x="30" y="0"/>
                </a:cubicBezTo>
                <a:close/>
                <a:moveTo>
                  <a:pt x="62" y="53"/>
                </a:moveTo>
                <a:cubicBezTo>
                  <a:pt x="62" y="57"/>
                  <a:pt x="64" y="60"/>
                  <a:pt x="67" y="61"/>
                </a:cubicBezTo>
                <a:cubicBezTo>
                  <a:pt x="67" y="63"/>
                  <a:pt x="67" y="63"/>
                  <a:pt x="67" y="63"/>
                </a:cubicBezTo>
                <a:cubicBezTo>
                  <a:pt x="61" y="62"/>
                  <a:pt x="55" y="61"/>
                  <a:pt x="50" y="56"/>
                </a:cubicBezTo>
                <a:cubicBezTo>
                  <a:pt x="48" y="56"/>
                  <a:pt x="47" y="56"/>
                  <a:pt x="46" y="56"/>
                </a:cubicBezTo>
                <a:cubicBezTo>
                  <a:pt x="40" y="56"/>
                  <a:pt x="34" y="55"/>
                  <a:pt x="30" y="52"/>
                </a:cubicBezTo>
                <a:cubicBezTo>
                  <a:pt x="39" y="52"/>
                  <a:pt x="47" y="49"/>
                  <a:pt x="54" y="44"/>
                </a:cubicBezTo>
                <a:cubicBezTo>
                  <a:pt x="57" y="41"/>
                  <a:pt x="59" y="38"/>
                  <a:pt x="61" y="35"/>
                </a:cubicBezTo>
                <a:cubicBezTo>
                  <a:pt x="63" y="31"/>
                  <a:pt x="64" y="27"/>
                  <a:pt x="64" y="23"/>
                </a:cubicBezTo>
                <a:cubicBezTo>
                  <a:pt x="64" y="23"/>
                  <a:pt x="64" y="22"/>
                  <a:pt x="64" y="22"/>
                </a:cubicBezTo>
                <a:cubicBezTo>
                  <a:pt x="68" y="25"/>
                  <a:pt x="71" y="30"/>
                  <a:pt x="71" y="36"/>
                </a:cubicBezTo>
                <a:cubicBezTo>
                  <a:pt x="71" y="42"/>
                  <a:pt x="67" y="48"/>
                  <a:pt x="62" y="52"/>
                </a:cubicBezTo>
                <a:cubicBezTo>
                  <a:pt x="62" y="52"/>
                  <a:pt x="62" y="53"/>
                  <a:pt x="62" y="5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1" name="Freeform 169"/>
          <p:cNvSpPr/>
          <p:nvPr/>
        </p:nvSpPr>
        <p:spPr bwMode="auto">
          <a:xfrm>
            <a:off x="8027354" y="4511011"/>
            <a:ext cx="155392" cy="155392"/>
          </a:xfrm>
          <a:custGeom>
            <a:avLst/>
            <a:gdLst>
              <a:gd name="T0" fmla="*/ 65 w 65"/>
              <a:gd name="T1" fmla="*/ 24 h 65"/>
              <a:gd name="T2" fmla="*/ 41 w 65"/>
              <a:gd name="T3" fmla="*/ 24 h 65"/>
              <a:gd name="T4" fmla="*/ 50 w 65"/>
              <a:gd name="T5" fmla="*/ 15 h 65"/>
              <a:gd name="T6" fmla="*/ 33 w 65"/>
              <a:gd name="T7" fmla="*/ 8 h 65"/>
              <a:gd name="T8" fmla="*/ 16 w 65"/>
              <a:gd name="T9" fmla="*/ 15 h 65"/>
              <a:gd name="T10" fmla="*/ 9 w 65"/>
              <a:gd name="T11" fmla="*/ 32 h 65"/>
              <a:gd name="T12" fmla="*/ 16 w 65"/>
              <a:gd name="T13" fmla="*/ 49 h 65"/>
              <a:gd name="T14" fmla="*/ 33 w 65"/>
              <a:gd name="T15" fmla="*/ 56 h 65"/>
              <a:gd name="T16" fmla="*/ 50 w 65"/>
              <a:gd name="T17" fmla="*/ 49 h 65"/>
              <a:gd name="T18" fmla="*/ 51 w 65"/>
              <a:gd name="T19" fmla="*/ 48 h 65"/>
              <a:gd name="T20" fmla="*/ 57 w 65"/>
              <a:gd name="T21" fmla="*/ 54 h 65"/>
              <a:gd name="T22" fmla="*/ 33 w 65"/>
              <a:gd name="T23" fmla="*/ 65 h 65"/>
              <a:gd name="T24" fmla="*/ 0 w 65"/>
              <a:gd name="T25" fmla="*/ 32 h 65"/>
              <a:gd name="T26" fmla="*/ 33 w 65"/>
              <a:gd name="T27" fmla="*/ 0 h 65"/>
              <a:gd name="T28" fmla="*/ 56 w 65"/>
              <a:gd name="T29" fmla="*/ 9 h 65"/>
              <a:gd name="T30" fmla="*/ 65 w 65"/>
              <a:gd name="T31" fmla="*/ 0 h 65"/>
              <a:gd name="T32" fmla="*/ 65 w 65"/>
              <a:gd name="T33" fmla="*/ 24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65">
                <a:moveTo>
                  <a:pt x="65" y="24"/>
                </a:moveTo>
                <a:cubicBezTo>
                  <a:pt x="41" y="24"/>
                  <a:pt x="41" y="24"/>
                  <a:pt x="41" y="24"/>
                </a:cubicBezTo>
                <a:cubicBezTo>
                  <a:pt x="50" y="15"/>
                  <a:pt x="50" y="15"/>
                  <a:pt x="50" y="15"/>
                </a:cubicBezTo>
                <a:cubicBezTo>
                  <a:pt x="45" y="10"/>
                  <a:pt x="39" y="8"/>
                  <a:pt x="33" y="8"/>
                </a:cubicBezTo>
                <a:cubicBezTo>
                  <a:pt x="26" y="8"/>
                  <a:pt x="20" y="10"/>
                  <a:pt x="16" y="15"/>
                </a:cubicBezTo>
                <a:cubicBezTo>
                  <a:pt x="11" y="20"/>
                  <a:pt x="9" y="26"/>
                  <a:pt x="9" y="32"/>
                </a:cubicBezTo>
                <a:cubicBezTo>
                  <a:pt x="9" y="39"/>
                  <a:pt x="11" y="45"/>
                  <a:pt x="16" y="49"/>
                </a:cubicBezTo>
                <a:cubicBezTo>
                  <a:pt x="20" y="54"/>
                  <a:pt x="26" y="56"/>
                  <a:pt x="33" y="56"/>
                </a:cubicBezTo>
                <a:cubicBezTo>
                  <a:pt x="39" y="56"/>
                  <a:pt x="45" y="54"/>
                  <a:pt x="50" y="49"/>
                </a:cubicBezTo>
                <a:cubicBezTo>
                  <a:pt x="50" y="49"/>
                  <a:pt x="51" y="49"/>
                  <a:pt x="51" y="48"/>
                </a:cubicBezTo>
                <a:cubicBezTo>
                  <a:pt x="57" y="54"/>
                  <a:pt x="57" y="54"/>
                  <a:pt x="57" y="54"/>
                </a:cubicBezTo>
                <a:cubicBezTo>
                  <a:pt x="51" y="60"/>
                  <a:pt x="43" y="65"/>
                  <a:pt x="33" y="65"/>
                </a:cubicBezTo>
                <a:cubicBezTo>
                  <a:pt x="15" y="65"/>
                  <a:pt x="0" y="50"/>
                  <a:pt x="0" y="32"/>
                </a:cubicBezTo>
                <a:cubicBezTo>
                  <a:pt x="0" y="14"/>
                  <a:pt x="15" y="0"/>
                  <a:pt x="33" y="0"/>
                </a:cubicBezTo>
                <a:cubicBezTo>
                  <a:pt x="42" y="0"/>
                  <a:pt x="50" y="4"/>
                  <a:pt x="56" y="9"/>
                </a:cubicBezTo>
                <a:cubicBezTo>
                  <a:pt x="65" y="0"/>
                  <a:pt x="65" y="0"/>
                  <a:pt x="65" y="0"/>
                </a:cubicBezTo>
                <a:lnTo>
                  <a:pt x="65" y="24"/>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2" name="Freeform 171"/>
          <p:cNvSpPr>
            <a:spLocks noEditPoints="1"/>
          </p:cNvSpPr>
          <p:nvPr/>
        </p:nvSpPr>
        <p:spPr bwMode="auto">
          <a:xfrm>
            <a:off x="8594677" y="2637523"/>
            <a:ext cx="129004" cy="127537"/>
          </a:xfrm>
          <a:custGeom>
            <a:avLst/>
            <a:gdLst>
              <a:gd name="T0" fmla="*/ 27 w 54"/>
              <a:gd name="T1" fmla="*/ 0 h 53"/>
              <a:gd name="T2" fmla="*/ 0 w 54"/>
              <a:gd name="T3" fmla="*/ 26 h 53"/>
              <a:gd name="T4" fmla="*/ 27 w 54"/>
              <a:gd name="T5" fmla="*/ 53 h 53"/>
              <a:gd name="T6" fmla="*/ 54 w 54"/>
              <a:gd name="T7" fmla="*/ 26 h 53"/>
              <a:gd name="T8" fmla="*/ 27 w 54"/>
              <a:gd name="T9" fmla="*/ 0 h 53"/>
              <a:gd name="T10" fmla="*/ 16 w 54"/>
              <a:gd name="T11" fmla="*/ 43 h 53"/>
              <a:gd name="T12" fmla="*/ 17 w 54"/>
              <a:gd name="T13" fmla="*/ 38 h 53"/>
              <a:gd name="T14" fmla="*/ 7 w 54"/>
              <a:gd name="T15" fmla="*/ 24 h 53"/>
              <a:gd name="T16" fmla="*/ 13 w 54"/>
              <a:gd name="T17" fmla="*/ 12 h 53"/>
              <a:gd name="T18" fmla="*/ 27 w 54"/>
              <a:gd name="T19" fmla="*/ 6 h 53"/>
              <a:gd name="T20" fmla="*/ 41 w 54"/>
              <a:gd name="T21" fmla="*/ 12 h 53"/>
              <a:gd name="T22" fmla="*/ 47 w 54"/>
              <a:gd name="T23" fmla="*/ 24 h 53"/>
              <a:gd name="T24" fmla="*/ 37 w 54"/>
              <a:gd name="T25" fmla="*/ 38 h 53"/>
              <a:gd name="T26" fmla="*/ 38 w 54"/>
              <a:gd name="T27" fmla="*/ 43 h 53"/>
              <a:gd name="T28" fmla="*/ 27 w 54"/>
              <a:gd name="T29" fmla="*/ 46 h 53"/>
              <a:gd name="T30" fmla="*/ 16 w 54"/>
              <a:gd name="T31" fmla="*/ 43 h 53"/>
              <a:gd name="T32" fmla="*/ 29 w 54"/>
              <a:gd name="T33" fmla="*/ 33 h 53"/>
              <a:gd name="T34" fmla="*/ 30 w 54"/>
              <a:gd name="T35" fmla="*/ 35 h 53"/>
              <a:gd name="T36" fmla="*/ 30 w 54"/>
              <a:gd name="T37" fmla="*/ 38 h 53"/>
              <a:gd name="T38" fmla="*/ 28 w 54"/>
              <a:gd name="T39" fmla="*/ 40 h 53"/>
              <a:gd name="T40" fmla="*/ 25 w 54"/>
              <a:gd name="T41" fmla="*/ 40 h 53"/>
              <a:gd name="T42" fmla="*/ 23 w 54"/>
              <a:gd name="T43" fmla="*/ 38 h 53"/>
              <a:gd name="T44" fmla="*/ 23 w 54"/>
              <a:gd name="T45" fmla="*/ 35 h 53"/>
              <a:gd name="T46" fmla="*/ 25 w 54"/>
              <a:gd name="T47" fmla="*/ 33 h 53"/>
              <a:gd name="T48" fmla="*/ 26 w 54"/>
              <a:gd name="T49" fmla="*/ 10 h 53"/>
              <a:gd name="T50" fmla="*/ 28 w 54"/>
              <a:gd name="T51" fmla="*/ 10 h 53"/>
              <a:gd name="T52" fmla="*/ 29 w 54"/>
              <a:gd name="T53" fmla="*/ 3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 h="53">
                <a:moveTo>
                  <a:pt x="27" y="0"/>
                </a:moveTo>
                <a:cubicBezTo>
                  <a:pt x="12" y="0"/>
                  <a:pt x="0" y="12"/>
                  <a:pt x="0" y="26"/>
                </a:cubicBezTo>
                <a:cubicBezTo>
                  <a:pt x="0" y="41"/>
                  <a:pt x="12" y="53"/>
                  <a:pt x="27" y="53"/>
                </a:cubicBezTo>
                <a:cubicBezTo>
                  <a:pt x="42" y="53"/>
                  <a:pt x="54" y="41"/>
                  <a:pt x="54" y="26"/>
                </a:cubicBezTo>
                <a:cubicBezTo>
                  <a:pt x="54" y="12"/>
                  <a:pt x="42" y="0"/>
                  <a:pt x="27" y="0"/>
                </a:cubicBezTo>
                <a:close/>
                <a:moveTo>
                  <a:pt x="16" y="43"/>
                </a:moveTo>
                <a:cubicBezTo>
                  <a:pt x="16" y="42"/>
                  <a:pt x="17" y="40"/>
                  <a:pt x="17" y="38"/>
                </a:cubicBezTo>
                <a:cubicBezTo>
                  <a:pt x="17" y="32"/>
                  <a:pt x="13" y="26"/>
                  <a:pt x="7" y="24"/>
                </a:cubicBezTo>
                <a:cubicBezTo>
                  <a:pt x="7" y="20"/>
                  <a:pt x="9" y="15"/>
                  <a:pt x="13" y="12"/>
                </a:cubicBezTo>
                <a:cubicBezTo>
                  <a:pt x="16" y="8"/>
                  <a:pt x="21" y="6"/>
                  <a:pt x="27" y="6"/>
                </a:cubicBezTo>
                <a:cubicBezTo>
                  <a:pt x="32" y="6"/>
                  <a:pt x="37" y="8"/>
                  <a:pt x="41" y="12"/>
                </a:cubicBezTo>
                <a:cubicBezTo>
                  <a:pt x="44" y="15"/>
                  <a:pt x="46" y="20"/>
                  <a:pt x="47" y="24"/>
                </a:cubicBezTo>
                <a:cubicBezTo>
                  <a:pt x="41" y="26"/>
                  <a:pt x="37" y="32"/>
                  <a:pt x="37" y="38"/>
                </a:cubicBezTo>
                <a:cubicBezTo>
                  <a:pt x="37" y="40"/>
                  <a:pt x="37" y="42"/>
                  <a:pt x="38" y="43"/>
                </a:cubicBezTo>
                <a:cubicBezTo>
                  <a:pt x="35" y="45"/>
                  <a:pt x="31" y="46"/>
                  <a:pt x="27" y="46"/>
                </a:cubicBezTo>
                <a:cubicBezTo>
                  <a:pt x="23" y="46"/>
                  <a:pt x="19" y="45"/>
                  <a:pt x="16" y="43"/>
                </a:cubicBezTo>
                <a:close/>
                <a:moveTo>
                  <a:pt x="29" y="33"/>
                </a:moveTo>
                <a:cubicBezTo>
                  <a:pt x="30" y="33"/>
                  <a:pt x="30" y="34"/>
                  <a:pt x="30" y="35"/>
                </a:cubicBezTo>
                <a:cubicBezTo>
                  <a:pt x="30" y="38"/>
                  <a:pt x="30" y="38"/>
                  <a:pt x="30" y="38"/>
                </a:cubicBezTo>
                <a:cubicBezTo>
                  <a:pt x="30" y="39"/>
                  <a:pt x="29" y="40"/>
                  <a:pt x="28" y="40"/>
                </a:cubicBezTo>
                <a:cubicBezTo>
                  <a:pt x="25" y="40"/>
                  <a:pt x="25" y="40"/>
                  <a:pt x="25" y="40"/>
                </a:cubicBezTo>
                <a:cubicBezTo>
                  <a:pt x="24" y="40"/>
                  <a:pt x="23" y="39"/>
                  <a:pt x="23" y="38"/>
                </a:cubicBezTo>
                <a:cubicBezTo>
                  <a:pt x="23" y="35"/>
                  <a:pt x="23" y="35"/>
                  <a:pt x="23" y="35"/>
                </a:cubicBezTo>
                <a:cubicBezTo>
                  <a:pt x="23" y="34"/>
                  <a:pt x="24" y="33"/>
                  <a:pt x="25" y="33"/>
                </a:cubicBezTo>
                <a:cubicBezTo>
                  <a:pt x="26" y="10"/>
                  <a:pt x="26" y="10"/>
                  <a:pt x="26" y="10"/>
                </a:cubicBezTo>
                <a:cubicBezTo>
                  <a:pt x="28" y="10"/>
                  <a:pt x="28" y="10"/>
                  <a:pt x="28" y="10"/>
                </a:cubicBezTo>
                <a:lnTo>
                  <a:pt x="29" y="3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3" name="Freeform 174"/>
          <p:cNvSpPr>
            <a:spLocks noEditPoints="1"/>
          </p:cNvSpPr>
          <p:nvPr/>
        </p:nvSpPr>
        <p:spPr bwMode="auto">
          <a:xfrm>
            <a:off x="7684321" y="4371744"/>
            <a:ext cx="150993" cy="149528"/>
          </a:xfrm>
          <a:custGeom>
            <a:avLst/>
            <a:gdLst>
              <a:gd name="T0" fmla="*/ 32 w 63"/>
              <a:gd name="T1" fmla="*/ 62 h 62"/>
              <a:gd name="T2" fmla="*/ 0 w 63"/>
              <a:gd name="T3" fmla="*/ 31 h 62"/>
              <a:gd name="T4" fmla="*/ 32 w 63"/>
              <a:gd name="T5" fmla="*/ 0 h 62"/>
              <a:gd name="T6" fmla="*/ 63 w 63"/>
              <a:gd name="T7" fmla="*/ 31 h 62"/>
              <a:gd name="T8" fmla="*/ 32 w 63"/>
              <a:gd name="T9" fmla="*/ 62 h 62"/>
              <a:gd name="T10" fmla="*/ 58 w 63"/>
              <a:gd name="T11" fmla="*/ 36 h 62"/>
              <a:gd name="T12" fmla="*/ 41 w 63"/>
              <a:gd name="T13" fmla="*/ 34 h 62"/>
              <a:gd name="T14" fmla="*/ 46 w 63"/>
              <a:gd name="T15" fmla="*/ 53 h 62"/>
              <a:gd name="T16" fmla="*/ 58 w 63"/>
              <a:gd name="T17" fmla="*/ 36 h 62"/>
              <a:gd name="T18" fmla="*/ 42 w 63"/>
              <a:gd name="T19" fmla="*/ 56 h 62"/>
              <a:gd name="T20" fmla="*/ 36 w 63"/>
              <a:gd name="T21" fmla="*/ 36 h 62"/>
              <a:gd name="T22" fmla="*/ 36 w 63"/>
              <a:gd name="T23" fmla="*/ 36 h 62"/>
              <a:gd name="T24" fmla="*/ 15 w 63"/>
              <a:gd name="T25" fmla="*/ 52 h 62"/>
              <a:gd name="T26" fmla="*/ 32 w 63"/>
              <a:gd name="T27" fmla="*/ 58 h 62"/>
              <a:gd name="T28" fmla="*/ 42 w 63"/>
              <a:gd name="T29" fmla="*/ 56 h 62"/>
              <a:gd name="T30" fmla="*/ 12 w 63"/>
              <a:gd name="T31" fmla="*/ 49 h 62"/>
              <a:gd name="T32" fmla="*/ 33 w 63"/>
              <a:gd name="T33" fmla="*/ 32 h 62"/>
              <a:gd name="T34" fmla="*/ 34 w 63"/>
              <a:gd name="T35" fmla="*/ 31 h 62"/>
              <a:gd name="T36" fmla="*/ 32 w 63"/>
              <a:gd name="T37" fmla="*/ 27 h 62"/>
              <a:gd name="T38" fmla="*/ 5 w 63"/>
              <a:gd name="T39" fmla="*/ 31 h 62"/>
              <a:gd name="T40" fmla="*/ 5 w 63"/>
              <a:gd name="T41" fmla="*/ 31 h 62"/>
              <a:gd name="T42" fmla="*/ 12 w 63"/>
              <a:gd name="T43" fmla="*/ 49 h 62"/>
              <a:gd name="T44" fmla="*/ 5 w 63"/>
              <a:gd name="T45" fmla="*/ 26 h 62"/>
              <a:gd name="T46" fmla="*/ 30 w 63"/>
              <a:gd name="T47" fmla="*/ 23 h 62"/>
              <a:gd name="T48" fmla="*/ 20 w 63"/>
              <a:gd name="T49" fmla="*/ 7 h 62"/>
              <a:gd name="T50" fmla="*/ 5 w 63"/>
              <a:gd name="T51" fmla="*/ 26 h 62"/>
              <a:gd name="T52" fmla="*/ 25 w 63"/>
              <a:gd name="T53" fmla="*/ 6 h 62"/>
              <a:gd name="T54" fmla="*/ 35 w 63"/>
              <a:gd name="T55" fmla="*/ 21 h 62"/>
              <a:gd name="T56" fmla="*/ 49 w 63"/>
              <a:gd name="T57" fmla="*/ 12 h 62"/>
              <a:gd name="T58" fmla="*/ 32 w 63"/>
              <a:gd name="T59" fmla="*/ 5 h 62"/>
              <a:gd name="T60" fmla="*/ 25 w 63"/>
              <a:gd name="T61" fmla="*/ 6 h 62"/>
              <a:gd name="T62" fmla="*/ 52 w 63"/>
              <a:gd name="T63" fmla="*/ 15 h 62"/>
              <a:gd name="T64" fmla="*/ 37 w 63"/>
              <a:gd name="T65" fmla="*/ 25 h 62"/>
              <a:gd name="T66" fmla="*/ 39 w 63"/>
              <a:gd name="T67" fmla="*/ 29 h 62"/>
              <a:gd name="T68" fmla="*/ 40 w 63"/>
              <a:gd name="T69" fmla="*/ 30 h 62"/>
              <a:gd name="T70" fmla="*/ 58 w 63"/>
              <a:gd name="T71" fmla="*/ 31 h 62"/>
              <a:gd name="T72" fmla="*/ 52 w 63"/>
              <a:gd name="T73" fmla="*/ 15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63" h="62">
                <a:moveTo>
                  <a:pt x="32" y="62"/>
                </a:moveTo>
                <a:cubicBezTo>
                  <a:pt x="14" y="62"/>
                  <a:pt x="0" y="49"/>
                  <a:pt x="0" y="31"/>
                </a:cubicBezTo>
                <a:cubicBezTo>
                  <a:pt x="0" y="14"/>
                  <a:pt x="14" y="0"/>
                  <a:pt x="32" y="0"/>
                </a:cubicBezTo>
                <a:cubicBezTo>
                  <a:pt x="49" y="0"/>
                  <a:pt x="63" y="14"/>
                  <a:pt x="63" y="31"/>
                </a:cubicBezTo>
                <a:cubicBezTo>
                  <a:pt x="63" y="49"/>
                  <a:pt x="49" y="62"/>
                  <a:pt x="32" y="62"/>
                </a:cubicBezTo>
                <a:close/>
                <a:moveTo>
                  <a:pt x="58" y="36"/>
                </a:moveTo>
                <a:cubicBezTo>
                  <a:pt x="57" y="35"/>
                  <a:pt x="50" y="33"/>
                  <a:pt x="41" y="34"/>
                </a:cubicBezTo>
                <a:cubicBezTo>
                  <a:pt x="45" y="44"/>
                  <a:pt x="46" y="52"/>
                  <a:pt x="46" y="53"/>
                </a:cubicBezTo>
                <a:cubicBezTo>
                  <a:pt x="52" y="49"/>
                  <a:pt x="57" y="43"/>
                  <a:pt x="58" y="36"/>
                </a:cubicBezTo>
                <a:close/>
                <a:moveTo>
                  <a:pt x="42" y="56"/>
                </a:moveTo>
                <a:cubicBezTo>
                  <a:pt x="41" y="54"/>
                  <a:pt x="40" y="45"/>
                  <a:pt x="36" y="36"/>
                </a:cubicBezTo>
                <a:cubicBezTo>
                  <a:pt x="36" y="36"/>
                  <a:pt x="36" y="36"/>
                  <a:pt x="36" y="36"/>
                </a:cubicBezTo>
                <a:cubicBezTo>
                  <a:pt x="21" y="41"/>
                  <a:pt x="16" y="51"/>
                  <a:pt x="15" y="52"/>
                </a:cubicBezTo>
                <a:cubicBezTo>
                  <a:pt x="20" y="56"/>
                  <a:pt x="25" y="58"/>
                  <a:pt x="32" y="58"/>
                </a:cubicBezTo>
                <a:cubicBezTo>
                  <a:pt x="35" y="58"/>
                  <a:pt x="39" y="57"/>
                  <a:pt x="42" y="56"/>
                </a:cubicBezTo>
                <a:close/>
                <a:moveTo>
                  <a:pt x="12" y="49"/>
                </a:moveTo>
                <a:cubicBezTo>
                  <a:pt x="12" y="48"/>
                  <a:pt x="20" y="36"/>
                  <a:pt x="33" y="32"/>
                </a:cubicBezTo>
                <a:cubicBezTo>
                  <a:pt x="34" y="32"/>
                  <a:pt x="34" y="31"/>
                  <a:pt x="34" y="31"/>
                </a:cubicBezTo>
                <a:cubicBezTo>
                  <a:pt x="34" y="30"/>
                  <a:pt x="33" y="28"/>
                  <a:pt x="32" y="27"/>
                </a:cubicBezTo>
                <a:cubicBezTo>
                  <a:pt x="19" y="31"/>
                  <a:pt x="6" y="31"/>
                  <a:pt x="5" y="31"/>
                </a:cubicBezTo>
                <a:cubicBezTo>
                  <a:pt x="5" y="31"/>
                  <a:pt x="5" y="31"/>
                  <a:pt x="5" y="31"/>
                </a:cubicBezTo>
                <a:cubicBezTo>
                  <a:pt x="5" y="38"/>
                  <a:pt x="8" y="44"/>
                  <a:pt x="12" y="49"/>
                </a:cubicBezTo>
                <a:close/>
                <a:moveTo>
                  <a:pt x="5" y="26"/>
                </a:moveTo>
                <a:cubicBezTo>
                  <a:pt x="7" y="26"/>
                  <a:pt x="18" y="26"/>
                  <a:pt x="30" y="23"/>
                </a:cubicBezTo>
                <a:cubicBezTo>
                  <a:pt x="26" y="15"/>
                  <a:pt x="21" y="8"/>
                  <a:pt x="20" y="7"/>
                </a:cubicBezTo>
                <a:cubicBezTo>
                  <a:pt x="13" y="11"/>
                  <a:pt x="7" y="18"/>
                  <a:pt x="5" y="26"/>
                </a:cubicBezTo>
                <a:close/>
                <a:moveTo>
                  <a:pt x="25" y="6"/>
                </a:moveTo>
                <a:cubicBezTo>
                  <a:pt x="26" y="7"/>
                  <a:pt x="31" y="13"/>
                  <a:pt x="35" y="21"/>
                </a:cubicBezTo>
                <a:cubicBezTo>
                  <a:pt x="45" y="18"/>
                  <a:pt x="49" y="12"/>
                  <a:pt x="49" y="12"/>
                </a:cubicBezTo>
                <a:cubicBezTo>
                  <a:pt x="44" y="7"/>
                  <a:pt x="38" y="5"/>
                  <a:pt x="32" y="5"/>
                </a:cubicBezTo>
                <a:cubicBezTo>
                  <a:pt x="29" y="5"/>
                  <a:pt x="27" y="5"/>
                  <a:pt x="25" y="6"/>
                </a:cubicBezTo>
                <a:close/>
                <a:moveTo>
                  <a:pt x="52" y="15"/>
                </a:moveTo>
                <a:cubicBezTo>
                  <a:pt x="52" y="15"/>
                  <a:pt x="47" y="21"/>
                  <a:pt x="37" y="25"/>
                </a:cubicBezTo>
                <a:cubicBezTo>
                  <a:pt x="38" y="26"/>
                  <a:pt x="38" y="28"/>
                  <a:pt x="39" y="29"/>
                </a:cubicBezTo>
                <a:cubicBezTo>
                  <a:pt x="39" y="29"/>
                  <a:pt x="39" y="30"/>
                  <a:pt x="40" y="30"/>
                </a:cubicBezTo>
                <a:cubicBezTo>
                  <a:pt x="48" y="29"/>
                  <a:pt x="57" y="31"/>
                  <a:pt x="58" y="31"/>
                </a:cubicBezTo>
                <a:cubicBezTo>
                  <a:pt x="58" y="25"/>
                  <a:pt x="56" y="19"/>
                  <a:pt x="52" y="1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4" name="Freeform 175"/>
          <p:cNvSpPr>
            <a:spLocks noEditPoints="1"/>
          </p:cNvSpPr>
          <p:nvPr/>
        </p:nvSpPr>
        <p:spPr bwMode="auto">
          <a:xfrm>
            <a:off x="7635944" y="5167758"/>
            <a:ext cx="155392" cy="136333"/>
          </a:xfrm>
          <a:custGeom>
            <a:avLst/>
            <a:gdLst>
              <a:gd name="T0" fmla="*/ 65 w 65"/>
              <a:gd name="T1" fmla="*/ 19 h 57"/>
              <a:gd name="T2" fmla="*/ 47 w 65"/>
              <a:gd name="T3" fmla="*/ 0 h 57"/>
              <a:gd name="T4" fmla="*/ 32 w 65"/>
              <a:gd name="T5" fmla="*/ 6 h 57"/>
              <a:gd name="T6" fmla="*/ 18 w 65"/>
              <a:gd name="T7" fmla="*/ 0 h 57"/>
              <a:gd name="T8" fmla="*/ 0 w 65"/>
              <a:gd name="T9" fmla="*/ 19 h 57"/>
              <a:gd name="T10" fmla="*/ 6 w 65"/>
              <a:gd name="T11" fmla="*/ 33 h 57"/>
              <a:gd name="T12" fmla="*/ 6 w 65"/>
              <a:gd name="T13" fmla="*/ 33 h 57"/>
              <a:gd name="T14" fmla="*/ 26 w 65"/>
              <a:gd name="T15" fmla="*/ 53 h 57"/>
              <a:gd name="T16" fmla="*/ 32 w 65"/>
              <a:gd name="T17" fmla="*/ 57 h 57"/>
              <a:gd name="T18" fmla="*/ 39 w 65"/>
              <a:gd name="T19" fmla="*/ 53 h 57"/>
              <a:gd name="T20" fmla="*/ 59 w 65"/>
              <a:gd name="T21" fmla="*/ 33 h 57"/>
              <a:gd name="T22" fmla="*/ 59 w 65"/>
              <a:gd name="T23" fmla="*/ 33 h 57"/>
              <a:gd name="T24" fmla="*/ 65 w 65"/>
              <a:gd name="T25" fmla="*/ 19 h 57"/>
              <a:gd name="T26" fmla="*/ 54 w 65"/>
              <a:gd name="T27" fmla="*/ 27 h 57"/>
              <a:gd name="T28" fmla="*/ 33 w 65"/>
              <a:gd name="T29" fmla="*/ 47 h 57"/>
              <a:gd name="T30" fmla="*/ 32 w 65"/>
              <a:gd name="T31" fmla="*/ 48 h 57"/>
              <a:gd name="T32" fmla="*/ 32 w 65"/>
              <a:gd name="T33" fmla="*/ 47 h 57"/>
              <a:gd name="T34" fmla="*/ 11 w 65"/>
              <a:gd name="T35" fmla="*/ 27 h 57"/>
              <a:gd name="T36" fmla="*/ 8 w 65"/>
              <a:gd name="T37" fmla="*/ 19 h 57"/>
              <a:gd name="T38" fmla="*/ 18 w 65"/>
              <a:gd name="T39" fmla="*/ 8 h 57"/>
              <a:gd name="T40" fmla="*/ 26 w 65"/>
              <a:gd name="T41" fmla="*/ 11 h 57"/>
              <a:gd name="T42" fmla="*/ 32 w 65"/>
              <a:gd name="T43" fmla="*/ 18 h 57"/>
              <a:gd name="T44" fmla="*/ 39 w 65"/>
              <a:gd name="T45" fmla="*/ 11 h 57"/>
              <a:gd name="T46" fmla="*/ 47 w 65"/>
              <a:gd name="T47" fmla="*/ 8 h 57"/>
              <a:gd name="T48" fmla="*/ 57 w 65"/>
              <a:gd name="T49" fmla="*/ 19 h 57"/>
              <a:gd name="T50" fmla="*/ 54 w 65"/>
              <a:gd name="T51" fmla="*/ 2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5" h="57">
                <a:moveTo>
                  <a:pt x="65" y="19"/>
                </a:moveTo>
                <a:cubicBezTo>
                  <a:pt x="65" y="8"/>
                  <a:pt x="57" y="0"/>
                  <a:pt x="47" y="0"/>
                </a:cubicBezTo>
                <a:cubicBezTo>
                  <a:pt x="41" y="0"/>
                  <a:pt x="36" y="2"/>
                  <a:pt x="32" y="6"/>
                </a:cubicBezTo>
                <a:cubicBezTo>
                  <a:pt x="29" y="2"/>
                  <a:pt x="24" y="0"/>
                  <a:pt x="18" y="0"/>
                </a:cubicBezTo>
                <a:cubicBezTo>
                  <a:pt x="8" y="0"/>
                  <a:pt x="0" y="8"/>
                  <a:pt x="0" y="19"/>
                </a:cubicBezTo>
                <a:cubicBezTo>
                  <a:pt x="0" y="24"/>
                  <a:pt x="2" y="29"/>
                  <a:pt x="6" y="33"/>
                </a:cubicBezTo>
                <a:cubicBezTo>
                  <a:pt x="6" y="33"/>
                  <a:pt x="6" y="33"/>
                  <a:pt x="6" y="33"/>
                </a:cubicBezTo>
                <a:cubicBezTo>
                  <a:pt x="26" y="53"/>
                  <a:pt x="26" y="53"/>
                  <a:pt x="26" y="53"/>
                </a:cubicBezTo>
                <a:cubicBezTo>
                  <a:pt x="28" y="55"/>
                  <a:pt x="30" y="57"/>
                  <a:pt x="32" y="57"/>
                </a:cubicBezTo>
                <a:cubicBezTo>
                  <a:pt x="35" y="57"/>
                  <a:pt x="37" y="55"/>
                  <a:pt x="39" y="53"/>
                </a:cubicBezTo>
                <a:cubicBezTo>
                  <a:pt x="59" y="33"/>
                  <a:pt x="59" y="33"/>
                  <a:pt x="59" y="33"/>
                </a:cubicBezTo>
                <a:cubicBezTo>
                  <a:pt x="59" y="33"/>
                  <a:pt x="59" y="33"/>
                  <a:pt x="59" y="33"/>
                </a:cubicBezTo>
                <a:cubicBezTo>
                  <a:pt x="63" y="29"/>
                  <a:pt x="65" y="24"/>
                  <a:pt x="65" y="19"/>
                </a:cubicBezTo>
                <a:close/>
                <a:moveTo>
                  <a:pt x="54" y="27"/>
                </a:moveTo>
                <a:cubicBezTo>
                  <a:pt x="33" y="47"/>
                  <a:pt x="33" y="47"/>
                  <a:pt x="33" y="47"/>
                </a:cubicBezTo>
                <a:cubicBezTo>
                  <a:pt x="33" y="47"/>
                  <a:pt x="33" y="48"/>
                  <a:pt x="32" y="48"/>
                </a:cubicBezTo>
                <a:cubicBezTo>
                  <a:pt x="32" y="48"/>
                  <a:pt x="32" y="47"/>
                  <a:pt x="32" y="47"/>
                </a:cubicBezTo>
                <a:cubicBezTo>
                  <a:pt x="11" y="27"/>
                  <a:pt x="11" y="27"/>
                  <a:pt x="11" y="27"/>
                </a:cubicBezTo>
                <a:cubicBezTo>
                  <a:pt x="9" y="24"/>
                  <a:pt x="8" y="22"/>
                  <a:pt x="8" y="19"/>
                </a:cubicBezTo>
                <a:cubicBezTo>
                  <a:pt x="8" y="13"/>
                  <a:pt x="13" y="8"/>
                  <a:pt x="18" y="8"/>
                </a:cubicBezTo>
                <a:cubicBezTo>
                  <a:pt x="22" y="8"/>
                  <a:pt x="24" y="9"/>
                  <a:pt x="26" y="11"/>
                </a:cubicBezTo>
                <a:cubicBezTo>
                  <a:pt x="32" y="18"/>
                  <a:pt x="32" y="18"/>
                  <a:pt x="32" y="18"/>
                </a:cubicBezTo>
                <a:cubicBezTo>
                  <a:pt x="39" y="11"/>
                  <a:pt x="39" y="11"/>
                  <a:pt x="39" y="11"/>
                </a:cubicBezTo>
                <a:cubicBezTo>
                  <a:pt x="41" y="9"/>
                  <a:pt x="43" y="8"/>
                  <a:pt x="47" y="8"/>
                </a:cubicBezTo>
                <a:cubicBezTo>
                  <a:pt x="52" y="8"/>
                  <a:pt x="57" y="13"/>
                  <a:pt x="57" y="19"/>
                </a:cubicBezTo>
                <a:cubicBezTo>
                  <a:pt x="57" y="22"/>
                  <a:pt x="56" y="24"/>
                  <a:pt x="54" y="27"/>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5" name="Freeform 177"/>
          <p:cNvSpPr>
            <a:spLocks noEditPoints="1"/>
          </p:cNvSpPr>
          <p:nvPr/>
        </p:nvSpPr>
        <p:spPr bwMode="auto">
          <a:xfrm>
            <a:off x="7861700" y="5478539"/>
            <a:ext cx="112878" cy="115809"/>
          </a:xfrm>
          <a:custGeom>
            <a:avLst/>
            <a:gdLst>
              <a:gd name="T0" fmla="*/ 43 w 47"/>
              <a:gd name="T1" fmla="*/ 29 h 48"/>
              <a:gd name="T2" fmla="*/ 47 w 47"/>
              <a:gd name="T3" fmla="*/ 16 h 48"/>
              <a:gd name="T4" fmla="*/ 42 w 47"/>
              <a:gd name="T5" fmla="*/ 8 h 48"/>
              <a:gd name="T6" fmla="*/ 37 w 47"/>
              <a:gd name="T7" fmla="*/ 9 h 48"/>
              <a:gd name="T8" fmla="*/ 28 w 47"/>
              <a:gd name="T9" fmla="*/ 0 h 48"/>
              <a:gd name="T10" fmla="*/ 19 w 47"/>
              <a:gd name="T11" fmla="*/ 0 h 48"/>
              <a:gd name="T12" fmla="*/ 18 w 47"/>
              <a:gd name="T13" fmla="*/ 5 h 48"/>
              <a:gd name="T14" fmla="*/ 5 w 47"/>
              <a:gd name="T15" fmla="*/ 8 h 48"/>
              <a:gd name="T16" fmla="*/ 0 w 47"/>
              <a:gd name="T17" fmla="*/ 16 h 48"/>
              <a:gd name="T18" fmla="*/ 4 w 47"/>
              <a:gd name="T19" fmla="*/ 20 h 48"/>
              <a:gd name="T20" fmla="*/ 0 w 47"/>
              <a:gd name="T21" fmla="*/ 32 h 48"/>
              <a:gd name="T22" fmla="*/ 5 w 47"/>
              <a:gd name="T23" fmla="*/ 40 h 48"/>
              <a:gd name="T24" fmla="*/ 10 w 47"/>
              <a:gd name="T25" fmla="*/ 39 h 48"/>
              <a:gd name="T26" fmla="*/ 19 w 47"/>
              <a:gd name="T27" fmla="*/ 48 h 48"/>
              <a:gd name="T28" fmla="*/ 28 w 47"/>
              <a:gd name="T29" fmla="*/ 48 h 48"/>
              <a:gd name="T30" fmla="*/ 29 w 47"/>
              <a:gd name="T31" fmla="*/ 44 h 48"/>
              <a:gd name="T32" fmla="*/ 42 w 47"/>
              <a:gd name="T33" fmla="*/ 40 h 48"/>
              <a:gd name="T34" fmla="*/ 47 w 47"/>
              <a:gd name="T35" fmla="*/ 32 h 48"/>
              <a:gd name="T36" fmla="*/ 43 w 47"/>
              <a:gd name="T37" fmla="*/ 29 h 48"/>
              <a:gd name="T38" fmla="*/ 23 w 47"/>
              <a:gd name="T39" fmla="*/ 34 h 48"/>
              <a:gd name="T40" fmla="*/ 14 w 47"/>
              <a:gd name="T41" fmla="*/ 24 h 48"/>
              <a:gd name="T42" fmla="*/ 23 w 47"/>
              <a:gd name="T43" fmla="*/ 14 h 48"/>
              <a:gd name="T44" fmla="*/ 33 w 47"/>
              <a:gd name="T45" fmla="*/ 24 h 48"/>
              <a:gd name="T46" fmla="*/ 23 w 47"/>
              <a:gd name="T47" fmla="*/ 3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7" h="48">
                <a:moveTo>
                  <a:pt x="43" y="29"/>
                </a:moveTo>
                <a:cubicBezTo>
                  <a:pt x="41" y="24"/>
                  <a:pt x="42" y="19"/>
                  <a:pt x="47" y="16"/>
                </a:cubicBezTo>
                <a:cubicBezTo>
                  <a:pt x="42" y="8"/>
                  <a:pt x="42" y="8"/>
                  <a:pt x="42" y="8"/>
                </a:cubicBezTo>
                <a:cubicBezTo>
                  <a:pt x="41" y="9"/>
                  <a:pt x="39" y="9"/>
                  <a:pt x="37" y="9"/>
                </a:cubicBezTo>
                <a:cubicBezTo>
                  <a:pt x="32" y="9"/>
                  <a:pt x="28" y="5"/>
                  <a:pt x="28" y="0"/>
                </a:cubicBezTo>
                <a:cubicBezTo>
                  <a:pt x="19" y="0"/>
                  <a:pt x="19" y="0"/>
                  <a:pt x="19" y="0"/>
                </a:cubicBezTo>
                <a:cubicBezTo>
                  <a:pt x="19" y="2"/>
                  <a:pt x="18" y="3"/>
                  <a:pt x="18" y="5"/>
                </a:cubicBezTo>
                <a:cubicBezTo>
                  <a:pt x="15" y="9"/>
                  <a:pt x="9" y="11"/>
                  <a:pt x="5" y="8"/>
                </a:cubicBezTo>
                <a:cubicBezTo>
                  <a:pt x="0" y="16"/>
                  <a:pt x="0" y="16"/>
                  <a:pt x="0" y="16"/>
                </a:cubicBezTo>
                <a:cubicBezTo>
                  <a:pt x="2" y="17"/>
                  <a:pt x="3" y="18"/>
                  <a:pt x="4" y="20"/>
                </a:cubicBezTo>
                <a:cubicBezTo>
                  <a:pt x="6" y="24"/>
                  <a:pt x="5" y="30"/>
                  <a:pt x="0" y="32"/>
                </a:cubicBezTo>
                <a:cubicBezTo>
                  <a:pt x="5" y="40"/>
                  <a:pt x="5" y="40"/>
                  <a:pt x="5" y="40"/>
                </a:cubicBezTo>
                <a:cubicBezTo>
                  <a:pt x="6" y="40"/>
                  <a:pt x="8" y="39"/>
                  <a:pt x="10" y="39"/>
                </a:cubicBezTo>
                <a:cubicBezTo>
                  <a:pt x="15" y="39"/>
                  <a:pt x="19" y="43"/>
                  <a:pt x="19" y="48"/>
                </a:cubicBezTo>
                <a:cubicBezTo>
                  <a:pt x="28" y="48"/>
                  <a:pt x="28" y="48"/>
                  <a:pt x="28" y="48"/>
                </a:cubicBezTo>
                <a:cubicBezTo>
                  <a:pt x="28" y="47"/>
                  <a:pt x="29" y="45"/>
                  <a:pt x="29" y="44"/>
                </a:cubicBezTo>
                <a:cubicBezTo>
                  <a:pt x="32" y="39"/>
                  <a:pt x="38" y="38"/>
                  <a:pt x="42" y="40"/>
                </a:cubicBezTo>
                <a:cubicBezTo>
                  <a:pt x="47" y="32"/>
                  <a:pt x="47" y="32"/>
                  <a:pt x="47" y="32"/>
                </a:cubicBezTo>
                <a:cubicBezTo>
                  <a:pt x="45" y="31"/>
                  <a:pt x="44" y="30"/>
                  <a:pt x="43" y="29"/>
                </a:cubicBezTo>
                <a:close/>
                <a:moveTo>
                  <a:pt x="23" y="34"/>
                </a:moveTo>
                <a:cubicBezTo>
                  <a:pt x="18" y="34"/>
                  <a:pt x="14" y="30"/>
                  <a:pt x="14" y="24"/>
                </a:cubicBezTo>
                <a:cubicBezTo>
                  <a:pt x="14" y="19"/>
                  <a:pt x="18" y="14"/>
                  <a:pt x="23" y="14"/>
                </a:cubicBezTo>
                <a:cubicBezTo>
                  <a:pt x="29" y="14"/>
                  <a:pt x="33" y="19"/>
                  <a:pt x="33" y="24"/>
                </a:cubicBezTo>
                <a:cubicBezTo>
                  <a:pt x="33" y="30"/>
                  <a:pt x="29" y="34"/>
                  <a:pt x="23" y="34"/>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6" name="Freeform 178"/>
          <p:cNvSpPr>
            <a:spLocks noEditPoints="1"/>
          </p:cNvSpPr>
          <p:nvPr/>
        </p:nvSpPr>
        <p:spPr bwMode="auto">
          <a:xfrm>
            <a:off x="7234273" y="5444821"/>
            <a:ext cx="186176" cy="187642"/>
          </a:xfrm>
          <a:custGeom>
            <a:avLst/>
            <a:gdLst>
              <a:gd name="T0" fmla="*/ 67 w 127"/>
              <a:gd name="T1" fmla="*/ 0 h 128"/>
              <a:gd name="T2" fmla="*/ 55 w 127"/>
              <a:gd name="T3" fmla="*/ 13 h 128"/>
              <a:gd name="T4" fmla="*/ 67 w 127"/>
              <a:gd name="T5" fmla="*/ 25 h 128"/>
              <a:gd name="T6" fmla="*/ 39 w 127"/>
              <a:gd name="T7" fmla="*/ 56 h 128"/>
              <a:gd name="T8" fmla="*/ 11 w 127"/>
              <a:gd name="T9" fmla="*/ 56 h 128"/>
              <a:gd name="T10" fmla="*/ 32 w 127"/>
              <a:gd name="T11" fmla="*/ 79 h 128"/>
              <a:gd name="T12" fmla="*/ 0 w 127"/>
              <a:gd name="T13" fmla="*/ 123 h 128"/>
              <a:gd name="T14" fmla="*/ 0 w 127"/>
              <a:gd name="T15" fmla="*/ 128 h 128"/>
              <a:gd name="T16" fmla="*/ 5 w 127"/>
              <a:gd name="T17" fmla="*/ 128 h 128"/>
              <a:gd name="T18" fmla="*/ 49 w 127"/>
              <a:gd name="T19" fmla="*/ 93 h 128"/>
              <a:gd name="T20" fmla="*/ 72 w 127"/>
              <a:gd name="T21" fmla="*/ 116 h 128"/>
              <a:gd name="T22" fmla="*/ 72 w 127"/>
              <a:gd name="T23" fmla="*/ 88 h 128"/>
              <a:gd name="T24" fmla="*/ 103 w 127"/>
              <a:gd name="T25" fmla="*/ 61 h 128"/>
              <a:gd name="T26" fmla="*/ 114 w 127"/>
              <a:gd name="T27" fmla="*/ 72 h 128"/>
              <a:gd name="T28" fmla="*/ 127 w 127"/>
              <a:gd name="T29" fmla="*/ 61 h 128"/>
              <a:gd name="T30" fmla="*/ 67 w 127"/>
              <a:gd name="T31" fmla="*/ 0 h 128"/>
              <a:gd name="T32" fmla="*/ 55 w 127"/>
              <a:gd name="T33" fmla="*/ 69 h 128"/>
              <a:gd name="T34" fmla="*/ 47 w 127"/>
              <a:gd name="T35" fmla="*/ 61 h 128"/>
              <a:gd name="T36" fmla="*/ 75 w 127"/>
              <a:gd name="T37" fmla="*/ 33 h 128"/>
              <a:gd name="T38" fmla="*/ 83 w 127"/>
              <a:gd name="T39" fmla="*/ 41 h 128"/>
              <a:gd name="T40" fmla="*/ 55 w 127"/>
              <a:gd name="T41" fmla="*/ 6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7" h="128">
                <a:moveTo>
                  <a:pt x="67" y="0"/>
                </a:moveTo>
                <a:lnTo>
                  <a:pt x="55" y="13"/>
                </a:lnTo>
                <a:lnTo>
                  <a:pt x="67" y="25"/>
                </a:lnTo>
                <a:lnTo>
                  <a:pt x="39" y="56"/>
                </a:lnTo>
                <a:lnTo>
                  <a:pt x="11" y="56"/>
                </a:lnTo>
                <a:lnTo>
                  <a:pt x="32" y="79"/>
                </a:lnTo>
                <a:lnTo>
                  <a:pt x="0" y="123"/>
                </a:lnTo>
                <a:lnTo>
                  <a:pt x="0" y="128"/>
                </a:lnTo>
                <a:lnTo>
                  <a:pt x="5" y="128"/>
                </a:lnTo>
                <a:lnTo>
                  <a:pt x="49" y="93"/>
                </a:lnTo>
                <a:lnTo>
                  <a:pt x="72" y="116"/>
                </a:lnTo>
                <a:lnTo>
                  <a:pt x="72" y="88"/>
                </a:lnTo>
                <a:lnTo>
                  <a:pt x="103" y="61"/>
                </a:lnTo>
                <a:lnTo>
                  <a:pt x="114" y="72"/>
                </a:lnTo>
                <a:lnTo>
                  <a:pt x="127" y="61"/>
                </a:lnTo>
                <a:lnTo>
                  <a:pt x="67" y="0"/>
                </a:lnTo>
                <a:close/>
                <a:moveTo>
                  <a:pt x="55" y="69"/>
                </a:moveTo>
                <a:lnTo>
                  <a:pt x="47" y="61"/>
                </a:lnTo>
                <a:lnTo>
                  <a:pt x="75" y="33"/>
                </a:lnTo>
                <a:lnTo>
                  <a:pt x="83" y="41"/>
                </a:lnTo>
                <a:lnTo>
                  <a:pt x="55" y="69"/>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7" name="Freeform 179"/>
          <p:cNvSpPr>
            <a:spLocks noEditPoints="1"/>
          </p:cNvSpPr>
          <p:nvPr/>
        </p:nvSpPr>
        <p:spPr bwMode="auto">
          <a:xfrm>
            <a:off x="7219613" y="5016763"/>
            <a:ext cx="136334" cy="139266"/>
          </a:xfrm>
          <a:custGeom>
            <a:avLst/>
            <a:gdLst>
              <a:gd name="T0" fmla="*/ 57 w 57"/>
              <a:gd name="T1" fmla="*/ 29 h 58"/>
              <a:gd name="T2" fmla="*/ 28 w 57"/>
              <a:gd name="T3" fmla="*/ 58 h 58"/>
              <a:gd name="T4" fmla="*/ 0 w 57"/>
              <a:gd name="T5" fmla="*/ 29 h 58"/>
              <a:gd name="T6" fmla="*/ 28 w 57"/>
              <a:gd name="T7" fmla="*/ 0 h 58"/>
              <a:gd name="T8" fmla="*/ 57 w 57"/>
              <a:gd name="T9" fmla="*/ 29 h 58"/>
              <a:gd name="T10" fmla="*/ 5 w 57"/>
              <a:gd name="T11" fmla="*/ 29 h 58"/>
              <a:gd name="T12" fmla="*/ 28 w 57"/>
              <a:gd name="T13" fmla="*/ 52 h 58"/>
              <a:gd name="T14" fmla="*/ 52 w 57"/>
              <a:gd name="T15" fmla="*/ 29 h 58"/>
              <a:gd name="T16" fmla="*/ 28 w 57"/>
              <a:gd name="T17" fmla="*/ 6 h 58"/>
              <a:gd name="T18" fmla="*/ 5 w 57"/>
              <a:gd name="T19" fmla="*/ 29 h 58"/>
              <a:gd name="T20" fmla="*/ 31 w 57"/>
              <a:gd name="T21" fmla="*/ 12 h 58"/>
              <a:gd name="T22" fmla="*/ 45 w 57"/>
              <a:gd name="T23" fmla="*/ 26 h 58"/>
              <a:gd name="T24" fmla="*/ 45 w 57"/>
              <a:gd name="T25" fmla="*/ 31 h 58"/>
              <a:gd name="T26" fmla="*/ 40 w 57"/>
              <a:gd name="T27" fmla="*/ 31 h 58"/>
              <a:gd name="T28" fmla="*/ 32 w 57"/>
              <a:gd name="T29" fmla="*/ 23 h 58"/>
              <a:gd name="T30" fmla="*/ 32 w 57"/>
              <a:gd name="T31" fmla="*/ 43 h 58"/>
              <a:gd name="T32" fmla="*/ 28 w 57"/>
              <a:gd name="T33" fmla="*/ 47 h 58"/>
              <a:gd name="T34" fmla="*/ 25 w 57"/>
              <a:gd name="T35" fmla="*/ 43 h 58"/>
              <a:gd name="T36" fmla="*/ 25 w 57"/>
              <a:gd name="T37" fmla="*/ 23 h 58"/>
              <a:gd name="T38" fmla="*/ 17 w 57"/>
              <a:gd name="T39" fmla="*/ 31 h 58"/>
              <a:gd name="T40" fmla="*/ 12 w 57"/>
              <a:gd name="T41" fmla="*/ 31 h 58"/>
              <a:gd name="T42" fmla="*/ 11 w 57"/>
              <a:gd name="T43" fmla="*/ 29 h 58"/>
              <a:gd name="T44" fmla="*/ 12 w 57"/>
              <a:gd name="T45" fmla="*/ 26 h 58"/>
              <a:gd name="T46" fmla="*/ 26 w 57"/>
              <a:gd name="T47" fmla="*/ 12 h 58"/>
              <a:gd name="T48" fmla="*/ 31 w 57"/>
              <a:gd name="T49" fmla="*/ 1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7" h="58">
                <a:moveTo>
                  <a:pt x="57" y="29"/>
                </a:moveTo>
                <a:cubicBezTo>
                  <a:pt x="57" y="45"/>
                  <a:pt x="44" y="58"/>
                  <a:pt x="28" y="58"/>
                </a:cubicBezTo>
                <a:cubicBezTo>
                  <a:pt x="13" y="58"/>
                  <a:pt x="0" y="45"/>
                  <a:pt x="0" y="29"/>
                </a:cubicBezTo>
                <a:cubicBezTo>
                  <a:pt x="0" y="13"/>
                  <a:pt x="13" y="0"/>
                  <a:pt x="28" y="0"/>
                </a:cubicBezTo>
                <a:cubicBezTo>
                  <a:pt x="44" y="0"/>
                  <a:pt x="57" y="13"/>
                  <a:pt x="57" y="29"/>
                </a:cubicBezTo>
                <a:close/>
                <a:moveTo>
                  <a:pt x="5" y="29"/>
                </a:moveTo>
                <a:cubicBezTo>
                  <a:pt x="5" y="42"/>
                  <a:pt x="16" y="52"/>
                  <a:pt x="28" y="52"/>
                </a:cubicBezTo>
                <a:cubicBezTo>
                  <a:pt x="41" y="52"/>
                  <a:pt x="52" y="42"/>
                  <a:pt x="52" y="29"/>
                </a:cubicBezTo>
                <a:cubicBezTo>
                  <a:pt x="52" y="16"/>
                  <a:pt x="41" y="6"/>
                  <a:pt x="28" y="6"/>
                </a:cubicBezTo>
                <a:cubicBezTo>
                  <a:pt x="16" y="6"/>
                  <a:pt x="5" y="16"/>
                  <a:pt x="5" y="29"/>
                </a:cubicBezTo>
                <a:close/>
                <a:moveTo>
                  <a:pt x="31" y="12"/>
                </a:moveTo>
                <a:cubicBezTo>
                  <a:pt x="45" y="26"/>
                  <a:pt x="45" y="26"/>
                  <a:pt x="45" y="26"/>
                </a:cubicBezTo>
                <a:cubicBezTo>
                  <a:pt x="47" y="28"/>
                  <a:pt x="47" y="30"/>
                  <a:pt x="45" y="31"/>
                </a:cubicBezTo>
                <a:cubicBezTo>
                  <a:pt x="44" y="33"/>
                  <a:pt x="42" y="33"/>
                  <a:pt x="40" y="31"/>
                </a:cubicBezTo>
                <a:cubicBezTo>
                  <a:pt x="32" y="23"/>
                  <a:pt x="32" y="23"/>
                  <a:pt x="32" y="23"/>
                </a:cubicBezTo>
                <a:cubicBezTo>
                  <a:pt x="32" y="43"/>
                  <a:pt x="32" y="43"/>
                  <a:pt x="32" y="43"/>
                </a:cubicBezTo>
                <a:cubicBezTo>
                  <a:pt x="32" y="45"/>
                  <a:pt x="30" y="47"/>
                  <a:pt x="28" y="47"/>
                </a:cubicBezTo>
                <a:cubicBezTo>
                  <a:pt x="26" y="47"/>
                  <a:pt x="25" y="45"/>
                  <a:pt x="25" y="43"/>
                </a:cubicBezTo>
                <a:cubicBezTo>
                  <a:pt x="25" y="23"/>
                  <a:pt x="25" y="23"/>
                  <a:pt x="25" y="23"/>
                </a:cubicBezTo>
                <a:cubicBezTo>
                  <a:pt x="17" y="31"/>
                  <a:pt x="17" y="31"/>
                  <a:pt x="17" y="31"/>
                </a:cubicBezTo>
                <a:cubicBezTo>
                  <a:pt x="15" y="33"/>
                  <a:pt x="13" y="33"/>
                  <a:pt x="12" y="31"/>
                </a:cubicBezTo>
                <a:cubicBezTo>
                  <a:pt x="11" y="31"/>
                  <a:pt x="11" y="30"/>
                  <a:pt x="11" y="29"/>
                </a:cubicBezTo>
                <a:cubicBezTo>
                  <a:pt x="11" y="28"/>
                  <a:pt x="11" y="27"/>
                  <a:pt x="12" y="26"/>
                </a:cubicBezTo>
                <a:cubicBezTo>
                  <a:pt x="26" y="12"/>
                  <a:pt x="26" y="12"/>
                  <a:pt x="26" y="12"/>
                </a:cubicBezTo>
                <a:cubicBezTo>
                  <a:pt x="27" y="11"/>
                  <a:pt x="30" y="11"/>
                  <a:pt x="31" y="1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8" name="Freeform 185"/>
          <p:cNvSpPr>
            <a:spLocks noEditPoints="1"/>
          </p:cNvSpPr>
          <p:nvPr/>
        </p:nvSpPr>
        <p:spPr bwMode="auto">
          <a:xfrm>
            <a:off x="7287048" y="4197296"/>
            <a:ext cx="215495" cy="120208"/>
          </a:xfrm>
          <a:custGeom>
            <a:avLst/>
            <a:gdLst>
              <a:gd name="T0" fmla="*/ 83 w 90"/>
              <a:gd name="T1" fmla="*/ 46 h 50"/>
              <a:gd name="T2" fmla="*/ 85 w 90"/>
              <a:gd name="T3" fmla="*/ 36 h 50"/>
              <a:gd name="T4" fmla="*/ 87 w 90"/>
              <a:gd name="T5" fmla="*/ 27 h 50"/>
              <a:gd name="T6" fmla="*/ 89 w 90"/>
              <a:gd name="T7" fmla="*/ 16 h 50"/>
              <a:gd name="T8" fmla="*/ 86 w 90"/>
              <a:gd name="T9" fmla="*/ 10 h 50"/>
              <a:gd name="T10" fmla="*/ 64 w 90"/>
              <a:gd name="T11" fmla="*/ 1 h 50"/>
              <a:gd name="T12" fmla="*/ 57 w 90"/>
              <a:gd name="T13" fmla="*/ 3 h 50"/>
              <a:gd name="T14" fmla="*/ 52 w 90"/>
              <a:gd name="T15" fmla="*/ 13 h 50"/>
              <a:gd name="T16" fmla="*/ 51 w 90"/>
              <a:gd name="T17" fmla="*/ 14 h 50"/>
              <a:gd name="T18" fmla="*/ 15 w 90"/>
              <a:gd name="T19" fmla="*/ 6 h 50"/>
              <a:gd name="T20" fmla="*/ 0 w 90"/>
              <a:gd name="T21" fmla="*/ 13 h 50"/>
              <a:gd name="T22" fmla="*/ 8 w 90"/>
              <a:gd name="T23" fmla="*/ 25 h 50"/>
              <a:gd name="T24" fmla="*/ 12 w 90"/>
              <a:gd name="T25" fmla="*/ 22 h 50"/>
              <a:gd name="T26" fmla="*/ 17 w 90"/>
              <a:gd name="T27" fmla="*/ 30 h 50"/>
              <a:gd name="T28" fmla="*/ 25 w 90"/>
              <a:gd name="T29" fmla="*/ 25 h 50"/>
              <a:gd name="T30" fmla="*/ 30 w 90"/>
              <a:gd name="T31" fmla="*/ 33 h 50"/>
              <a:gd name="T32" fmla="*/ 38 w 90"/>
              <a:gd name="T33" fmla="*/ 28 h 50"/>
              <a:gd name="T34" fmla="*/ 43 w 90"/>
              <a:gd name="T35" fmla="*/ 35 h 50"/>
              <a:gd name="T36" fmla="*/ 47 w 90"/>
              <a:gd name="T37" fmla="*/ 33 h 50"/>
              <a:gd name="T38" fmla="*/ 47 w 90"/>
              <a:gd name="T39" fmla="*/ 34 h 50"/>
              <a:gd name="T40" fmla="*/ 48 w 90"/>
              <a:gd name="T41" fmla="*/ 45 h 50"/>
              <a:gd name="T42" fmla="*/ 54 w 90"/>
              <a:gd name="T43" fmla="*/ 50 h 50"/>
              <a:gd name="T44" fmla="*/ 78 w 90"/>
              <a:gd name="T45" fmla="*/ 50 h 50"/>
              <a:gd name="T46" fmla="*/ 83 w 90"/>
              <a:gd name="T47" fmla="*/ 46 h 50"/>
              <a:gd name="T48" fmla="*/ 17 w 90"/>
              <a:gd name="T49" fmla="*/ 15 h 50"/>
              <a:gd name="T50" fmla="*/ 18 w 90"/>
              <a:gd name="T51" fmla="*/ 11 h 50"/>
              <a:gd name="T52" fmla="*/ 49 w 90"/>
              <a:gd name="T53" fmla="*/ 17 h 50"/>
              <a:gd name="T54" fmla="*/ 48 w 90"/>
              <a:gd name="T55" fmla="*/ 22 h 50"/>
              <a:gd name="T56" fmla="*/ 17 w 90"/>
              <a:gd name="T57" fmla="*/ 15 h 50"/>
              <a:gd name="T58" fmla="*/ 73 w 90"/>
              <a:gd name="T59" fmla="*/ 45 h 50"/>
              <a:gd name="T60" fmla="*/ 69 w 90"/>
              <a:gd name="T61" fmla="*/ 44 h 50"/>
              <a:gd name="T62" fmla="*/ 67 w 90"/>
              <a:gd name="T63" fmla="*/ 41 h 50"/>
              <a:gd name="T64" fmla="*/ 73 w 90"/>
              <a:gd name="T65" fmla="*/ 14 h 50"/>
              <a:gd name="T66" fmla="*/ 75 w 90"/>
              <a:gd name="T67" fmla="*/ 12 h 50"/>
              <a:gd name="T68" fmla="*/ 80 w 90"/>
              <a:gd name="T69" fmla="*/ 13 h 50"/>
              <a:gd name="T70" fmla="*/ 82 w 90"/>
              <a:gd name="T71" fmla="*/ 16 h 50"/>
              <a:gd name="T72" fmla="*/ 76 w 90"/>
              <a:gd name="T73" fmla="*/ 43 h 50"/>
              <a:gd name="T74" fmla="*/ 73 w 90"/>
              <a:gd name="T75" fmla="*/ 4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 h="50">
                <a:moveTo>
                  <a:pt x="83" y="46"/>
                </a:moveTo>
                <a:cubicBezTo>
                  <a:pt x="85" y="36"/>
                  <a:pt x="85" y="36"/>
                  <a:pt x="85" y="36"/>
                </a:cubicBezTo>
                <a:cubicBezTo>
                  <a:pt x="86" y="33"/>
                  <a:pt x="87" y="29"/>
                  <a:pt x="87" y="27"/>
                </a:cubicBezTo>
                <a:cubicBezTo>
                  <a:pt x="89" y="16"/>
                  <a:pt x="89" y="16"/>
                  <a:pt x="89" y="16"/>
                </a:cubicBezTo>
                <a:cubicBezTo>
                  <a:pt x="90" y="14"/>
                  <a:pt x="88" y="11"/>
                  <a:pt x="86" y="10"/>
                </a:cubicBezTo>
                <a:cubicBezTo>
                  <a:pt x="64" y="1"/>
                  <a:pt x="64" y="1"/>
                  <a:pt x="64" y="1"/>
                </a:cubicBezTo>
                <a:cubicBezTo>
                  <a:pt x="62" y="0"/>
                  <a:pt x="59" y="1"/>
                  <a:pt x="57" y="3"/>
                </a:cubicBezTo>
                <a:cubicBezTo>
                  <a:pt x="52" y="13"/>
                  <a:pt x="52" y="13"/>
                  <a:pt x="52" y="13"/>
                </a:cubicBezTo>
                <a:cubicBezTo>
                  <a:pt x="51" y="13"/>
                  <a:pt x="51" y="13"/>
                  <a:pt x="51" y="14"/>
                </a:cubicBezTo>
                <a:cubicBezTo>
                  <a:pt x="15" y="6"/>
                  <a:pt x="15" y="6"/>
                  <a:pt x="15" y="6"/>
                </a:cubicBezTo>
                <a:cubicBezTo>
                  <a:pt x="0" y="13"/>
                  <a:pt x="0" y="13"/>
                  <a:pt x="0" y="13"/>
                </a:cubicBezTo>
                <a:cubicBezTo>
                  <a:pt x="8" y="25"/>
                  <a:pt x="8" y="25"/>
                  <a:pt x="8" y="25"/>
                </a:cubicBezTo>
                <a:cubicBezTo>
                  <a:pt x="12" y="22"/>
                  <a:pt x="12" y="22"/>
                  <a:pt x="12" y="22"/>
                </a:cubicBezTo>
                <a:cubicBezTo>
                  <a:pt x="17" y="30"/>
                  <a:pt x="17" y="30"/>
                  <a:pt x="17" y="30"/>
                </a:cubicBezTo>
                <a:cubicBezTo>
                  <a:pt x="25" y="25"/>
                  <a:pt x="25" y="25"/>
                  <a:pt x="25" y="25"/>
                </a:cubicBezTo>
                <a:cubicBezTo>
                  <a:pt x="30" y="33"/>
                  <a:pt x="30" y="33"/>
                  <a:pt x="30" y="33"/>
                </a:cubicBezTo>
                <a:cubicBezTo>
                  <a:pt x="38" y="28"/>
                  <a:pt x="38" y="28"/>
                  <a:pt x="38" y="28"/>
                </a:cubicBezTo>
                <a:cubicBezTo>
                  <a:pt x="43" y="35"/>
                  <a:pt x="43" y="35"/>
                  <a:pt x="43" y="35"/>
                </a:cubicBezTo>
                <a:cubicBezTo>
                  <a:pt x="47" y="33"/>
                  <a:pt x="47" y="33"/>
                  <a:pt x="47" y="33"/>
                </a:cubicBezTo>
                <a:cubicBezTo>
                  <a:pt x="47" y="33"/>
                  <a:pt x="47" y="34"/>
                  <a:pt x="47" y="34"/>
                </a:cubicBezTo>
                <a:cubicBezTo>
                  <a:pt x="48" y="45"/>
                  <a:pt x="48" y="45"/>
                  <a:pt x="48" y="45"/>
                </a:cubicBezTo>
                <a:cubicBezTo>
                  <a:pt x="49" y="48"/>
                  <a:pt x="51" y="50"/>
                  <a:pt x="54" y="50"/>
                </a:cubicBezTo>
                <a:cubicBezTo>
                  <a:pt x="78" y="50"/>
                  <a:pt x="78" y="50"/>
                  <a:pt x="78" y="50"/>
                </a:cubicBezTo>
                <a:cubicBezTo>
                  <a:pt x="80" y="50"/>
                  <a:pt x="83" y="48"/>
                  <a:pt x="83" y="46"/>
                </a:cubicBezTo>
                <a:close/>
                <a:moveTo>
                  <a:pt x="17" y="15"/>
                </a:moveTo>
                <a:cubicBezTo>
                  <a:pt x="18" y="11"/>
                  <a:pt x="18" y="11"/>
                  <a:pt x="18" y="11"/>
                </a:cubicBezTo>
                <a:cubicBezTo>
                  <a:pt x="49" y="17"/>
                  <a:pt x="49" y="17"/>
                  <a:pt x="49" y="17"/>
                </a:cubicBezTo>
                <a:cubicBezTo>
                  <a:pt x="48" y="22"/>
                  <a:pt x="48" y="22"/>
                  <a:pt x="48" y="22"/>
                </a:cubicBezTo>
                <a:lnTo>
                  <a:pt x="17" y="15"/>
                </a:lnTo>
                <a:close/>
                <a:moveTo>
                  <a:pt x="73" y="45"/>
                </a:moveTo>
                <a:cubicBezTo>
                  <a:pt x="69" y="44"/>
                  <a:pt x="69" y="44"/>
                  <a:pt x="69" y="44"/>
                </a:cubicBezTo>
                <a:cubicBezTo>
                  <a:pt x="67" y="44"/>
                  <a:pt x="67" y="42"/>
                  <a:pt x="67" y="41"/>
                </a:cubicBezTo>
                <a:cubicBezTo>
                  <a:pt x="73" y="14"/>
                  <a:pt x="73" y="14"/>
                  <a:pt x="73" y="14"/>
                </a:cubicBezTo>
                <a:cubicBezTo>
                  <a:pt x="73" y="13"/>
                  <a:pt x="74" y="12"/>
                  <a:pt x="75" y="12"/>
                </a:cubicBezTo>
                <a:cubicBezTo>
                  <a:pt x="80" y="13"/>
                  <a:pt x="80" y="13"/>
                  <a:pt x="80" y="13"/>
                </a:cubicBezTo>
                <a:cubicBezTo>
                  <a:pt x="81" y="13"/>
                  <a:pt x="82" y="15"/>
                  <a:pt x="82" y="16"/>
                </a:cubicBezTo>
                <a:cubicBezTo>
                  <a:pt x="76" y="43"/>
                  <a:pt x="76" y="43"/>
                  <a:pt x="76" y="43"/>
                </a:cubicBezTo>
                <a:cubicBezTo>
                  <a:pt x="76" y="44"/>
                  <a:pt x="74" y="45"/>
                  <a:pt x="73" y="4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9" name="Freeform 186"/>
          <p:cNvSpPr>
            <a:spLocks noEditPoints="1"/>
          </p:cNvSpPr>
          <p:nvPr/>
        </p:nvSpPr>
        <p:spPr bwMode="auto">
          <a:xfrm>
            <a:off x="7839711" y="2380980"/>
            <a:ext cx="155392" cy="153925"/>
          </a:xfrm>
          <a:custGeom>
            <a:avLst/>
            <a:gdLst>
              <a:gd name="T0" fmla="*/ 0 w 65"/>
              <a:gd name="T1" fmla="*/ 32 h 64"/>
              <a:gd name="T2" fmla="*/ 65 w 65"/>
              <a:gd name="T3" fmla="*/ 32 h 64"/>
              <a:gd name="T4" fmla="*/ 51 w 65"/>
              <a:gd name="T5" fmla="*/ 42 h 64"/>
              <a:gd name="T6" fmla="*/ 60 w 65"/>
              <a:gd name="T7" fmla="*/ 34 h 64"/>
              <a:gd name="T8" fmla="*/ 51 w 65"/>
              <a:gd name="T9" fmla="*/ 42 h 64"/>
              <a:gd name="T10" fmla="*/ 13 w 65"/>
              <a:gd name="T11" fmla="*/ 30 h 64"/>
              <a:gd name="T12" fmla="*/ 7 w 65"/>
              <a:gd name="T13" fmla="*/ 21 h 64"/>
              <a:gd name="T14" fmla="*/ 46 w 65"/>
              <a:gd name="T15" fmla="*/ 21 h 64"/>
              <a:gd name="T16" fmla="*/ 35 w 65"/>
              <a:gd name="T17" fmla="*/ 30 h 64"/>
              <a:gd name="T18" fmla="*/ 46 w 65"/>
              <a:gd name="T19" fmla="*/ 21 h 64"/>
              <a:gd name="T20" fmla="*/ 35 w 65"/>
              <a:gd name="T21" fmla="*/ 4 h 64"/>
              <a:gd name="T22" fmla="*/ 42 w 65"/>
              <a:gd name="T23" fmla="*/ 11 h 64"/>
              <a:gd name="T24" fmla="*/ 35 w 65"/>
              <a:gd name="T25" fmla="*/ 17 h 64"/>
              <a:gd name="T26" fmla="*/ 27 w 65"/>
              <a:gd name="T27" fmla="*/ 6 h 64"/>
              <a:gd name="T28" fmla="*/ 30 w 65"/>
              <a:gd name="T29" fmla="*/ 17 h 64"/>
              <a:gd name="T30" fmla="*/ 23 w 65"/>
              <a:gd name="T31" fmla="*/ 11 h 64"/>
              <a:gd name="T32" fmla="*/ 30 w 65"/>
              <a:gd name="T33" fmla="*/ 30 h 64"/>
              <a:gd name="T34" fmla="*/ 19 w 65"/>
              <a:gd name="T35" fmla="*/ 21 h 64"/>
              <a:gd name="T36" fmla="*/ 7 w 65"/>
              <a:gd name="T37" fmla="*/ 42 h 64"/>
              <a:gd name="T38" fmla="*/ 13 w 65"/>
              <a:gd name="T39" fmla="*/ 34 h 64"/>
              <a:gd name="T40" fmla="*/ 7 w 65"/>
              <a:gd name="T41" fmla="*/ 42 h 64"/>
              <a:gd name="T42" fmla="*/ 30 w 65"/>
              <a:gd name="T43" fmla="*/ 34 h 64"/>
              <a:gd name="T44" fmla="*/ 19 w 65"/>
              <a:gd name="T45" fmla="*/ 42 h 64"/>
              <a:gd name="T46" fmla="*/ 30 w 65"/>
              <a:gd name="T47" fmla="*/ 47 h 64"/>
              <a:gd name="T48" fmla="*/ 27 w 65"/>
              <a:gd name="T49" fmla="*/ 58 h 64"/>
              <a:gd name="T50" fmla="*/ 20 w 65"/>
              <a:gd name="T51" fmla="*/ 47 h 64"/>
              <a:gd name="T52" fmla="*/ 42 w 65"/>
              <a:gd name="T53" fmla="*/ 52 h 64"/>
              <a:gd name="T54" fmla="*/ 35 w 65"/>
              <a:gd name="T55" fmla="*/ 59 h 64"/>
              <a:gd name="T56" fmla="*/ 45 w 65"/>
              <a:gd name="T57" fmla="*/ 47 h 64"/>
              <a:gd name="T58" fmla="*/ 35 w 65"/>
              <a:gd name="T59" fmla="*/ 42 h 64"/>
              <a:gd name="T60" fmla="*/ 47 w 65"/>
              <a:gd name="T61" fmla="*/ 34 h 64"/>
              <a:gd name="T62" fmla="*/ 35 w 65"/>
              <a:gd name="T63" fmla="*/ 42 h 64"/>
              <a:gd name="T64" fmla="*/ 51 w 65"/>
              <a:gd name="T65" fmla="*/ 21 h 64"/>
              <a:gd name="T66" fmla="*/ 60 w 65"/>
              <a:gd name="T67" fmla="*/ 30 h 64"/>
              <a:gd name="T68" fmla="*/ 56 w 65"/>
              <a:gd name="T69" fmla="*/ 17 h 64"/>
              <a:gd name="T70" fmla="*/ 44 w 65"/>
              <a:gd name="T71" fmla="*/ 7 h 64"/>
              <a:gd name="T72" fmla="*/ 56 w 65"/>
              <a:gd name="T73" fmla="*/ 17 h 64"/>
              <a:gd name="T74" fmla="*/ 20 w 65"/>
              <a:gd name="T75" fmla="*/ 7 h 64"/>
              <a:gd name="T76" fmla="*/ 9 w 65"/>
              <a:gd name="T77" fmla="*/ 17 h 64"/>
              <a:gd name="T78" fmla="*/ 9 w 65"/>
              <a:gd name="T79" fmla="*/ 47 h 64"/>
              <a:gd name="T80" fmla="*/ 20 w 65"/>
              <a:gd name="T81" fmla="*/ 57 h 64"/>
              <a:gd name="T82" fmla="*/ 9 w 65"/>
              <a:gd name="T83" fmla="*/ 47 h 64"/>
              <a:gd name="T84" fmla="*/ 44 w 65"/>
              <a:gd name="T85" fmla="*/ 57 h 64"/>
              <a:gd name="T86" fmla="*/ 56 w 65"/>
              <a:gd name="T87" fmla="*/ 4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5" h="64">
                <a:moveTo>
                  <a:pt x="32" y="0"/>
                </a:moveTo>
                <a:cubicBezTo>
                  <a:pt x="15" y="0"/>
                  <a:pt x="0" y="14"/>
                  <a:pt x="0" y="32"/>
                </a:cubicBezTo>
                <a:cubicBezTo>
                  <a:pt x="0" y="49"/>
                  <a:pt x="15" y="64"/>
                  <a:pt x="32" y="64"/>
                </a:cubicBezTo>
                <a:cubicBezTo>
                  <a:pt x="50" y="64"/>
                  <a:pt x="65" y="49"/>
                  <a:pt x="65" y="32"/>
                </a:cubicBezTo>
                <a:cubicBezTo>
                  <a:pt x="65" y="14"/>
                  <a:pt x="50" y="0"/>
                  <a:pt x="32" y="0"/>
                </a:cubicBezTo>
                <a:close/>
                <a:moveTo>
                  <a:pt x="51" y="42"/>
                </a:moveTo>
                <a:cubicBezTo>
                  <a:pt x="51" y="40"/>
                  <a:pt x="52" y="37"/>
                  <a:pt x="52" y="34"/>
                </a:cubicBezTo>
                <a:cubicBezTo>
                  <a:pt x="60" y="34"/>
                  <a:pt x="60" y="34"/>
                  <a:pt x="60" y="34"/>
                </a:cubicBezTo>
                <a:cubicBezTo>
                  <a:pt x="60" y="37"/>
                  <a:pt x="59" y="40"/>
                  <a:pt x="58" y="42"/>
                </a:cubicBezTo>
                <a:lnTo>
                  <a:pt x="51" y="42"/>
                </a:lnTo>
                <a:close/>
                <a:moveTo>
                  <a:pt x="14" y="21"/>
                </a:moveTo>
                <a:cubicBezTo>
                  <a:pt x="14" y="24"/>
                  <a:pt x="13" y="27"/>
                  <a:pt x="13" y="30"/>
                </a:cubicBezTo>
                <a:cubicBezTo>
                  <a:pt x="5" y="30"/>
                  <a:pt x="5" y="30"/>
                  <a:pt x="5" y="30"/>
                </a:cubicBezTo>
                <a:cubicBezTo>
                  <a:pt x="5" y="27"/>
                  <a:pt x="6" y="24"/>
                  <a:pt x="7" y="21"/>
                </a:cubicBezTo>
                <a:lnTo>
                  <a:pt x="14" y="21"/>
                </a:lnTo>
                <a:close/>
                <a:moveTo>
                  <a:pt x="46" y="21"/>
                </a:moveTo>
                <a:cubicBezTo>
                  <a:pt x="47" y="24"/>
                  <a:pt x="47" y="27"/>
                  <a:pt x="47" y="30"/>
                </a:cubicBezTo>
                <a:cubicBezTo>
                  <a:pt x="35" y="30"/>
                  <a:pt x="35" y="30"/>
                  <a:pt x="35" y="30"/>
                </a:cubicBezTo>
                <a:cubicBezTo>
                  <a:pt x="35" y="21"/>
                  <a:pt x="35" y="21"/>
                  <a:pt x="35" y="21"/>
                </a:cubicBezTo>
                <a:lnTo>
                  <a:pt x="46" y="21"/>
                </a:lnTo>
                <a:close/>
                <a:moveTo>
                  <a:pt x="35" y="17"/>
                </a:moveTo>
                <a:cubicBezTo>
                  <a:pt x="35" y="4"/>
                  <a:pt x="35" y="4"/>
                  <a:pt x="35" y="4"/>
                </a:cubicBezTo>
                <a:cubicBezTo>
                  <a:pt x="36" y="5"/>
                  <a:pt x="37" y="5"/>
                  <a:pt x="38" y="6"/>
                </a:cubicBezTo>
                <a:cubicBezTo>
                  <a:pt x="39" y="7"/>
                  <a:pt x="41" y="9"/>
                  <a:pt x="42" y="11"/>
                </a:cubicBezTo>
                <a:cubicBezTo>
                  <a:pt x="43" y="13"/>
                  <a:pt x="44" y="15"/>
                  <a:pt x="45" y="17"/>
                </a:cubicBezTo>
                <a:cubicBezTo>
                  <a:pt x="35" y="17"/>
                  <a:pt x="35" y="17"/>
                  <a:pt x="35" y="17"/>
                </a:cubicBezTo>
                <a:close/>
                <a:moveTo>
                  <a:pt x="23" y="11"/>
                </a:moveTo>
                <a:cubicBezTo>
                  <a:pt x="24" y="9"/>
                  <a:pt x="26" y="7"/>
                  <a:pt x="27" y="6"/>
                </a:cubicBezTo>
                <a:cubicBezTo>
                  <a:pt x="28" y="5"/>
                  <a:pt x="29" y="5"/>
                  <a:pt x="30" y="4"/>
                </a:cubicBezTo>
                <a:cubicBezTo>
                  <a:pt x="30" y="17"/>
                  <a:pt x="30" y="17"/>
                  <a:pt x="30" y="17"/>
                </a:cubicBezTo>
                <a:cubicBezTo>
                  <a:pt x="20" y="17"/>
                  <a:pt x="20" y="17"/>
                  <a:pt x="20" y="17"/>
                </a:cubicBezTo>
                <a:cubicBezTo>
                  <a:pt x="21" y="15"/>
                  <a:pt x="22" y="13"/>
                  <a:pt x="23" y="11"/>
                </a:cubicBezTo>
                <a:close/>
                <a:moveTo>
                  <a:pt x="30" y="21"/>
                </a:moveTo>
                <a:cubicBezTo>
                  <a:pt x="30" y="30"/>
                  <a:pt x="30" y="30"/>
                  <a:pt x="30" y="30"/>
                </a:cubicBezTo>
                <a:cubicBezTo>
                  <a:pt x="18" y="30"/>
                  <a:pt x="18" y="30"/>
                  <a:pt x="18" y="30"/>
                </a:cubicBezTo>
                <a:cubicBezTo>
                  <a:pt x="18" y="27"/>
                  <a:pt x="18" y="24"/>
                  <a:pt x="19" y="21"/>
                </a:cubicBezTo>
                <a:lnTo>
                  <a:pt x="30" y="21"/>
                </a:lnTo>
                <a:close/>
                <a:moveTo>
                  <a:pt x="7" y="42"/>
                </a:moveTo>
                <a:cubicBezTo>
                  <a:pt x="6" y="40"/>
                  <a:pt x="5" y="37"/>
                  <a:pt x="5" y="34"/>
                </a:cubicBezTo>
                <a:cubicBezTo>
                  <a:pt x="13" y="34"/>
                  <a:pt x="13" y="34"/>
                  <a:pt x="13" y="34"/>
                </a:cubicBezTo>
                <a:cubicBezTo>
                  <a:pt x="13" y="37"/>
                  <a:pt x="14" y="40"/>
                  <a:pt x="14" y="42"/>
                </a:cubicBezTo>
                <a:lnTo>
                  <a:pt x="7" y="42"/>
                </a:lnTo>
                <a:close/>
                <a:moveTo>
                  <a:pt x="18" y="34"/>
                </a:moveTo>
                <a:cubicBezTo>
                  <a:pt x="30" y="34"/>
                  <a:pt x="30" y="34"/>
                  <a:pt x="30" y="34"/>
                </a:cubicBezTo>
                <a:cubicBezTo>
                  <a:pt x="30" y="42"/>
                  <a:pt x="30" y="42"/>
                  <a:pt x="30" y="42"/>
                </a:cubicBezTo>
                <a:cubicBezTo>
                  <a:pt x="19" y="42"/>
                  <a:pt x="19" y="42"/>
                  <a:pt x="19" y="42"/>
                </a:cubicBezTo>
                <a:cubicBezTo>
                  <a:pt x="18" y="40"/>
                  <a:pt x="18" y="37"/>
                  <a:pt x="18" y="34"/>
                </a:cubicBezTo>
                <a:close/>
                <a:moveTo>
                  <a:pt x="30" y="47"/>
                </a:moveTo>
                <a:cubicBezTo>
                  <a:pt x="30" y="59"/>
                  <a:pt x="30" y="59"/>
                  <a:pt x="30" y="59"/>
                </a:cubicBezTo>
                <a:cubicBezTo>
                  <a:pt x="29" y="59"/>
                  <a:pt x="28" y="58"/>
                  <a:pt x="27" y="58"/>
                </a:cubicBezTo>
                <a:cubicBezTo>
                  <a:pt x="26" y="57"/>
                  <a:pt x="24" y="55"/>
                  <a:pt x="23" y="52"/>
                </a:cubicBezTo>
                <a:cubicBezTo>
                  <a:pt x="22" y="51"/>
                  <a:pt x="21" y="49"/>
                  <a:pt x="20" y="47"/>
                </a:cubicBezTo>
                <a:cubicBezTo>
                  <a:pt x="30" y="47"/>
                  <a:pt x="30" y="47"/>
                  <a:pt x="30" y="47"/>
                </a:cubicBezTo>
                <a:close/>
                <a:moveTo>
                  <a:pt x="42" y="52"/>
                </a:moveTo>
                <a:cubicBezTo>
                  <a:pt x="41" y="55"/>
                  <a:pt x="39" y="57"/>
                  <a:pt x="38" y="58"/>
                </a:cubicBezTo>
                <a:cubicBezTo>
                  <a:pt x="37" y="58"/>
                  <a:pt x="36" y="59"/>
                  <a:pt x="35" y="59"/>
                </a:cubicBezTo>
                <a:cubicBezTo>
                  <a:pt x="35" y="47"/>
                  <a:pt x="35" y="47"/>
                  <a:pt x="35" y="47"/>
                </a:cubicBezTo>
                <a:cubicBezTo>
                  <a:pt x="45" y="47"/>
                  <a:pt x="45" y="47"/>
                  <a:pt x="45" y="47"/>
                </a:cubicBezTo>
                <a:cubicBezTo>
                  <a:pt x="44" y="49"/>
                  <a:pt x="43" y="51"/>
                  <a:pt x="42" y="52"/>
                </a:cubicBezTo>
                <a:close/>
                <a:moveTo>
                  <a:pt x="35" y="42"/>
                </a:moveTo>
                <a:cubicBezTo>
                  <a:pt x="35" y="34"/>
                  <a:pt x="35" y="34"/>
                  <a:pt x="35" y="34"/>
                </a:cubicBezTo>
                <a:cubicBezTo>
                  <a:pt x="47" y="34"/>
                  <a:pt x="47" y="34"/>
                  <a:pt x="47" y="34"/>
                </a:cubicBezTo>
                <a:cubicBezTo>
                  <a:pt x="47" y="37"/>
                  <a:pt x="47" y="40"/>
                  <a:pt x="46" y="42"/>
                </a:cubicBezTo>
                <a:lnTo>
                  <a:pt x="35" y="42"/>
                </a:lnTo>
                <a:close/>
                <a:moveTo>
                  <a:pt x="52" y="30"/>
                </a:moveTo>
                <a:cubicBezTo>
                  <a:pt x="52" y="27"/>
                  <a:pt x="51" y="24"/>
                  <a:pt x="51" y="21"/>
                </a:cubicBezTo>
                <a:cubicBezTo>
                  <a:pt x="58" y="21"/>
                  <a:pt x="58" y="21"/>
                  <a:pt x="58" y="21"/>
                </a:cubicBezTo>
                <a:cubicBezTo>
                  <a:pt x="59" y="24"/>
                  <a:pt x="60" y="27"/>
                  <a:pt x="60" y="30"/>
                </a:cubicBezTo>
                <a:lnTo>
                  <a:pt x="52" y="30"/>
                </a:lnTo>
                <a:close/>
                <a:moveTo>
                  <a:pt x="56" y="17"/>
                </a:moveTo>
                <a:cubicBezTo>
                  <a:pt x="50" y="17"/>
                  <a:pt x="50" y="17"/>
                  <a:pt x="50" y="17"/>
                </a:cubicBezTo>
                <a:cubicBezTo>
                  <a:pt x="48" y="13"/>
                  <a:pt x="47" y="9"/>
                  <a:pt x="44" y="7"/>
                </a:cubicBezTo>
                <a:cubicBezTo>
                  <a:pt x="47" y="8"/>
                  <a:pt x="50" y="10"/>
                  <a:pt x="52" y="12"/>
                </a:cubicBezTo>
                <a:cubicBezTo>
                  <a:pt x="54" y="14"/>
                  <a:pt x="55" y="15"/>
                  <a:pt x="56" y="17"/>
                </a:cubicBezTo>
                <a:close/>
                <a:moveTo>
                  <a:pt x="13" y="12"/>
                </a:moveTo>
                <a:cubicBezTo>
                  <a:pt x="15" y="10"/>
                  <a:pt x="18" y="8"/>
                  <a:pt x="20" y="7"/>
                </a:cubicBezTo>
                <a:cubicBezTo>
                  <a:pt x="18" y="9"/>
                  <a:pt x="17" y="13"/>
                  <a:pt x="15" y="17"/>
                </a:cubicBezTo>
                <a:cubicBezTo>
                  <a:pt x="9" y="17"/>
                  <a:pt x="9" y="17"/>
                  <a:pt x="9" y="17"/>
                </a:cubicBezTo>
                <a:cubicBezTo>
                  <a:pt x="10" y="15"/>
                  <a:pt x="11" y="14"/>
                  <a:pt x="13" y="12"/>
                </a:cubicBezTo>
                <a:close/>
                <a:moveTo>
                  <a:pt x="9" y="47"/>
                </a:moveTo>
                <a:cubicBezTo>
                  <a:pt x="15" y="47"/>
                  <a:pt x="15" y="47"/>
                  <a:pt x="15" y="47"/>
                </a:cubicBezTo>
                <a:cubicBezTo>
                  <a:pt x="17" y="51"/>
                  <a:pt x="18" y="54"/>
                  <a:pt x="20" y="57"/>
                </a:cubicBezTo>
                <a:cubicBezTo>
                  <a:pt x="18" y="55"/>
                  <a:pt x="15" y="54"/>
                  <a:pt x="13" y="51"/>
                </a:cubicBezTo>
                <a:cubicBezTo>
                  <a:pt x="11" y="50"/>
                  <a:pt x="10" y="48"/>
                  <a:pt x="9" y="47"/>
                </a:cubicBezTo>
                <a:close/>
                <a:moveTo>
                  <a:pt x="52" y="51"/>
                </a:moveTo>
                <a:cubicBezTo>
                  <a:pt x="50" y="54"/>
                  <a:pt x="47" y="55"/>
                  <a:pt x="44" y="57"/>
                </a:cubicBezTo>
                <a:cubicBezTo>
                  <a:pt x="47" y="54"/>
                  <a:pt x="48" y="51"/>
                  <a:pt x="50" y="47"/>
                </a:cubicBezTo>
                <a:cubicBezTo>
                  <a:pt x="56" y="47"/>
                  <a:pt x="56" y="47"/>
                  <a:pt x="56" y="47"/>
                </a:cubicBezTo>
                <a:cubicBezTo>
                  <a:pt x="55" y="48"/>
                  <a:pt x="54" y="50"/>
                  <a:pt x="52" y="5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0" name="Freeform 194"/>
          <p:cNvSpPr>
            <a:spLocks noEditPoints="1"/>
          </p:cNvSpPr>
          <p:nvPr/>
        </p:nvSpPr>
        <p:spPr bwMode="auto">
          <a:xfrm>
            <a:off x="8229655" y="5535711"/>
            <a:ext cx="143663" cy="146595"/>
          </a:xfrm>
          <a:custGeom>
            <a:avLst/>
            <a:gdLst>
              <a:gd name="T0" fmla="*/ 30 w 60"/>
              <a:gd name="T1" fmla="*/ 0 h 61"/>
              <a:gd name="T2" fmla="*/ 0 w 60"/>
              <a:gd name="T3" fmla="*/ 31 h 61"/>
              <a:gd name="T4" fmla="*/ 30 w 60"/>
              <a:gd name="T5" fmla="*/ 61 h 61"/>
              <a:gd name="T6" fmla="*/ 60 w 60"/>
              <a:gd name="T7" fmla="*/ 31 h 61"/>
              <a:gd name="T8" fmla="*/ 30 w 60"/>
              <a:gd name="T9" fmla="*/ 0 h 61"/>
              <a:gd name="T10" fmla="*/ 30 w 60"/>
              <a:gd name="T11" fmla="*/ 55 h 61"/>
              <a:gd name="T12" fmla="*/ 5 w 60"/>
              <a:gd name="T13" fmla="*/ 31 h 61"/>
              <a:gd name="T14" fmla="*/ 30 w 60"/>
              <a:gd name="T15" fmla="*/ 6 h 61"/>
              <a:gd name="T16" fmla="*/ 55 w 60"/>
              <a:gd name="T17" fmla="*/ 31 h 61"/>
              <a:gd name="T18" fmla="*/ 30 w 60"/>
              <a:gd name="T19" fmla="*/ 55 h 61"/>
              <a:gd name="T20" fmla="*/ 26 w 60"/>
              <a:gd name="T21" fmla="*/ 15 h 61"/>
              <a:gd name="T22" fmla="*/ 34 w 60"/>
              <a:gd name="T23" fmla="*/ 15 h 61"/>
              <a:gd name="T24" fmla="*/ 34 w 60"/>
              <a:gd name="T25" fmla="*/ 23 h 61"/>
              <a:gd name="T26" fmla="*/ 26 w 60"/>
              <a:gd name="T27" fmla="*/ 23 h 61"/>
              <a:gd name="T28" fmla="*/ 26 w 60"/>
              <a:gd name="T29" fmla="*/ 15 h 61"/>
              <a:gd name="T30" fmla="*/ 38 w 60"/>
              <a:gd name="T31" fmla="*/ 46 h 61"/>
              <a:gd name="T32" fmla="*/ 22 w 60"/>
              <a:gd name="T33" fmla="*/ 46 h 61"/>
              <a:gd name="T34" fmla="*/ 22 w 60"/>
              <a:gd name="T35" fmla="*/ 42 h 61"/>
              <a:gd name="T36" fmla="*/ 26 w 60"/>
              <a:gd name="T37" fmla="*/ 42 h 61"/>
              <a:gd name="T38" fmla="*/ 26 w 60"/>
              <a:gd name="T39" fmla="*/ 31 h 61"/>
              <a:gd name="T40" fmla="*/ 22 w 60"/>
              <a:gd name="T41" fmla="*/ 31 h 61"/>
              <a:gd name="T42" fmla="*/ 22 w 60"/>
              <a:gd name="T43" fmla="*/ 27 h 61"/>
              <a:gd name="T44" fmla="*/ 34 w 60"/>
              <a:gd name="T45" fmla="*/ 27 h 61"/>
              <a:gd name="T46" fmla="*/ 34 w 60"/>
              <a:gd name="T47" fmla="*/ 42 h 61"/>
              <a:gd name="T48" fmla="*/ 38 w 60"/>
              <a:gd name="T49" fmla="*/ 42 h 61"/>
              <a:gd name="T50" fmla="*/ 38 w 60"/>
              <a:gd name="T51" fmla="*/ 4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0" h="61">
                <a:moveTo>
                  <a:pt x="30" y="0"/>
                </a:moveTo>
                <a:cubicBezTo>
                  <a:pt x="13" y="0"/>
                  <a:pt x="0" y="14"/>
                  <a:pt x="0" y="31"/>
                </a:cubicBezTo>
                <a:cubicBezTo>
                  <a:pt x="0" y="47"/>
                  <a:pt x="13" y="61"/>
                  <a:pt x="30" y="61"/>
                </a:cubicBezTo>
                <a:cubicBezTo>
                  <a:pt x="47" y="61"/>
                  <a:pt x="60" y="47"/>
                  <a:pt x="60" y="31"/>
                </a:cubicBezTo>
                <a:cubicBezTo>
                  <a:pt x="60" y="14"/>
                  <a:pt x="47" y="0"/>
                  <a:pt x="30" y="0"/>
                </a:cubicBezTo>
                <a:close/>
                <a:moveTo>
                  <a:pt x="30" y="55"/>
                </a:moveTo>
                <a:cubicBezTo>
                  <a:pt x="16" y="55"/>
                  <a:pt x="5" y="44"/>
                  <a:pt x="5" y="31"/>
                </a:cubicBezTo>
                <a:cubicBezTo>
                  <a:pt x="5" y="17"/>
                  <a:pt x="16" y="6"/>
                  <a:pt x="30" y="6"/>
                </a:cubicBezTo>
                <a:cubicBezTo>
                  <a:pt x="44" y="6"/>
                  <a:pt x="55" y="17"/>
                  <a:pt x="55" y="31"/>
                </a:cubicBezTo>
                <a:cubicBezTo>
                  <a:pt x="55" y="44"/>
                  <a:pt x="44" y="55"/>
                  <a:pt x="30" y="55"/>
                </a:cubicBezTo>
                <a:close/>
                <a:moveTo>
                  <a:pt x="26" y="15"/>
                </a:moveTo>
                <a:cubicBezTo>
                  <a:pt x="34" y="15"/>
                  <a:pt x="34" y="15"/>
                  <a:pt x="34" y="15"/>
                </a:cubicBezTo>
                <a:cubicBezTo>
                  <a:pt x="34" y="23"/>
                  <a:pt x="34" y="23"/>
                  <a:pt x="34" y="23"/>
                </a:cubicBezTo>
                <a:cubicBezTo>
                  <a:pt x="26" y="23"/>
                  <a:pt x="26" y="23"/>
                  <a:pt x="26" y="23"/>
                </a:cubicBezTo>
                <a:lnTo>
                  <a:pt x="26" y="15"/>
                </a:lnTo>
                <a:close/>
                <a:moveTo>
                  <a:pt x="38" y="46"/>
                </a:moveTo>
                <a:cubicBezTo>
                  <a:pt x="22" y="46"/>
                  <a:pt x="22" y="46"/>
                  <a:pt x="22" y="46"/>
                </a:cubicBezTo>
                <a:cubicBezTo>
                  <a:pt x="22" y="42"/>
                  <a:pt x="22" y="42"/>
                  <a:pt x="22" y="42"/>
                </a:cubicBezTo>
                <a:cubicBezTo>
                  <a:pt x="26" y="42"/>
                  <a:pt x="26" y="42"/>
                  <a:pt x="26" y="42"/>
                </a:cubicBezTo>
                <a:cubicBezTo>
                  <a:pt x="26" y="31"/>
                  <a:pt x="26" y="31"/>
                  <a:pt x="26" y="31"/>
                </a:cubicBezTo>
                <a:cubicBezTo>
                  <a:pt x="22" y="31"/>
                  <a:pt x="22" y="31"/>
                  <a:pt x="22" y="31"/>
                </a:cubicBezTo>
                <a:cubicBezTo>
                  <a:pt x="22" y="27"/>
                  <a:pt x="22" y="27"/>
                  <a:pt x="22" y="27"/>
                </a:cubicBezTo>
                <a:cubicBezTo>
                  <a:pt x="34" y="27"/>
                  <a:pt x="34" y="27"/>
                  <a:pt x="34" y="27"/>
                </a:cubicBezTo>
                <a:cubicBezTo>
                  <a:pt x="34" y="42"/>
                  <a:pt x="34" y="42"/>
                  <a:pt x="34" y="42"/>
                </a:cubicBezTo>
                <a:cubicBezTo>
                  <a:pt x="38" y="42"/>
                  <a:pt x="38" y="42"/>
                  <a:pt x="38" y="42"/>
                </a:cubicBezTo>
                <a:lnTo>
                  <a:pt x="38" y="4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1" name="Freeform 196"/>
          <p:cNvSpPr>
            <a:spLocks noEditPoints="1"/>
          </p:cNvSpPr>
          <p:nvPr/>
        </p:nvSpPr>
        <p:spPr bwMode="auto">
          <a:xfrm>
            <a:off x="7382335" y="5855288"/>
            <a:ext cx="165653" cy="164187"/>
          </a:xfrm>
          <a:custGeom>
            <a:avLst/>
            <a:gdLst>
              <a:gd name="T0" fmla="*/ 35 w 69"/>
              <a:gd name="T1" fmla="*/ 0 h 69"/>
              <a:gd name="T2" fmla="*/ 0 w 69"/>
              <a:gd name="T3" fmla="*/ 35 h 69"/>
              <a:gd name="T4" fmla="*/ 35 w 69"/>
              <a:gd name="T5" fmla="*/ 69 h 69"/>
              <a:gd name="T6" fmla="*/ 69 w 69"/>
              <a:gd name="T7" fmla="*/ 35 h 69"/>
              <a:gd name="T8" fmla="*/ 35 w 69"/>
              <a:gd name="T9" fmla="*/ 0 h 69"/>
              <a:gd name="T10" fmla="*/ 55 w 69"/>
              <a:gd name="T11" fmla="*/ 30 h 69"/>
              <a:gd name="T12" fmla="*/ 36 w 69"/>
              <a:gd name="T13" fmla="*/ 56 h 69"/>
              <a:gd name="T14" fmla="*/ 28 w 69"/>
              <a:gd name="T15" fmla="*/ 52 h 69"/>
              <a:gd name="T16" fmla="*/ 21 w 69"/>
              <a:gd name="T17" fmla="*/ 32 h 69"/>
              <a:gd name="T18" fmla="*/ 16 w 69"/>
              <a:gd name="T19" fmla="*/ 33 h 69"/>
              <a:gd name="T20" fmla="*/ 14 w 69"/>
              <a:gd name="T21" fmla="*/ 31 h 69"/>
              <a:gd name="T22" fmla="*/ 27 w 69"/>
              <a:gd name="T23" fmla="*/ 22 h 69"/>
              <a:gd name="T24" fmla="*/ 34 w 69"/>
              <a:gd name="T25" fmla="*/ 36 h 69"/>
              <a:gd name="T26" fmla="*/ 37 w 69"/>
              <a:gd name="T27" fmla="*/ 44 h 69"/>
              <a:gd name="T28" fmla="*/ 43 w 69"/>
              <a:gd name="T29" fmla="*/ 36 h 69"/>
              <a:gd name="T30" fmla="*/ 38 w 69"/>
              <a:gd name="T31" fmla="*/ 31 h 69"/>
              <a:gd name="T32" fmla="*/ 55 w 69"/>
              <a:gd name="T33" fmla="*/ 3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 h="69">
                <a:moveTo>
                  <a:pt x="35" y="0"/>
                </a:moveTo>
                <a:cubicBezTo>
                  <a:pt x="16" y="0"/>
                  <a:pt x="0" y="16"/>
                  <a:pt x="0" y="35"/>
                </a:cubicBezTo>
                <a:cubicBezTo>
                  <a:pt x="0" y="54"/>
                  <a:pt x="16" y="69"/>
                  <a:pt x="35" y="69"/>
                </a:cubicBezTo>
                <a:cubicBezTo>
                  <a:pt x="54" y="69"/>
                  <a:pt x="69" y="54"/>
                  <a:pt x="69" y="35"/>
                </a:cubicBezTo>
                <a:cubicBezTo>
                  <a:pt x="69" y="16"/>
                  <a:pt x="54" y="0"/>
                  <a:pt x="35" y="0"/>
                </a:cubicBezTo>
                <a:close/>
                <a:moveTo>
                  <a:pt x="55" y="30"/>
                </a:moveTo>
                <a:cubicBezTo>
                  <a:pt x="53" y="43"/>
                  <a:pt x="40" y="54"/>
                  <a:pt x="36" y="56"/>
                </a:cubicBezTo>
                <a:cubicBezTo>
                  <a:pt x="32" y="58"/>
                  <a:pt x="29" y="55"/>
                  <a:pt x="28" y="52"/>
                </a:cubicBezTo>
                <a:cubicBezTo>
                  <a:pt x="26" y="49"/>
                  <a:pt x="22" y="33"/>
                  <a:pt x="21" y="32"/>
                </a:cubicBezTo>
                <a:cubicBezTo>
                  <a:pt x="19" y="30"/>
                  <a:pt x="16" y="33"/>
                  <a:pt x="16" y="33"/>
                </a:cubicBezTo>
                <a:cubicBezTo>
                  <a:pt x="14" y="31"/>
                  <a:pt x="14" y="31"/>
                  <a:pt x="14" y="31"/>
                </a:cubicBezTo>
                <a:cubicBezTo>
                  <a:pt x="14" y="31"/>
                  <a:pt x="21" y="23"/>
                  <a:pt x="27" y="22"/>
                </a:cubicBezTo>
                <a:cubicBezTo>
                  <a:pt x="32" y="21"/>
                  <a:pt x="32" y="30"/>
                  <a:pt x="34" y="36"/>
                </a:cubicBezTo>
                <a:cubicBezTo>
                  <a:pt x="35" y="41"/>
                  <a:pt x="36" y="44"/>
                  <a:pt x="37" y="44"/>
                </a:cubicBezTo>
                <a:cubicBezTo>
                  <a:pt x="38" y="44"/>
                  <a:pt x="40" y="41"/>
                  <a:pt x="43" y="36"/>
                </a:cubicBezTo>
                <a:cubicBezTo>
                  <a:pt x="45" y="32"/>
                  <a:pt x="42" y="28"/>
                  <a:pt x="38" y="31"/>
                </a:cubicBezTo>
                <a:cubicBezTo>
                  <a:pt x="40" y="20"/>
                  <a:pt x="57" y="17"/>
                  <a:pt x="55" y="3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2" name="Freeform 206"/>
          <p:cNvSpPr>
            <a:spLocks noEditPoints="1"/>
          </p:cNvSpPr>
          <p:nvPr/>
        </p:nvSpPr>
        <p:spPr bwMode="auto">
          <a:xfrm>
            <a:off x="9714664" y="6237903"/>
            <a:ext cx="285862" cy="253609"/>
          </a:xfrm>
          <a:custGeom>
            <a:avLst/>
            <a:gdLst>
              <a:gd name="T0" fmla="*/ 50 w 119"/>
              <a:gd name="T1" fmla="*/ 0 h 106"/>
              <a:gd name="T2" fmla="*/ 50 w 119"/>
              <a:gd name="T3" fmla="*/ 0 h 106"/>
              <a:gd name="T4" fmla="*/ 99 w 119"/>
              <a:gd name="T5" fmla="*/ 40 h 106"/>
              <a:gd name="T6" fmla="*/ 50 w 119"/>
              <a:gd name="T7" fmla="*/ 81 h 106"/>
              <a:gd name="T8" fmla="*/ 42 w 119"/>
              <a:gd name="T9" fmla="*/ 80 h 106"/>
              <a:gd name="T10" fmla="*/ 7 w 119"/>
              <a:gd name="T11" fmla="*/ 93 h 106"/>
              <a:gd name="T12" fmla="*/ 7 w 119"/>
              <a:gd name="T13" fmla="*/ 90 h 106"/>
              <a:gd name="T14" fmla="*/ 19 w 119"/>
              <a:gd name="T15" fmla="*/ 74 h 106"/>
              <a:gd name="T16" fmla="*/ 18 w 119"/>
              <a:gd name="T17" fmla="*/ 72 h 106"/>
              <a:gd name="T18" fmla="*/ 0 w 119"/>
              <a:gd name="T19" fmla="*/ 40 h 106"/>
              <a:gd name="T20" fmla="*/ 50 w 119"/>
              <a:gd name="T21" fmla="*/ 0 h 106"/>
              <a:gd name="T22" fmla="*/ 103 w 119"/>
              <a:gd name="T23" fmla="*/ 90 h 106"/>
              <a:gd name="T24" fmla="*/ 113 w 119"/>
              <a:gd name="T25" fmla="*/ 104 h 106"/>
              <a:gd name="T26" fmla="*/ 113 w 119"/>
              <a:gd name="T27" fmla="*/ 106 h 106"/>
              <a:gd name="T28" fmla="*/ 83 w 119"/>
              <a:gd name="T29" fmla="*/ 95 h 106"/>
              <a:gd name="T30" fmla="*/ 76 w 119"/>
              <a:gd name="T31" fmla="*/ 96 h 106"/>
              <a:gd name="T32" fmla="*/ 50 w 119"/>
              <a:gd name="T33" fmla="*/ 88 h 106"/>
              <a:gd name="T34" fmla="*/ 90 w 119"/>
              <a:gd name="T35" fmla="*/ 75 h 106"/>
              <a:gd name="T36" fmla="*/ 103 w 119"/>
              <a:gd name="T37" fmla="*/ 60 h 106"/>
              <a:gd name="T38" fmla="*/ 107 w 119"/>
              <a:gd name="T39" fmla="*/ 40 h 106"/>
              <a:gd name="T40" fmla="*/ 107 w 119"/>
              <a:gd name="T41" fmla="*/ 37 h 106"/>
              <a:gd name="T42" fmla="*/ 119 w 119"/>
              <a:gd name="T43" fmla="*/ 61 h 106"/>
              <a:gd name="T44" fmla="*/ 103 w 119"/>
              <a:gd name="T45" fmla="*/ 88 h 106"/>
              <a:gd name="T46" fmla="*/ 103 w 119"/>
              <a:gd name="T47"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9" h="106">
                <a:moveTo>
                  <a:pt x="50" y="0"/>
                </a:moveTo>
                <a:cubicBezTo>
                  <a:pt x="50" y="0"/>
                  <a:pt x="50" y="0"/>
                  <a:pt x="50" y="0"/>
                </a:cubicBezTo>
                <a:cubicBezTo>
                  <a:pt x="77" y="0"/>
                  <a:pt x="99" y="18"/>
                  <a:pt x="99" y="40"/>
                </a:cubicBezTo>
                <a:cubicBezTo>
                  <a:pt x="99" y="63"/>
                  <a:pt x="77" y="81"/>
                  <a:pt x="50" y="81"/>
                </a:cubicBezTo>
                <a:cubicBezTo>
                  <a:pt x="47" y="81"/>
                  <a:pt x="44" y="80"/>
                  <a:pt x="42" y="80"/>
                </a:cubicBezTo>
                <a:cubicBezTo>
                  <a:pt x="31" y="91"/>
                  <a:pt x="19" y="93"/>
                  <a:pt x="7" y="93"/>
                </a:cubicBezTo>
                <a:cubicBezTo>
                  <a:pt x="7" y="90"/>
                  <a:pt x="7" y="90"/>
                  <a:pt x="7" y="90"/>
                </a:cubicBezTo>
                <a:cubicBezTo>
                  <a:pt x="13" y="87"/>
                  <a:pt x="19" y="81"/>
                  <a:pt x="19" y="74"/>
                </a:cubicBezTo>
                <a:cubicBezTo>
                  <a:pt x="19" y="73"/>
                  <a:pt x="19" y="72"/>
                  <a:pt x="18" y="72"/>
                </a:cubicBezTo>
                <a:cubicBezTo>
                  <a:pt x="7" y="64"/>
                  <a:pt x="0" y="53"/>
                  <a:pt x="0" y="40"/>
                </a:cubicBezTo>
                <a:cubicBezTo>
                  <a:pt x="0" y="18"/>
                  <a:pt x="22" y="0"/>
                  <a:pt x="50" y="0"/>
                </a:cubicBezTo>
                <a:close/>
                <a:moveTo>
                  <a:pt x="103" y="90"/>
                </a:moveTo>
                <a:cubicBezTo>
                  <a:pt x="103" y="96"/>
                  <a:pt x="107" y="101"/>
                  <a:pt x="113" y="104"/>
                </a:cubicBezTo>
                <a:cubicBezTo>
                  <a:pt x="113" y="106"/>
                  <a:pt x="113" y="106"/>
                  <a:pt x="113" y="106"/>
                </a:cubicBezTo>
                <a:cubicBezTo>
                  <a:pt x="102" y="106"/>
                  <a:pt x="92" y="104"/>
                  <a:pt x="83" y="95"/>
                </a:cubicBezTo>
                <a:cubicBezTo>
                  <a:pt x="81" y="95"/>
                  <a:pt x="79" y="96"/>
                  <a:pt x="76" y="96"/>
                </a:cubicBezTo>
                <a:cubicBezTo>
                  <a:pt x="66" y="96"/>
                  <a:pt x="57" y="93"/>
                  <a:pt x="50" y="88"/>
                </a:cubicBezTo>
                <a:cubicBezTo>
                  <a:pt x="65" y="88"/>
                  <a:pt x="79" y="84"/>
                  <a:pt x="90" y="75"/>
                </a:cubicBezTo>
                <a:cubicBezTo>
                  <a:pt x="95" y="71"/>
                  <a:pt x="100" y="65"/>
                  <a:pt x="103" y="60"/>
                </a:cubicBezTo>
                <a:cubicBezTo>
                  <a:pt x="106" y="54"/>
                  <a:pt x="107" y="47"/>
                  <a:pt x="107" y="40"/>
                </a:cubicBezTo>
                <a:cubicBezTo>
                  <a:pt x="107" y="39"/>
                  <a:pt x="107" y="38"/>
                  <a:pt x="107" y="37"/>
                </a:cubicBezTo>
                <a:cubicBezTo>
                  <a:pt x="115" y="43"/>
                  <a:pt x="119" y="52"/>
                  <a:pt x="119" y="61"/>
                </a:cubicBezTo>
                <a:cubicBezTo>
                  <a:pt x="119" y="72"/>
                  <a:pt x="113" y="82"/>
                  <a:pt x="103" y="88"/>
                </a:cubicBezTo>
                <a:cubicBezTo>
                  <a:pt x="103" y="89"/>
                  <a:pt x="103" y="89"/>
                  <a:pt x="103" y="9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3" name="Freeform 207"/>
          <p:cNvSpPr>
            <a:spLocks noEditPoints="1"/>
          </p:cNvSpPr>
          <p:nvPr/>
        </p:nvSpPr>
        <p:spPr bwMode="auto">
          <a:xfrm>
            <a:off x="9547546" y="5868483"/>
            <a:ext cx="167118" cy="168584"/>
          </a:xfrm>
          <a:custGeom>
            <a:avLst/>
            <a:gdLst>
              <a:gd name="T0" fmla="*/ 35 w 70"/>
              <a:gd name="T1" fmla="*/ 0 h 70"/>
              <a:gd name="T2" fmla="*/ 0 w 70"/>
              <a:gd name="T3" fmla="*/ 35 h 70"/>
              <a:gd name="T4" fmla="*/ 35 w 70"/>
              <a:gd name="T5" fmla="*/ 70 h 70"/>
              <a:gd name="T6" fmla="*/ 70 w 70"/>
              <a:gd name="T7" fmla="*/ 35 h 70"/>
              <a:gd name="T8" fmla="*/ 35 w 70"/>
              <a:gd name="T9" fmla="*/ 0 h 70"/>
              <a:gd name="T10" fmla="*/ 29 w 70"/>
              <a:gd name="T11" fmla="*/ 57 h 70"/>
              <a:gd name="T12" fmla="*/ 14 w 70"/>
              <a:gd name="T13" fmla="*/ 38 h 70"/>
              <a:gd name="T14" fmla="*/ 21 w 70"/>
              <a:gd name="T15" fmla="*/ 31 h 70"/>
              <a:gd name="T16" fmla="*/ 29 w 70"/>
              <a:gd name="T17" fmla="*/ 41 h 70"/>
              <a:gd name="T18" fmla="*/ 54 w 70"/>
              <a:gd name="T19" fmla="*/ 21 h 70"/>
              <a:gd name="T20" fmla="*/ 57 w 70"/>
              <a:gd name="T21" fmla="*/ 24 h 70"/>
              <a:gd name="T22" fmla="*/ 29 w 70"/>
              <a:gd name="T23" fmla="*/ 5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70">
                <a:moveTo>
                  <a:pt x="35" y="0"/>
                </a:moveTo>
                <a:cubicBezTo>
                  <a:pt x="16" y="0"/>
                  <a:pt x="0" y="16"/>
                  <a:pt x="0" y="35"/>
                </a:cubicBezTo>
                <a:cubicBezTo>
                  <a:pt x="0" y="54"/>
                  <a:pt x="16" y="70"/>
                  <a:pt x="35" y="70"/>
                </a:cubicBezTo>
                <a:cubicBezTo>
                  <a:pt x="54" y="70"/>
                  <a:pt x="70" y="54"/>
                  <a:pt x="70" y="35"/>
                </a:cubicBezTo>
                <a:cubicBezTo>
                  <a:pt x="70" y="16"/>
                  <a:pt x="54" y="0"/>
                  <a:pt x="35" y="0"/>
                </a:cubicBezTo>
                <a:close/>
                <a:moveTo>
                  <a:pt x="29" y="57"/>
                </a:moveTo>
                <a:cubicBezTo>
                  <a:pt x="14" y="38"/>
                  <a:pt x="14" y="38"/>
                  <a:pt x="14" y="38"/>
                </a:cubicBezTo>
                <a:cubicBezTo>
                  <a:pt x="21" y="31"/>
                  <a:pt x="21" y="31"/>
                  <a:pt x="21" y="31"/>
                </a:cubicBezTo>
                <a:cubicBezTo>
                  <a:pt x="29" y="41"/>
                  <a:pt x="29" y="41"/>
                  <a:pt x="29" y="41"/>
                </a:cubicBezTo>
                <a:cubicBezTo>
                  <a:pt x="54" y="21"/>
                  <a:pt x="54" y="21"/>
                  <a:pt x="54" y="21"/>
                </a:cubicBezTo>
                <a:cubicBezTo>
                  <a:pt x="57" y="24"/>
                  <a:pt x="57" y="24"/>
                  <a:pt x="57" y="24"/>
                </a:cubicBezTo>
                <a:lnTo>
                  <a:pt x="29" y="57"/>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4" name="Freeform 208"/>
          <p:cNvSpPr>
            <a:spLocks noEditPoints="1"/>
          </p:cNvSpPr>
          <p:nvPr/>
        </p:nvSpPr>
        <p:spPr bwMode="auto">
          <a:xfrm>
            <a:off x="8735408" y="6147013"/>
            <a:ext cx="206700" cy="234553"/>
          </a:xfrm>
          <a:custGeom>
            <a:avLst/>
            <a:gdLst>
              <a:gd name="T0" fmla="*/ 55 w 86"/>
              <a:gd name="T1" fmla="*/ 14 h 98"/>
              <a:gd name="T2" fmla="*/ 55 w 86"/>
              <a:gd name="T3" fmla="*/ 27 h 98"/>
              <a:gd name="T4" fmla="*/ 65 w 86"/>
              <a:gd name="T5" fmla="*/ 33 h 98"/>
              <a:gd name="T6" fmla="*/ 74 w 86"/>
              <a:gd name="T7" fmla="*/ 55 h 98"/>
              <a:gd name="T8" fmla="*/ 65 w 86"/>
              <a:gd name="T9" fmla="*/ 77 h 98"/>
              <a:gd name="T10" fmla="*/ 43 w 86"/>
              <a:gd name="T11" fmla="*/ 85 h 98"/>
              <a:gd name="T12" fmla="*/ 22 w 86"/>
              <a:gd name="T13" fmla="*/ 77 h 98"/>
              <a:gd name="T14" fmla="*/ 13 w 86"/>
              <a:gd name="T15" fmla="*/ 55 h 98"/>
              <a:gd name="T16" fmla="*/ 22 w 86"/>
              <a:gd name="T17" fmla="*/ 33 h 98"/>
              <a:gd name="T18" fmla="*/ 31 w 86"/>
              <a:gd name="T19" fmla="*/ 27 h 98"/>
              <a:gd name="T20" fmla="*/ 31 w 86"/>
              <a:gd name="T21" fmla="*/ 14 h 98"/>
              <a:gd name="T22" fmla="*/ 0 w 86"/>
              <a:gd name="T23" fmla="*/ 55 h 98"/>
              <a:gd name="T24" fmla="*/ 43 w 86"/>
              <a:gd name="T25" fmla="*/ 98 h 98"/>
              <a:gd name="T26" fmla="*/ 86 w 86"/>
              <a:gd name="T27" fmla="*/ 55 h 98"/>
              <a:gd name="T28" fmla="*/ 55 w 86"/>
              <a:gd name="T29" fmla="*/ 14 h 98"/>
              <a:gd name="T30" fmla="*/ 37 w 86"/>
              <a:gd name="T31" fmla="*/ 0 h 98"/>
              <a:gd name="T32" fmla="*/ 49 w 86"/>
              <a:gd name="T33" fmla="*/ 0 h 98"/>
              <a:gd name="T34" fmla="*/ 49 w 86"/>
              <a:gd name="T35" fmla="*/ 49 h 98"/>
              <a:gd name="T36" fmla="*/ 37 w 86"/>
              <a:gd name="T37" fmla="*/ 49 h 98"/>
              <a:gd name="T38" fmla="*/ 37 w 86"/>
              <a:gd name="T39" fmla="*/ 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6" h="98">
                <a:moveTo>
                  <a:pt x="55" y="14"/>
                </a:moveTo>
                <a:cubicBezTo>
                  <a:pt x="55" y="27"/>
                  <a:pt x="55" y="27"/>
                  <a:pt x="55" y="27"/>
                </a:cubicBezTo>
                <a:cubicBezTo>
                  <a:pt x="59" y="28"/>
                  <a:pt x="62" y="31"/>
                  <a:pt x="65" y="33"/>
                </a:cubicBezTo>
                <a:cubicBezTo>
                  <a:pt x="71" y="39"/>
                  <a:pt x="74" y="47"/>
                  <a:pt x="74" y="55"/>
                </a:cubicBezTo>
                <a:cubicBezTo>
                  <a:pt x="74" y="63"/>
                  <a:pt x="71" y="71"/>
                  <a:pt x="65" y="77"/>
                </a:cubicBezTo>
                <a:cubicBezTo>
                  <a:pt x="59" y="82"/>
                  <a:pt x="51" y="85"/>
                  <a:pt x="43" y="85"/>
                </a:cubicBezTo>
                <a:cubicBezTo>
                  <a:pt x="35" y="85"/>
                  <a:pt x="27" y="82"/>
                  <a:pt x="22" y="77"/>
                </a:cubicBezTo>
                <a:cubicBezTo>
                  <a:pt x="16" y="71"/>
                  <a:pt x="13" y="63"/>
                  <a:pt x="13" y="55"/>
                </a:cubicBezTo>
                <a:cubicBezTo>
                  <a:pt x="13" y="47"/>
                  <a:pt x="16" y="39"/>
                  <a:pt x="22" y="33"/>
                </a:cubicBezTo>
                <a:cubicBezTo>
                  <a:pt x="24" y="31"/>
                  <a:pt x="27" y="28"/>
                  <a:pt x="31" y="27"/>
                </a:cubicBezTo>
                <a:cubicBezTo>
                  <a:pt x="31" y="14"/>
                  <a:pt x="31" y="14"/>
                  <a:pt x="31" y="14"/>
                </a:cubicBezTo>
                <a:cubicBezTo>
                  <a:pt x="13" y="19"/>
                  <a:pt x="0" y="36"/>
                  <a:pt x="0" y="55"/>
                </a:cubicBezTo>
                <a:cubicBezTo>
                  <a:pt x="0" y="79"/>
                  <a:pt x="20" y="98"/>
                  <a:pt x="43" y="98"/>
                </a:cubicBezTo>
                <a:cubicBezTo>
                  <a:pt x="67" y="98"/>
                  <a:pt x="86" y="79"/>
                  <a:pt x="86" y="55"/>
                </a:cubicBezTo>
                <a:cubicBezTo>
                  <a:pt x="86" y="36"/>
                  <a:pt x="73" y="19"/>
                  <a:pt x="55" y="14"/>
                </a:cubicBezTo>
                <a:close/>
                <a:moveTo>
                  <a:pt x="37" y="0"/>
                </a:moveTo>
                <a:cubicBezTo>
                  <a:pt x="49" y="0"/>
                  <a:pt x="49" y="0"/>
                  <a:pt x="49" y="0"/>
                </a:cubicBezTo>
                <a:cubicBezTo>
                  <a:pt x="49" y="49"/>
                  <a:pt x="49" y="49"/>
                  <a:pt x="49" y="49"/>
                </a:cubicBezTo>
                <a:cubicBezTo>
                  <a:pt x="37" y="49"/>
                  <a:pt x="37" y="49"/>
                  <a:pt x="37" y="49"/>
                </a:cubicBezTo>
                <a:lnTo>
                  <a:pt x="37" y="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5" name="Freeform 209"/>
          <p:cNvSpPr/>
          <p:nvPr/>
        </p:nvSpPr>
        <p:spPr bwMode="auto">
          <a:xfrm>
            <a:off x="8478866" y="6388896"/>
            <a:ext cx="278530" cy="233086"/>
          </a:xfrm>
          <a:custGeom>
            <a:avLst/>
            <a:gdLst>
              <a:gd name="T0" fmla="*/ 57 w 116"/>
              <a:gd name="T1" fmla="*/ 1 h 97"/>
              <a:gd name="T2" fmla="*/ 48 w 116"/>
              <a:gd name="T3" fmla="*/ 8 h 97"/>
              <a:gd name="T4" fmla="*/ 55 w 116"/>
              <a:gd name="T5" fmla="*/ 18 h 97"/>
              <a:gd name="T6" fmla="*/ 85 w 116"/>
              <a:gd name="T7" fmla="*/ 22 h 97"/>
              <a:gd name="T8" fmla="*/ 5 w 116"/>
              <a:gd name="T9" fmla="*/ 81 h 97"/>
              <a:gd name="T10" fmla="*/ 3 w 116"/>
              <a:gd name="T11" fmla="*/ 93 h 97"/>
              <a:gd name="T12" fmla="*/ 8 w 116"/>
              <a:gd name="T13" fmla="*/ 96 h 97"/>
              <a:gd name="T14" fmla="*/ 15 w 116"/>
              <a:gd name="T15" fmla="*/ 95 h 97"/>
              <a:gd name="T16" fmla="*/ 95 w 116"/>
              <a:gd name="T17" fmla="*/ 36 h 97"/>
              <a:gd name="T18" fmla="*/ 90 w 116"/>
              <a:gd name="T19" fmla="*/ 66 h 97"/>
              <a:gd name="T20" fmla="*/ 97 w 116"/>
              <a:gd name="T21" fmla="*/ 76 h 97"/>
              <a:gd name="T22" fmla="*/ 107 w 116"/>
              <a:gd name="T23" fmla="*/ 69 h 97"/>
              <a:gd name="T24" fmla="*/ 116 w 116"/>
              <a:gd name="T25" fmla="*/ 10 h 97"/>
              <a:gd name="T26" fmla="*/ 57 w 116"/>
              <a:gd name="T27" fmla="*/ 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6" h="97">
                <a:moveTo>
                  <a:pt x="57" y="1"/>
                </a:moveTo>
                <a:cubicBezTo>
                  <a:pt x="53" y="0"/>
                  <a:pt x="48" y="3"/>
                  <a:pt x="48" y="8"/>
                </a:cubicBezTo>
                <a:cubicBezTo>
                  <a:pt x="47" y="13"/>
                  <a:pt x="50" y="17"/>
                  <a:pt x="55" y="18"/>
                </a:cubicBezTo>
                <a:cubicBezTo>
                  <a:pt x="85" y="22"/>
                  <a:pt x="85" y="22"/>
                  <a:pt x="85" y="22"/>
                </a:cubicBezTo>
                <a:cubicBezTo>
                  <a:pt x="5" y="81"/>
                  <a:pt x="5" y="81"/>
                  <a:pt x="5" y="81"/>
                </a:cubicBezTo>
                <a:cubicBezTo>
                  <a:pt x="1" y="84"/>
                  <a:pt x="0" y="89"/>
                  <a:pt x="3" y="93"/>
                </a:cubicBezTo>
                <a:cubicBezTo>
                  <a:pt x="4" y="95"/>
                  <a:pt x="6" y="96"/>
                  <a:pt x="8" y="96"/>
                </a:cubicBezTo>
                <a:cubicBezTo>
                  <a:pt x="10" y="97"/>
                  <a:pt x="13" y="96"/>
                  <a:pt x="15" y="95"/>
                </a:cubicBezTo>
                <a:cubicBezTo>
                  <a:pt x="95" y="36"/>
                  <a:pt x="95" y="36"/>
                  <a:pt x="95" y="36"/>
                </a:cubicBezTo>
                <a:cubicBezTo>
                  <a:pt x="90" y="66"/>
                  <a:pt x="90" y="66"/>
                  <a:pt x="90" y="66"/>
                </a:cubicBezTo>
                <a:cubicBezTo>
                  <a:pt x="90" y="71"/>
                  <a:pt x="93" y="75"/>
                  <a:pt x="97" y="76"/>
                </a:cubicBezTo>
                <a:cubicBezTo>
                  <a:pt x="102" y="76"/>
                  <a:pt x="106" y="73"/>
                  <a:pt x="107" y="69"/>
                </a:cubicBezTo>
                <a:cubicBezTo>
                  <a:pt x="116" y="10"/>
                  <a:pt x="116" y="10"/>
                  <a:pt x="116" y="10"/>
                </a:cubicBezTo>
                <a:lnTo>
                  <a:pt x="57" y="1"/>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6" name="Freeform 210"/>
          <p:cNvSpPr>
            <a:spLocks noEditPoints="1"/>
          </p:cNvSpPr>
          <p:nvPr/>
        </p:nvSpPr>
        <p:spPr bwMode="auto">
          <a:xfrm>
            <a:off x="9100431" y="6045863"/>
            <a:ext cx="238951" cy="256542"/>
          </a:xfrm>
          <a:custGeom>
            <a:avLst/>
            <a:gdLst>
              <a:gd name="T0" fmla="*/ 90 w 100"/>
              <a:gd name="T1" fmla="*/ 0 h 107"/>
              <a:gd name="T2" fmla="*/ 10 w 100"/>
              <a:gd name="T3" fmla="*/ 0 h 107"/>
              <a:gd name="T4" fmla="*/ 0 w 100"/>
              <a:gd name="T5" fmla="*/ 10 h 107"/>
              <a:gd name="T6" fmla="*/ 0 w 100"/>
              <a:gd name="T7" fmla="*/ 97 h 107"/>
              <a:gd name="T8" fmla="*/ 10 w 100"/>
              <a:gd name="T9" fmla="*/ 107 h 107"/>
              <a:gd name="T10" fmla="*/ 90 w 100"/>
              <a:gd name="T11" fmla="*/ 107 h 107"/>
              <a:gd name="T12" fmla="*/ 100 w 100"/>
              <a:gd name="T13" fmla="*/ 97 h 107"/>
              <a:gd name="T14" fmla="*/ 100 w 100"/>
              <a:gd name="T15" fmla="*/ 10 h 107"/>
              <a:gd name="T16" fmla="*/ 90 w 100"/>
              <a:gd name="T17" fmla="*/ 0 h 107"/>
              <a:gd name="T18" fmla="*/ 86 w 100"/>
              <a:gd name="T19" fmla="*/ 93 h 107"/>
              <a:gd name="T20" fmla="*/ 13 w 100"/>
              <a:gd name="T21" fmla="*/ 93 h 107"/>
              <a:gd name="T22" fmla="*/ 13 w 100"/>
              <a:gd name="T23" fmla="*/ 13 h 107"/>
              <a:gd name="T24" fmla="*/ 86 w 100"/>
              <a:gd name="T25" fmla="*/ 13 h 107"/>
              <a:gd name="T26" fmla="*/ 86 w 100"/>
              <a:gd name="T27" fmla="*/ 93 h 107"/>
              <a:gd name="T28" fmla="*/ 26 w 100"/>
              <a:gd name="T29" fmla="*/ 47 h 107"/>
              <a:gd name="T30" fmla="*/ 73 w 100"/>
              <a:gd name="T31" fmla="*/ 47 h 107"/>
              <a:gd name="T32" fmla="*/ 73 w 100"/>
              <a:gd name="T33" fmla="*/ 53 h 107"/>
              <a:gd name="T34" fmla="*/ 26 w 100"/>
              <a:gd name="T35" fmla="*/ 53 h 107"/>
              <a:gd name="T36" fmla="*/ 26 w 100"/>
              <a:gd name="T37" fmla="*/ 47 h 107"/>
              <a:gd name="T38" fmla="*/ 26 w 100"/>
              <a:gd name="T39" fmla="*/ 60 h 107"/>
              <a:gd name="T40" fmla="*/ 73 w 100"/>
              <a:gd name="T41" fmla="*/ 60 h 107"/>
              <a:gd name="T42" fmla="*/ 73 w 100"/>
              <a:gd name="T43" fmla="*/ 67 h 107"/>
              <a:gd name="T44" fmla="*/ 26 w 100"/>
              <a:gd name="T45" fmla="*/ 67 h 107"/>
              <a:gd name="T46" fmla="*/ 26 w 100"/>
              <a:gd name="T47" fmla="*/ 60 h 107"/>
              <a:gd name="T48" fmla="*/ 26 w 100"/>
              <a:gd name="T49" fmla="*/ 73 h 107"/>
              <a:gd name="T50" fmla="*/ 73 w 100"/>
              <a:gd name="T51" fmla="*/ 73 h 107"/>
              <a:gd name="T52" fmla="*/ 73 w 100"/>
              <a:gd name="T53" fmla="*/ 80 h 107"/>
              <a:gd name="T54" fmla="*/ 26 w 100"/>
              <a:gd name="T55" fmla="*/ 80 h 107"/>
              <a:gd name="T56" fmla="*/ 26 w 100"/>
              <a:gd name="T57" fmla="*/ 73 h 107"/>
              <a:gd name="T58" fmla="*/ 26 w 100"/>
              <a:gd name="T59" fmla="*/ 33 h 107"/>
              <a:gd name="T60" fmla="*/ 73 w 100"/>
              <a:gd name="T61" fmla="*/ 33 h 107"/>
              <a:gd name="T62" fmla="*/ 73 w 100"/>
              <a:gd name="T63" fmla="*/ 40 h 107"/>
              <a:gd name="T64" fmla="*/ 26 w 100"/>
              <a:gd name="T65" fmla="*/ 40 h 107"/>
              <a:gd name="T66" fmla="*/ 26 w 100"/>
              <a:gd name="T67" fmla="*/ 3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0" h="107">
                <a:moveTo>
                  <a:pt x="90" y="0"/>
                </a:moveTo>
                <a:cubicBezTo>
                  <a:pt x="10" y="0"/>
                  <a:pt x="10" y="0"/>
                  <a:pt x="10" y="0"/>
                </a:cubicBezTo>
                <a:cubicBezTo>
                  <a:pt x="4" y="0"/>
                  <a:pt x="0" y="5"/>
                  <a:pt x="0" y="10"/>
                </a:cubicBezTo>
                <a:cubicBezTo>
                  <a:pt x="0" y="97"/>
                  <a:pt x="0" y="97"/>
                  <a:pt x="0" y="97"/>
                </a:cubicBezTo>
                <a:cubicBezTo>
                  <a:pt x="0" y="102"/>
                  <a:pt x="4" y="107"/>
                  <a:pt x="10" y="107"/>
                </a:cubicBezTo>
                <a:cubicBezTo>
                  <a:pt x="90" y="107"/>
                  <a:pt x="90" y="107"/>
                  <a:pt x="90" y="107"/>
                </a:cubicBezTo>
                <a:cubicBezTo>
                  <a:pt x="95" y="107"/>
                  <a:pt x="100" y="102"/>
                  <a:pt x="100" y="97"/>
                </a:cubicBezTo>
                <a:cubicBezTo>
                  <a:pt x="100" y="10"/>
                  <a:pt x="100" y="10"/>
                  <a:pt x="100" y="10"/>
                </a:cubicBezTo>
                <a:cubicBezTo>
                  <a:pt x="100" y="5"/>
                  <a:pt x="95" y="0"/>
                  <a:pt x="90" y="0"/>
                </a:cubicBezTo>
                <a:close/>
                <a:moveTo>
                  <a:pt x="86" y="93"/>
                </a:moveTo>
                <a:cubicBezTo>
                  <a:pt x="13" y="93"/>
                  <a:pt x="13" y="93"/>
                  <a:pt x="13" y="93"/>
                </a:cubicBezTo>
                <a:cubicBezTo>
                  <a:pt x="13" y="13"/>
                  <a:pt x="13" y="13"/>
                  <a:pt x="13" y="13"/>
                </a:cubicBezTo>
                <a:cubicBezTo>
                  <a:pt x="86" y="13"/>
                  <a:pt x="86" y="13"/>
                  <a:pt x="86" y="13"/>
                </a:cubicBezTo>
                <a:lnTo>
                  <a:pt x="86" y="93"/>
                </a:lnTo>
                <a:close/>
                <a:moveTo>
                  <a:pt x="26" y="47"/>
                </a:moveTo>
                <a:cubicBezTo>
                  <a:pt x="73" y="47"/>
                  <a:pt x="73" y="47"/>
                  <a:pt x="73" y="47"/>
                </a:cubicBezTo>
                <a:cubicBezTo>
                  <a:pt x="73" y="53"/>
                  <a:pt x="73" y="53"/>
                  <a:pt x="73" y="53"/>
                </a:cubicBezTo>
                <a:cubicBezTo>
                  <a:pt x="26" y="53"/>
                  <a:pt x="26" y="53"/>
                  <a:pt x="26" y="53"/>
                </a:cubicBezTo>
                <a:lnTo>
                  <a:pt x="26" y="47"/>
                </a:lnTo>
                <a:close/>
                <a:moveTo>
                  <a:pt x="26" y="60"/>
                </a:moveTo>
                <a:cubicBezTo>
                  <a:pt x="73" y="60"/>
                  <a:pt x="73" y="60"/>
                  <a:pt x="73" y="60"/>
                </a:cubicBezTo>
                <a:cubicBezTo>
                  <a:pt x="73" y="67"/>
                  <a:pt x="73" y="67"/>
                  <a:pt x="73" y="67"/>
                </a:cubicBezTo>
                <a:cubicBezTo>
                  <a:pt x="26" y="67"/>
                  <a:pt x="26" y="67"/>
                  <a:pt x="26" y="67"/>
                </a:cubicBezTo>
                <a:lnTo>
                  <a:pt x="26" y="60"/>
                </a:lnTo>
                <a:close/>
                <a:moveTo>
                  <a:pt x="26" y="73"/>
                </a:moveTo>
                <a:cubicBezTo>
                  <a:pt x="73" y="73"/>
                  <a:pt x="73" y="73"/>
                  <a:pt x="73" y="73"/>
                </a:cubicBezTo>
                <a:cubicBezTo>
                  <a:pt x="73" y="80"/>
                  <a:pt x="73" y="80"/>
                  <a:pt x="73" y="80"/>
                </a:cubicBezTo>
                <a:cubicBezTo>
                  <a:pt x="26" y="80"/>
                  <a:pt x="26" y="80"/>
                  <a:pt x="26" y="80"/>
                </a:cubicBezTo>
                <a:lnTo>
                  <a:pt x="26" y="73"/>
                </a:lnTo>
                <a:close/>
                <a:moveTo>
                  <a:pt x="26" y="33"/>
                </a:moveTo>
                <a:cubicBezTo>
                  <a:pt x="73" y="33"/>
                  <a:pt x="73" y="33"/>
                  <a:pt x="73" y="33"/>
                </a:cubicBezTo>
                <a:cubicBezTo>
                  <a:pt x="73" y="40"/>
                  <a:pt x="73" y="40"/>
                  <a:pt x="73" y="40"/>
                </a:cubicBezTo>
                <a:cubicBezTo>
                  <a:pt x="26" y="40"/>
                  <a:pt x="26" y="40"/>
                  <a:pt x="26" y="40"/>
                </a:cubicBezTo>
                <a:lnTo>
                  <a:pt x="26" y="33"/>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7" name="Freeform 211"/>
          <p:cNvSpPr/>
          <p:nvPr/>
        </p:nvSpPr>
        <p:spPr bwMode="auto">
          <a:xfrm>
            <a:off x="9400950" y="6078113"/>
            <a:ext cx="274134" cy="272667"/>
          </a:xfrm>
          <a:custGeom>
            <a:avLst/>
            <a:gdLst>
              <a:gd name="T0" fmla="*/ 86 w 114"/>
              <a:gd name="T1" fmla="*/ 72 h 114"/>
              <a:gd name="T2" fmla="*/ 66 w 114"/>
              <a:gd name="T3" fmla="*/ 52 h 114"/>
              <a:gd name="T4" fmla="*/ 114 w 114"/>
              <a:gd name="T5" fmla="*/ 16 h 114"/>
              <a:gd name="T6" fmla="*/ 100 w 114"/>
              <a:gd name="T7" fmla="*/ 2 h 114"/>
              <a:gd name="T8" fmla="*/ 40 w 114"/>
              <a:gd name="T9" fmla="*/ 26 h 114"/>
              <a:gd name="T10" fmla="*/ 21 w 114"/>
              <a:gd name="T11" fmla="*/ 7 h 114"/>
              <a:gd name="T12" fmla="*/ 4 w 114"/>
              <a:gd name="T13" fmla="*/ 4 h 114"/>
              <a:gd name="T14" fmla="*/ 7 w 114"/>
              <a:gd name="T15" fmla="*/ 21 h 114"/>
              <a:gd name="T16" fmla="*/ 26 w 114"/>
              <a:gd name="T17" fmla="*/ 40 h 114"/>
              <a:gd name="T18" fmla="*/ 2 w 114"/>
              <a:gd name="T19" fmla="*/ 100 h 114"/>
              <a:gd name="T20" fmla="*/ 16 w 114"/>
              <a:gd name="T21" fmla="*/ 114 h 114"/>
              <a:gd name="T22" fmla="*/ 52 w 114"/>
              <a:gd name="T23" fmla="*/ 66 h 114"/>
              <a:gd name="T24" fmla="*/ 72 w 114"/>
              <a:gd name="T25" fmla="*/ 86 h 114"/>
              <a:gd name="T26" fmla="*/ 72 w 114"/>
              <a:gd name="T27" fmla="*/ 114 h 114"/>
              <a:gd name="T28" fmla="*/ 86 w 114"/>
              <a:gd name="T29" fmla="*/ 114 h 114"/>
              <a:gd name="T30" fmla="*/ 93 w 114"/>
              <a:gd name="T31" fmla="*/ 93 h 114"/>
              <a:gd name="T32" fmla="*/ 114 w 114"/>
              <a:gd name="T33" fmla="*/ 86 h 114"/>
              <a:gd name="T34" fmla="*/ 114 w 114"/>
              <a:gd name="T35" fmla="*/ 72 h 114"/>
              <a:gd name="T36" fmla="*/ 86 w 114"/>
              <a:gd name="T37" fmla="*/ 7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14">
                <a:moveTo>
                  <a:pt x="86" y="72"/>
                </a:moveTo>
                <a:cubicBezTo>
                  <a:pt x="66" y="52"/>
                  <a:pt x="66" y="52"/>
                  <a:pt x="66" y="52"/>
                </a:cubicBezTo>
                <a:cubicBezTo>
                  <a:pt x="114" y="16"/>
                  <a:pt x="114" y="16"/>
                  <a:pt x="114" y="16"/>
                </a:cubicBezTo>
                <a:cubicBezTo>
                  <a:pt x="100" y="2"/>
                  <a:pt x="100" y="2"/>
                  <a:pt x="100" y="2"/>
                </a:cubicBezTo>
                <a:cubicBezTo>
                  <a:pt x="40" y="26"/>
                  <a:pt x="40" y="26"/>
                  <a:pt x="40" y="26"/>
                </a:cubicBezTo>
                <a:cubicBezTo>
                  <a:pt x="21" y="7"/>
                  <a:pt x="21" y="7"/>
                  <a:pt x="21" y="7"/>
                </a:cubicBezTo>
                <a:cubicBezTo>
                  <a:pt x="16" y="2"/>
                  <a:pt x="8" y="0"/>
                  <a:pt x="4" y="4"/>
                </a:cubicBezTo>
                <a:cubicBezTo>
                  <a:pt x="0" y="8"/>
                  <a:pt x="2" y="16"/>
                  <a:pt x="7" y="21"/>
                </a:cubicBezTo>
                <a:cubicBezTo>
                  <a:pt x="26" y="40"/>
                  <a:pt x="26" y="40"/>
                  <a:pt x="26" y="40"/>
                </a:cubicBezTo>
                <a:cubicBezTo>
                  <a:pt x="2" y="100"/>
                  <a:pt x="2" y="100"/>
                  <a:pt x="2" y="100"/>
                </a:cubicBezTo>
                <a:cubicBezTo>
                  <a:pt x="16" y="114"/>
                  <a:pt x="16" y="114"/>
                  <a:pt x="16" y="114"/>
                </a:cubicBezTo>
                <a:cubicBezTo>
                  <a:pt x="52" y="66"/>
                  <a:pt x="52" y="66"/>
                  <a:pt x="52" y="66"/>
                </a:cubicBezTo>
                <a:cubicBezTo>
                  <a:pt x="72" y="86"/>
                  <a:pt x="72" y="86"/>
                  <a:pt x="72" y="86"/>
                </a:cubicBezTo>
                <a:cubicBezTo>
                  <a:pt x="72" y="114"/>
                  <a:pt x="72" y="114"/>
                  <a:pt x="72" y="114"/>
                </a:cubicBezTo>
                <a:cubicBezTo>
                  <a:pt x="86" y="114"/>
                  <a:pt x="86" y="114"/>
                  <a:pt x="86" y="114"/>
                </a:cubicBezTo>
                <a:cubicBezTo>
                  <a:pt x="93" y="93"/>
                  <a:pt x="93" y="93"/>
                  <a:pt x="93" y="93"/>
                </a:cubicBezTo>
                <a:cubicBezTo>
                  <a:pt x="114" y="86"/>
                  <a:pt x="114" y="86"/>
                  <a:pt x="114" y="86"/>
                </a:cubicBezTo>
                <a:cubicBezTo>
                  <a:pt x="114" y="72"/>
                  <a:pt x="114" y="72"/>
                  <a:pt x="114" y="72"/>
                </a:cubicBezTo>
                <a:cubicBezTo>
                  <a:pt x="86" y="72"/>
                  <a:pt x="86" y="72"/>
                  <a:pt x="86" y="72"/>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8" name="Freeform 212"/>
          <p:cNvSpPr/>
          <p:nvPr/>
        </p:nvSpPr>
        <p:spPr bwMode="auto">
          <a:xfrm>
            <a:off x="9418541" y="6415283"/>
            <a:ext cx="258008" cy="211097"/>
          </a:xfrm>
          <a:custGeom>
            <a:avLst/>
            <a:gdLst>
              <a:gd name="T0" fmla="*/ 108 w 108"/>
              <a:gd name="T1" fmla="*/ 11 h 88"/>
              <a:gd name="T2" fmla="*/ 96 w 108"/>
              <a:gd name="T3" fmla="*/ 14 h 88"/>
              <a:gd name="T4" fmla="*/ 105 w 108"/>
              <a:gd name="T5" fmla="*/ 2 h 88"/>
              <a:gd name="T6" fmla="*/ 91 w 108"/>
              <a:gd name="T7" fmla="*/ 7 h 88"/>
              <a:gd name="T8" fmla="*/ 75 w 108"/>
              <a:gd name="T9" fmla="*/ 0 h 88"/>
              <a:gd name="T10" fmla="*/ 53 w 108"/>
              <a:gd name="T11" fmla="*/ 22 h 88"/>
              <a:gd name="T12" fmla="*/ 54 w 108"/>
              <a:gd name="T13" fmla="*/ 27 h 88"/>
              <a:gd name="T14" fmla="*/ 8 w 108"/>
              <a:gd name="T15" fmla="*/ 4 h 88"/>
              <a:gd name="T16" fmla="*/ 5 w 108"/>
              <a:gd name="T17" fmla="*/ 15 h 88"/>
              <a:gd name="T18" fmla="*/ 15 w 108"/>
              <a:gd name="T19" fmla="*/ 34 h 88"/>
              <a:gd name="T20" fmla="*/ 5 w 108"/>
              <a:gd name="T21" fmla="*/ 31 h 88"/>
              <a:gd name="T22" fmla="*/ 5 w 108"/>
              <a:gd name="T23" fmla="*/ 31 h 88"/>
              <a:gd name="T24" fmla="*/ 23 w 108"/>
              <a:gd name="T25" fmla="*/ 53 h 88"/>
              <a:gd name="T26" fmla="*/ 17 w 108"/>
              <a:gd name="T27" fmla="*/ 54 h 88"/>
              <a:gd name="T28" fmla="*/ 13 w 108"/>
              <a:gd name="T29" fmla="*/ 53 h 88"/>
              <a:gd name="T30" fmla="*/ 33 w 108"/>
              <a:gd name="T31" fmla="*/ 69 h 88"/>
              <a:gd name="T32" fmla="*/ 6 w 108"/>
              <a:gd name="T33" fmla="*/ 78 h 88"/>
              <a:gd name="T34" fmla="*/ 0 w 108"/>
              <a:gd name="T35" fmla="*/ 78 h 88"/>
              <a:gd name="T36" fmla="*/ 34 w 108"/>
              <a:gd name="T37" fmla="*/ 88 h 88"/>
              <a:gd name="T38" fmla="*/ 97 w 108"/>
              <a:gd name="T39" fmla="*/ 25 h 88"/>
              <a:gd name="T40" fmla="*/ 97 w 108"/>
              <a:gd name="T41" fmla="*/ 22 h 88"/>
              <a:gd name="T42" fmla="*/ 108 w 108"/>
              <a:gd name="T43" fmla="*/ 1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8" h="88">
                <a:moveTo>
                  <a:pt x="108" y="11"/>
                </a:moveTo>
                <a:cubicBezTo>
                  <a:pt x="104" y="12"/>
                  <a:pt x="100" y="13"/>
                  <a:pt x="96" y="14"/>
                </a:cubicBezTo>
                <a:cubicBezTo>
                  <a:pt x="100" y="11"/>
                  <a:pt x="104" y="7"/>
                  <a:pt x="105" y="2"/>
                </a:cubicBezTo>
                <a:cubicBezTo>
                  <a:pt x="101" y="4"/>
                  <a:pt x="96" y="6"/>
                  <a:pt x="91" y="7"/>
                </a:cubicBezTo>
                <a:cubicBezTo>
                  <a:pt x="87" y="3"/>
                  <a:pt x="81" y="0"/>
                  <a:pt x="75" y="0"/>
                </a:cubicBezTo>
                <a:cubicBezTo>
                  <a:pt x="63" y="0"/>
                  <a:pt x="53" y="10"/>
                  <a:pt x="53" y="22"/>
                </a:cubicBezTo>
                <a:cubicBezTo>
                  <a:pt x="53" y="24"/>
                  <a:pt x="53" y="26"/>
                  <a:pt x="54" y="27"/>
                </a:cubicBezTo>
                <a:cubicBezTo>
                  <a:pt x="35" y="26"/>
                  <a:pt x="19" y="18"/>
                  <a:pt x="8" y="4"/>
                </a:cubicBezTo>
                <a:cubicBezTo>
                  <a:pt x="6" y="7"/>
                  <a:pt x="5" y="11"/>
                  <a:pt x="5" y="15"/>
                </a:cubicBezTo>
                <a:cubicBezTo>
                  <a:pt x="5" y="23"/>
                  <a:pt x="9" y="30"/>
                  <a:pt x="15" y="34"/>
                </a:cubicBezTo>
                <a:cubicBezTo>
                  <a:pt x="11" y="34"/>
                  <a:pt x="8" y="33"/>
                  <a:pt x="5" y="31"/>
                </a:cubicBezTo>
                <a:cubicBezTo>
                  <a:pt x="5" y="31"/>
                  <a:pt x="5" y="31"/>
                  <a:pt x="5" y="31"/>
                </a:cubicBezTo>
                <a:cubicBezTo>
                  <a:pt x="5" y="42"/>
                  <a:pt x="12" y="51"/>
                  <a:pt x="23" y="53"/>
                </a:cubicBezTo>
                <a:cubicBezTo>
                  <a:pt x="21" y="53"/>
                  <a:pt x="19" y="54"/>
                  <a:pt x="17" y="54"/>
                </a:cubicBezTo>
                <a:cubicBezTo>
                  <a:pt x="15" y="54"/>
                  <a:pt x="14" y="54"/>
                  <a:pt x="13" y="53"/>
                </a:cubicBezTo>
                <a:cubicBezTo>
                  <a:pt x="15" y="62"/>
                  <a:pt x="23" y="69"/>
                  <a:pt x="33" y="69"/>
                </a:cubicBezTo>
                <a:cubicBezTo>
                  <a:pt x="26" y="75"/>
                  <a:pt x="16" y="78"/>
                  <a:pt x="6" y="78"/>
                </a:cubicBezTo>
                <a:cubicBezTo>
                  <a:pt x="4" y="78"/>
                  <a:pt x="2" y="78"/>
                  <a:pt x="0" y="78"/>
                </a:cubicBezTo>
                <a:cubicBezTo>
                  <a:pt x="10" y="84"/>
                  <a:pt x="22" y="88"/>
                  <a:pt x="34" y="88"/>
                </a:cubicBezTo>
                <a:cubicBezTo>
                  <a:pt x="75" y="88"/>
                  <a:pt x="97" y="54"/>
                  <a:pt x="97" y="25"/>
                </a:cubicBezTo>
                <a:cubicBezTo>
                  <a:pt x="97" y="24"/>
                  <a:pt x="97" y="23"/>
                  <a:pt x="97" y="22"/>
                </a:cubicBezTo>
                <a:cubicBezTo>
                  <a:pt x="102" y="19"/>
                  <a:pt x="105" y="15"/>
                  <a:pt x="108" y="11"/>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9" name="Freeform 213"/>
          <p:cNvSpPr/>
          <p:nvPr/>
        </p:nvSpPr>
        <p:spPr bwMode="auto">
          <a:xfrm>
            <a:off x="9801156" y="6547218"/>
            <a:ext cx="181779" cy="189107"/>
          </a:xfrm>
          <a:custGeom>
            <a:avLst/>
            <a:gdLst>
              <a:gd name="T0" fmla="*/ 66 w 124"/>
              <a:gd name="T1" fmla="*/ 0 h 129"/>
              <a:gd name="T2" fmla="*/ 66 w 124"/>
              <a:gd name="T3" fmla="*/ 59 h 129"/>
              <a:gd name="T4" fmla="*/ 124 w 124"/>
              <a:gd name="T5" fmla="*/ 0 h 129"/>
              <a:gd name="T6" fmla="*/ 124 w 124"/>
              <a:gd name="T7" fmla="*/ 129 h 129"/>
              <a:gd name="T8" fmla="*/ 66 w 124"/>
              <a:gd name="T9" fmla="*/ 70 h 129"/>
              <a:gd name="T10" fmla="*/ 66 w 124"/>
              <a:gd name="T11" fmla="*/ 129 h 129"/>
              <a:gd name="T12" fmla="*/ 0 w 124"/>
              <a:gd name="T13" fmla="*/ 64 h 129"/>
              <a:gd name="T14" fmla="*/ 66 w 124"/>
              <a:gd name="T15" fmla="*/ 0 h 1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29">
                <a:moveTo>
                  <a:pt x="66" y="0"/>
                </a:moveTo>
                <a:lnTo>
                  <a:pt x="66" y="59"/>
                </a:lnTo>
                <a:lnTo>
                  <a:pt x="124" y="0"/>
                </a:lnTo>
                <a:lnTo>
                  <a:pt x="124" y="129"/>
                </a:lnTo>
                <a:lnTo>
                  <a:pt x="66" y="70"/>
                </a:lnTo>
                <a:lnTo>
                  <a:pt x="66" y="129"/>
                </a:lnTo>
                <a:lnTo>
                  <a:pt x="0" y="64"/>
                </a:lnTo>
                <a:lnTo>
                  <a:pt x="66" y="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0" name="Freeform 214"/>
          <p:cNvSpPr>
            <a:spLocks noEditPoints="1"/>
          </p:cNvSpPr>
          <p:nvPr/>
        </p:nvSpPr>
        <p:spPr bwMode="auto">
          <a:xfrm>
            <a:off x="9472783" y="6585333"/>
            <a:ext cx="274134" cy="272667"/>
          </a:xfrm>
          <a:custGeom>
            <a:avLst/>
            <a:gdLst>
              <a:gd name="T0" fmla="*/ 0 w 114"/>
              <a:gd name="T1" fmla="*/ 83 h 114"/>
              <a:gd name="T2" fmla="*/ 10 w 114"/>
              <a:gd name="T3" fmla="*/ 93 h 114"/>
              <a:gd name="T4" fmla="*/ 30 w 114"/>
              <a:gd name="T5" fmla="*/ 73 h 114"/>
              <a:gd name="T6" fmla="*/ 41 w 114"/>
              <a:gd name="T7" fmla="*/ 84 h 114"/>
              <a:gd name="T8" fmla="*/ 21 w 114"/>
              <a:gd name="T9" fmla="*/ 104 h 114"/>
              <a:gd name="T10" fmla="*/ 31 w 114"/>
              <a:gd name="T11" fmla="*/ 114 h 114"/>
              <a:gd name="T12" fmla="*/ 51 w 114"/>
              <a:gd name="T13" fmla="*/ 94 h 114"/>
              <a:gd name="T14" fmla="*/ 64 w 114"/>
              <a:gd name="T15" fmla="*/ 107 h 114"/>
              <a:gd name="T16" fmla="*/ 74 w 114"/>
              <a:gd name="T17" fmla="*/ 97 h 114"/>
              <a:gd name="T18" fmla="*/ 17 w 114"/>
              <a:gd name="T19" fmla="*/ 40 h 114"/>
              <a:gd name="T20" fmla="*/ 7 w 114"/>
              <a:gd name="T21" fmla="*/ 50 h 114"/>
              <a:gd name="T22" fmla="*/ 20 w 114"/>
              <a:gd name="T23" fmla="*/ 63 h 114"/>
              <a:gd name="T24" fmla="*/ 0 w 114"/>
              <a:gd name="T25" fmla="*/ 83 h 114"/>
              <a:gd name="T26" fmla="*/ 84 w 114"/>
              <a:gd name="T27" fmla="*/ 30 h 114"/>
              <a:gd name="T28" fmla="*/ 26 w 114"/>
              <a:gd name="T29" fmla="*/ 39 h 114"/>
              <a:gd name="T30" fmla="*/ 75 w 114"/>
              <a:gd name="T31" fmla="*/ 88 h 114"/>
              <a:gd name="T32" fmla="*/ 84 w 114"/>
              <a:gd name="T33" fmla="*/ 30 h 114"/>
              <a:gd name="T34" fmla="*/ 93 w 114"/>
              <a:gd name="T35" fmla="*/ 35 h 114"/>
              <a:gd name="T36" fmla="*/ 79 w 114"/>
              <a:gd name="T37" fmla="*/ 21 h 114"/>
              <a:gd name="T38" fmla="*/ 100 w 114"/>
              <a:gd name="T39" fmla="*/ 0 h 114"/>
              <a:gd name="T40" fmla="*/ 114 w 114"/>
              <a:gd name="T41" fmla="*/ 14 h 114"/>
              <a:gd name="T42" fmla="*/ 93 w 114"/>
              <a:gd name="T43" fmla="*/ 35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4" h="114">
                <a:moveTo>
                  <a:pt x="0" y="83"/>
                </a:moveTo>
                <a:cubicBezTo>
                  <a:pt x="10" y="93"/>
                  <a:pt x="10" y="93"/>
                  <a:pt x="10" y="93"/>
                </a:cubicBezTo>
                <a:cubicBezTo>
                  <a:pt x="30" y="73"/>
                  <a:pt x="30" y="73"/>
                  <a:pt x="30" y="73"/>
                </a:cubicBezTo>
                <a:cubicBezTo>
                  <a:pt x="41" y="84"/>
                  <a:pt x="41" y="84"/>
                  <a:pt x="41" y="84"/>
                </a:cubicBezTo>
                <a:cubicBezTo>
                  <a:pt x="21" y="104"/>
                  <a:pt x="21" y="104"/>
                  <a:pt x="21" y="104"/>
                </a:cubicBezTo>
                <a:cubicBezTo>
                  <a:pt x="31" y="114"/>
                  <a:pt x="31" y="114"/>
                  <a:pt x="31" y="114"/>
                </a:cubicBezTo>
                <a:cubicBezTo>
                  <a:pt x="51" y="94"/>
                  <a:pt x="51" y="94"/>
                  <a:pt x="51" y="94"/>
                </a:cubicBezTo>
                <a:cubicBezTo>
                  <a:pt x="64" y="107"/>
                  <a:pt x="64" y="107"/>
                  <a:pt x="64" y="107"/>
                </a:cubicBezTo>
                <a:cubicBezTo>
                  <a:pt x="74" y="97"/>
                  <a:pt x="74" y="97"/>
                  <a:pt x="74" y="97"/>
                </a:cubicBezTo>
                <a:cubicBezTo>
                  <a:pt x="17" y="40"/>
                  <a:pt x="17" y="40"/>
                  <a:pt x="17" y="40"/>
                </a:cubicBezTo>
                <a:cubicBezTo>
                  <a:pt x="7" y="50"/>
                  <a:pt x="7" y="50"/>
                  <a:pt x="7" y="50"/>
                </a:cubicBezTo>
                <a:cubicBezTo>
                  <a:pt x="20" y="63"/>
                  <a:pt x="20" y="63"/>
                  <a:pt x="20" y="63"/>
                </a:cubicBezTo>
                <a:lnTo>
                  <a:pt x="0" y="83"/>
                </a:lnTo>
                <a:close/>
                <a:moveTo>
                  <a:pt x="84" y="30"/>
                </a:moveTo>
                <a:cubicBezTo>
                  <a:pt x="65" y="12"/>
                  <a:pt x="41" y="26"/>
                  <a:pt x="26" y="39"/>
                </a:cubicBezTo>
                <a:cubicBezTo>
                  <a:pt x="75" y="88"/>
                  <a:pt x="75" y="88"/>
                  <a:pt x="75" y="88"/>
                </a:cubicBezTo>
                <a:cubicBezTo>
                  <a:pt x="88" y="73"/>
                  <a:pt x="102" y="49"/>
                  <a:pt x="84" y="30"/>
                </a:cubicBezTo>
                <a:close/>
                <a:moveTo>
                  <a:pt x="93" y="35"/>
                </a:moveTo>
                <a:cubicBezTo>
                  <a:pt x="79" y="21"/>
                  <a:pt x="79" y="21"/>
                  <a:pt x="79" y="21"/>
                </a:cubicBezTo>
                <a:cubicBezTo>
                  <a:pt x="100" y="0"/>
                  <a:pt x="100" y="0"/>
                  <a:pt x="100" y="0"/>
                </a:cubicBezTo>
                <a:cubicBezTo>
                  <a:pt x="114" y="14"/>
                  <a:pt x="114" y="14"/>
                  <a:pt x="114" y="14"/>
                </a:cubicBezTo>
                <a:lnTo>
                  <a:pt x="93" y="35"/>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1" name="Freeform 215"/>
          <p:cNvSpPr>
            <a:spLocks noEditPoints="1"/>
          </p:cNvSpPr>
          <p:nvPr/>
        </p:nvSpPr>
        <p:spPr bwMode="auto">
          <a:xfrm>
            <a:off x="8805773" y="6359576"/>
            <a:ext cx="274134" cy="268269"/>
          </a:xfrm>
          <a:custGeom>
            <a:avLst/>
            <a:gdLst>
              <a:gd name="T0" fmla="*/ 110 w 115"/>
              <a:gd name="T1" fmla="*/ 36 h 112"/>
              <a:gd name="T2" fmla="*/ 86 w 115"/>
              <a:gd name="T3" fmla="*/ 1 h 112"/>
              <a:gd name="T4" fmla="*/ 86 w 115"/>
              <a:gd name="T5" fmla="*/ 1 h 112"/>
              <a:gd name="T6" fmla="*/ 77 w 115"/>
              <a:gd name="T7" fmla="*/ 4 h 112"/>
              <a:gd name="T8" fmla="*/ 32 w 115"/>
              <a:gd name="T9" fmla="*/ 39 h 112"/>
              <a:gd name="T10" fmla="*/ 36 w 115"/>
              <a:gd name="T11" fmla="*/ 56 h 112"/>
              <a:gd name="T12" fmla="*/ 42 w 115"/>
              <a:gd name="T13" fmla="*/ 73 h 112"/>
              <a:gd name="T14" fmla="*/ 98 w 115"/>
              <a:gd name="T15" fmla="*/ 81 h 112"/>
              <a:gd name="T16" fmla="*/ 106 w 115"/>
              <a:gd name="T17" fmla="*/ 78 h 112"/>
              <a:gd name="T18" fmla="*/ 106 w 115"/>
              <a:gd name="T19" fmla="*/ 79 h 112"/>
              <a:gd name="T20" fmla="*/ 110 w 115"/>
              <a:gd name="T21" fmla="*/ 36 h 112"/>
              <a:gd name="T22" fmla="*/ 102 w 115"/>
              <a:gd name="T23" fmla="*/ 73 h 112"/>
              <a:gd name="T24" fmla="*/ 99 w 115"/>
              <a:gd name="T25" fmla="*/ 73 h 112"/>
              <a:gd name="T26" fmla="*/ 93 w 115"/>
              <a:gd name="T27" fmla="*/ 67 h 112"/>
              <a:gd name="T28" fmla="*/ 83 w 115"/>
              <a:gd name="T29" fmla="*/ 43 h 112"/>
              <a:gd name="T30" fmla="*/ 80 w 115"/>
              <a:gd name="T31" fmla="*/ 18 h 112"/>
              <a:gd name="T32" fmla="*/ 82 w 115"/>
              <a:gd name="T33" fmla="*/ 10 h 112"/>
              <a:gd name="T34" fmla="*/ 84 w 115"/>
              <a:gd name="T35" fmla="*/ 8 h 112"/>
              <a:gd name="T36" fmla="*/ 87 w 115"/>
              <a:gd name="T37" fmla="*/ 9 h 112"/>
              <a:gd name="T38" fmla="*/ 93 w 115"/>
              <a:gd name="T39" fmla="*/ 15 h 112"/>
              <a:gd name="T40" fmla="*/ 103 w 115"/>
              <a:gd name="T41" fmla="*/ 38 h 112"/>
              <a:gd name="T42" fmla="*/ 106 w 115"/>
              <a:gd name="T43" fmla="*/ 63 h 112"/>
              <a:gd name="T44" fmla="*/ 104 w 115"/>
              <a:gd name="T45" fmla="*/ 71 h 112"/>
              <a:gd name="T46" fmla="*/ 102 w 115"/>
              <a:gd name="T47" fmla="*/ 73 h 112"/>
              <a:gd name="T48" fmla="*/ 28 w 115"/>
              <a:gd name="T49" fmla="*/ 58 h 112"/>
              <a:gd name="T50" fmla="*/ 25 w 115"/>
              <a:gd name="T51" fmla="*/ 42 h 112"/>
              <a:gd name="T52" fmla="*/ 11 w 115"/>
              <a:gd name="T53" fmla="*/ 47 h 112"/>
              <a:gd name="T54" fmla="*/ 4 w 115"/>
              <a:gd name="T55" fmla="*/ 49 h 112"/>
              <a:gd name="T56" fmla="*/ 0 w 115"/>
              <a:gd name="T57" fmla="*/ 61 h 112"/>
              <a:gd name="T58" fmla="*/ 3 w 115"/>
              <a:gd name="T59" fmla="*/ 70 h 112"/>
              <a:gd name="T60" fmla="*/ 11 w 115"/>
              <a:gd name="T61" fmla="*/ 78 h 112"/>
              <a:gd name="T62" fmla="*/ 19 w 115"/>
              <a:gd name="T63" fmla="*/ 76 h 112"/>
              <a:gd name="T64" fmla="*/ 34 w 115"/>
              <a:gd name="T65" fmla="*/ 73 h 112"/>
              <a:gd name="T66" fmla="*/ 28 w 115"/>
              <a:gd name="T67" fmla="*/ 58 h 112"/>
              <a:gd name="T68" fmla="*/ 47 w 115"/>
              <a:gd name="T69" fmla="*/ 77 h 112"/>
              <a:gd name="T70" fmla="*/ 32 w 115"/>
              <a:gd name="T71" fmla="*/ 78 h 112"/>
              <a:gd name="T72" fmla="*/ 50 w 115"/>
              <a:gd name="T73" fmla="*/ 110 h 112"/>
              <a:gd name="T74" fmla="*/ 54 w 115"/>
              <a:gd name="T75" fmla="*/ 111 h 112"/>
              <a:gd name="T76" fmla="*/ 66 w 115"/>
              <a:gd name="T77" fmla="*/ 102 h 112"/>
              <a:gd name="T78" fmla="*/ 66 w 115"/>
              <a:gd name="T79" fmla="*/ 98 h 112"/>
              <a:gd name="T80" fmla="*/ 47 w 115"/>
              <a:gd name="T81" fmla="*/ 77 h 112"/>
              <a:gd name="T82" fmla="*/ 96 w 115"/>
              <a:gd name="T83" fmla="*/ 53 h 112"/>
              <a:gd name="T84" fmla="*/ 95 w 115"/>
              <a:gd name="T85" fmla="*/ 53 h 112"/>
              <a:gd name="T86" fmla="*/ 93 w 115"/>
              <a:gd name="T87" fmla="*/ 51 h 112"/>
              <a:gd name="T88" fmla="*/ 89 w 115"/>
              <a:gd name="T89" fmla="*/ 42 h 112"/>
              <a:gd name="T90" fmla="*/ 88 w 115"/>
              <a:gd name="T91" fmla="*/ 32 h 112"/>
              <a:gd name="T92" fmla="*/ 89 w 115"/>
              <a:gd name="T93" fmla="*/ 29 h 112"/>
              <a:gd name="T94" fmla="*/ 90 w 115"/>
              <a:gd name="T95" fmla="*/ 28 h 112"/>
              <a:gd name="T96" fmla="*/ 91 w 115"/>
              <a:gd name="T97" fmla="*/ 29 h 112"/>
              <a:gd name="T98" fmla="*/ 93 w 115"/>
              <a:gd name="T99" fmla="*/ 31 h 112"/>
              <a:gd name="T100" fmla="*/ 97 w 115"/>
              <a:gd name="T101" fmla="*/ 40 h 112"/>
              <a:gd name="T102" fmla="*/ 98 w 115"/>
              <a:gd name="T103" fmla="*/ 49 h 112"/>
              <a:gd name="T104" fmla="*/ 97 w 115"/>
              <a:gd name="T105" fmla="*/ 52 h 112"/>
              <a:gd name="T106" fmla="*/ 96 w 115"/>
              <a:gd name="T107"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5" h="112">
                <a:moveTo>
                  <a:pt x="110" y="36"/>
                </a:moveTo>
                <a:cubicBezTo>
                  <a:pt x="104" y="15"/>
                  <a:pt x="93" y="0"/>
                  <a:pt x="86" y="1"/>
                </a:cubicBezTo>
                <a:cubicBezTo>
                  <a:pt x="86" y="1"/>
                  <a:pt x="86" y="1"/>
                  <a:pt x="86" y="1"/>
                </a:cubicBezTo>
                <a:cubicBezTo>
                  <a:pt x="77" y="4"/>
                  <a:pt x="77" y="4"/>
                  <a:pt x="77" y="4"/>
                </a:cubicBezTo>
                <a:cubicBezTo>
                  <a:pt x="77" y="4"/>
                  <a:pt x="60" y="25"/>
                  <a:pt x="32" y="39"/>
                </a:cubicBezTo>
                <a:cubicBezTo>
                  <a:pt x="33" y="44"/>
                  <a:pt x="34" y="50"/>
                  <a:pt x="36" y="56"/>
                </a:cubicBezTo>
                <a:cubicBezTo>
                  <a:pt x="37" y="63"/>
                  <a:pt x="39" y="68"/>
                  <a:pt x="42" y="73"/>
                </a:cubicBezTo>
                <a:cubicBezTo>
                  <a:pt x="73" y="71"/>
                  <a:pt x="98" y="81"/>
                  <a:pt x="98" y="81"/>
                </a:cubicBezTo>
                <a:cubicBezTo>
                  <a:pt x="106" y="78"/>
                  <a:pt x="106" y="78"/>
                  <a:pt x="106" y="78"/>
                </a:cubicBezTo>
                <a:cubicBezTo>
                  <a:pt x="106" y="78"/>
                  <a:pt x="106" y="79"/>
                  <a:pt x="106" y="79"/>
                </a:cubicBezTo>
                <a:cubicBezTo>
                  <a:pt x="114" y="76"/>
                  <a:pt x="115" y="57"/>
                  <a:pt x="110" y="36"/>
                </a:cubicBezTo>
                <a:close/>
                <a:moveTo>
                  <a:pt x="102" y="73"/>
                </a:moveTo>
                <a:cubicBezTo>
                  <a:pt x="101" y="74"/>
                  <a:pt x="99" y="73"/>
                  <a:pt x="99" y="73"/>
                </a:cubicBezTo>
                <a:cubicBezTo>
                  <a:pt x="97" y="71"/>
                  <a:pt x="95" y="69"/>
                  <a:pt x="93" y="67"/>
                </a:cubicBezTo>
                <a:cubicBezTo>
                  <a:pt x="89" y="61"/>
                  <a:pt x="85" y="53"/>
                  <a:pt x="83" y="43"/>
                </a:cubicBezTo>
                <a:cubicBezTo>
                  <a:pt x="80" y="34"/>
                  <a:pt x="79" y="25"/>
                  <a:pt x="80" y="18"/>
                </a:cubicBezTo>
                <a:cubicBezTo>
                  <a:pt x="80" y="15"/>
                  <a:pt x="81" y="12"/>
                  <a:pt x="82" y="10"/>
                </a:cubicBezTo>
                <a:cubicBezTo>
                  <a:pt x="82" y="10"/>
                  <a:pt x="83" y="8"/>
                  <a:pt x="84" y="8"/>
                </a:cubicBezTo>
                <a:cubicBezTo>
                  <a:pt x="85" y="8"/>
                  <a:pt x="87" y="9"/>
                  <a:pt x="87" y="9"/>
                </a:cubicBezTo>
                <a:cubicBezTo>
                  <a:pt x="89" y="10"/>
                  <a:pt x="91" y="12"/>
                  <a:pt x="93" y="15"/>
                </a:cubicBezTo>
                <a:cubicBezTo>
                  <a:pt x="97" y="20"/>
                  <a:pt x="101" y="29"/>
                  <a:pt x="103" y="38"/>
                </a:cubicBezTo>
                <a:cubicBezTo>
                  <a:pt x="106" y="47"/>
                  <a:pt x="107" y="56"/>
                  <a:pt x="106" y="63"/>
                </a:cubicBezTo>
                <a:cubicBezTo>
                  <a:pt x="105" y="67"/>
                  <a:pt x="105" y="69"/>
                  <a:pt x="104" y="71"/>
                </a:cubicBezTo>
                <a:cubicBezTo>
                  <a:pt x="103" y="72"/>
                  <a:pt x="103" y="73"/>
                  <a:pt x="102" y="73"/>
                </a:cubicBezTo>
                <a:close/>
                <a:moveTo>
                  <a:pt x="28" y="58"/>
                </a:moveTo>
                <a:cubicBezTo>
                  <a:pt x="27" y="53"/>
                  <a:pt x="26" y="47"/>
                  <a:pt x="25" y="42"/>
                </a:cubicBezTo>
                <a:cubicBezTo>
                  <a:pt x="20" y="44"/>
                  <a:pt x="16" y="46"/>
                  <a:pt x="11" y="47"/>
                </a:cubicBezTo>
                <a:cubicBezTo>
                  <a:pt x="4" y="49"/>
                  <a:pt x="4" y="49"/>
                  <a:pt x="4" y="49"/>
                </a:cubicBezTo>
                <a:cubicBezTo>
                  <a:pt x="0" y="61"/>
                  <a:pt x="0" y="61"/>
                  <a:pt x="0" y="61"/>
                </a:cubicBezTo>
                <a:cubicBezTo>
                  <a:pt x="3" y="70"/>
                  <a:pt x="3" y="70"/>
                  <a:pt x="3" y="70"/>
                </a:cubicBezTo>
                <a:cubicBezTo>
                  <a:pt x="11" y="78"/>
                  <a:pt x="11" y="78"/>
                  <a:pt x="11" y="78"/>
                </a:cubicBezTo>
                <a:cubicBezTo>
                  <a:pt x="11" y="78"/>
                  <a:pt x="11" y="78"/>
                  <a:pt x="19" y="76"/>
                </a:cubicBezTo>
                <a:cubicBezTo>
                  <a:pt x="24" y="75"/>
                  <a:pt x="28" y="74"/>
                  <a:pt x="34" y="73"/>
                </a:cubicBezTo>
                <a:cubicBezTo>
                  <a:pt x="32" y="69"/>
                  <a:pt x="30" y="64"/>
                  <a:pt x="28" y="58"/>
                </a:cubicBezTo>
                <a:close/>
                <a:moveTo>
                  <a:pt x="47" y="77"/>
                </a:moveTo>
                <a:cubicBezTo>
                  <a:pt x="32" y="78"/>
                  <a:pt x="32" y="78"/>
                  <a:pt x="32" y="78"/>
                </a:cubicBezTo>
                <a:cubicBezTo>
                  <a:pt x="50" y="110"/>
                  <a:pt x="50" y="110"/>
                  <a:pt x="50" y="110"/>
                </a:cubicBezTo>
                <a:cubicBezTo>
                  <a:pt x="51" y="112"/>
                  <a:pt x="53" y="112"/>
                  <a:pt x="54" y="111"/>
                </a:cubicBezTo>
                <a:cubicBezTo>
                  <a:pt x="66" y="102"/>
                  <a:pt x="66" y="102"/>
                  <a:pt x="66" y="102"/>
                </a:cubicBezTo>
                <a:cubicBezTo>
                  <a:pt x="67" y="101"/>
                  <a:pt x="67" y="99"/>
                  <a:pt x="66" y="98"/>
                </a:cubicBezTo>
                <a:lnTo>
                  <a:pt x="47" y="77"/>
                </a:lnTo>
                <a:close/>
                <a:moveTo>
                  <a:pt x="96" y="53"/>
                </a:moveTo>
                <a:cubicBezTo>
                  <a:pt x="96" y="53"/>
                  <a:pt x="95" y="53"/>
                  <a:pt x="95" y="53"/>
                </a:cubicBezTo>
                <a:cubicBezTo>
                  <a:pt x="94" y="53"/>
                  <a:pt x="94" y="52"/>
                  <a:pt x="93" y="51"/>
                </a:cubicBezTo>
                <a:cubicBezTo>
                  <a:pt x="91" y="49"/>
                  <a:pt x="90" y="45"/>
                  <a:pt x="89" y="42"/>
                </a:cubicBezTo>
                <a:cubicBezTo>
                  <a:pt x="88" y="38"/>
                  <a:pt x="88" y="35"/>
                  <a:pt x="88" y="32"/>
                </a:cubicBezTo>
                <a:cubicBezTo>
                  <a:pt x="88" y="31"/>
                  <a:pt x="88" y="30"/>
                  <a:pt x="89" y="29"/>
                </a:cubicBezTo>
                <a:cubicBezTo>
                  <a:pt x="89" y="29"/>
                  <a:pt x="89" y="28"/>
                  <a:pt x="90" y="28"/>
                </a:cubicBezTo>
                <a:cubicBezTo>
                  <a:pt x="90" y="28"/>
                  <a:pt x="90" y="28"/>
                  <a:pt x="91" y="29"/>
                </a:cubicBezTo>
                <a:cubicBezTo>
                  <a:pt x="91" y="29"/>
                  <a:pt x="92" y="30"/>
                  <a:pt x="93" y="31"/>
                </a:cubicBezTo>
                <a:cubicBezTo>
                  <a:pt x="94" y="33"/>
                  <a:pt x="96" y="36"/>
                  <a:pt x="97" y="40"/>
                </a:cubicBezTo>
                <a:cubicBezTo>
                  <a:pt x="98" y="43"/>
                  <a:pt x="98" y="47"/>
                  <a:pt x="98" y="49"/>
                </a:cubicBezTo>
                <a:cubicBezTo>
                  <a:pt x="98" y="51"/>
                  <a:pt x="98" y="52"/>
                  <a:pt x="97" y="52"/>
                </a:cubicBezTo>
                <a:cubicBezTo>
                  <a:pt x="97" y="53"/>
                  <a:pt x="97" y="53"/>
                  <a:pt x="96" y="5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2" name="Freeform 216"/>
          <p:cNvSpPr>
            <a:spLocks noEditPoints="1"/>
          </p:cNvSpPr>
          <p:nvPr/>
        </p:nvSpPr>
        <p:spPr bwMode="auto">
          <a:xfrm>
            <a:off x="9131216" y="6366907"/>
            <a:ext cx="250678" cy="252144"/>
          </a:xfrm>
          <a:custGeom>
            <a:avLst/>
            <a:gdLst>
              <a:gd name="T0" fmla="*/ 100 w 105"/>
              <a:gd name="T1" fmla="*/ 29 h 105"/>
              <a:gd name="T2" fmla="*/ 71 w 105"/>
              <a:gd name="T3" fmla="*/ 26 h 105"/>
              <a:gd name="T4" fmla="*/ 88 w 105"/>
              <a:gd name="T5" fmla="*/ 9 h 105"/>
              <a:gd name="T6" fmla="*/ 82 w 105"/>
              <a:gd name="T7" fmla="*/ 3 h 105"/>
              <a:gd name="T8" fmla="*/ 59 w 105"/>
              <a:gd name="T9" fmla="*/ 26 h 105"/>
              <a:gd name="T10" fmla="*/ 52 w 105"/>
              <a:gd name="T11" fmla="*/ 26 h 105"/>
              <a:gd name="T12" fmla="*/ 52 w 105"/>
              <a:gd name="T13" fmla="*/ 26 h 105"/>
              <a:gd name="T14" fmla="*/ 26 w 105"/>
              <a:gd name="T15" fmla="*/ 0 h 105"/>
              <a:gd name="T16" fmla="*/ 19 w 105"/>
              <a:gd name="T17" fmla="*/ 6 h 105"/>
              <a:gd name="T18" fmla="*/ 39 w 105"/>
              <a:gd name="T19" fmla="*/ 26 h 105"/>
              <a:gd name="T20" fmla="*/ 4 w 105"/>
              <a:gd name="T21" fmla="*/ 29 h 105"/>
              <a:gd name="T22" fmla="*/ 0 w 105"/>
              <a:gd name="T23" fmla="*/ 65 h 105"/>
              <a:gd name="T24" fmla="*/ 4 w 105"/>
              <a:gd name="T25" fmla="*/ 101 h 105"/>
              <a:gd name="T26" fmla="*/ 52 w 105"/>
              <a:gd name="T27" fmla="*/ 105 h 105"/>
              <a:gd name="T28" fmla="*/ 100 w 105"/>
              <a:gd name="T29" fmla="*/ 101 h 105"/>
              <a:gd name="T30" fmla="*/ 105 w 105"/>
              <a:gd name="T31" fmla="*/ 65 h 105"/>
              <a:gd name="T32" fmla="*/ 100 w 105"/>
              <a:gd name="T33" fmla="*/ 29 h 105"/>
              <a:gd name="T34" fmla="*/ 88 w 105"/>
              <a:gd name="T35" fmla="*/ 89 h 105"/>
              <a:gd name="T36" fmla="*/ 52 w 105"/>
              <a:gd name="T37" fmla="*/ 92 h 105"/>
              <a:gd name="T38" fmla="*/ 16 w 105"/>
              <a:gd name="T39" fmla="*/ 89 h 105"/>
              <a:gd name="T40" fmla="*/ 13 w 105"/>
              <a:gd name="T41" fmla="*/ 65 h 105"/>
              <a:gd name="T42" fmla="*/ 16 w 105"/>
              <a:gd name="T43" fmla="*/ 41 h 105"/>
              <a:gd name="T44" fmla="*/ 52 w 105"/>
              <a:gd name="T45" fmla="*/ 39 h 105"/>
              <a:gd name="T46" fmla="*/ 88 w 105"/>
              <a:gd name="T47" fmla="*/ 41 h 105"/>
              <a:gd name="T48" fmla="*/ 92 w 105"/>
              <a:gd name="T49" fmla="*/ 65 h 105"/>
              <a:gd name="T50" fmla="*/ 88 w 105"/>
              <a:gd name="T51" fmla="*/ 89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5" h="105">
                <a:moveTo>
                  <a:pt x="100" y="29"/>
                </a:moveTo>
                <a:cubicBezTo>
                  <a:pt x="91" y="28"/>
                  <a:pt x="82" y="27"/>
                  <a:pt x="71" y="26"/>
                </a:cubicBezTo>
                <a:cubicBezTo>
                  <a:pt x="88" y="9"/>
                  <a:pt x="88" y="9"/>
                  <a:pt x="88" y="9"/>
                </a:cubicBezTo>
                <a:cubicBezTo>
                  <a:pt x="82" y="3"/>
                  <a:pt x="82" y="3"/>
                  <a:pt x="82" y="3"/>
                </a:cubicBezTo>
                <a:cubicBezTo>
                  <a:pt x="59" y="26"/>
                  <a:pt x="59" y="26"/>
                  <a:pt x="59" y="26"/>
                </a:cubicBezTo>
                <a:cubicBezTo>
                  <a:pt x="57" y="26"/>
                  <a:pt x="54" y="26"/>
                  <a:pt x="52" y="26"/>
                </a:cubicBezTo>
                <a:cubicBezTo>
                  <a:pt x="52" y="26"/>
                  <a:pt x="52" y="26"/>
                  <a:pt x="52" y="26"/>
                </a:cubicBezTo>
                <a:cubicBezTo>
                  <a:pt x="26" y="0"/>
                  <a:pt x="26" y="0"/>
                  <a:pt x="26" y="0"/>
                </a:cubicBezTo>
                <a:cubicBezTo>
                  <a:pt x="19" y="6"/>
                  <a:pt x="19" y="6"/>
                  <a:pt x="19" y="6"/>
                </a:cubicBezTo>
                <a:cubicBezTo>
                  <a:pt x="39" y="26"/>
                  <a:pt x="39" y="26"/>
                  <a:pt x="39" y="26"/>
                </a:cubicBezTo>
                <a:cubicBezTo>
                  <a:pt x="27" y="27"/>
                  <a:pt x="15" y="28"/>
                  <a:pt x="4" y="29"/>
                </a:cubicBezTo>
                <a:cubicBezTo>
                  <a:pt x="1" y="40"/>
                  <a:pt x="0" y="52"/>
                  <a:pt x="0" y="65"/>
                </a:cubicBezTo>
                <a:cubicBezTo>
                  <a:pt x="0" y="78"/>
                  <a:pt x="1" y="90"/>
                  <a:pt x="4" y="101"/>
                </a:cubicBezTo>
                <a:cubicBezTo>
                  <a:pt x="19" y="104"/>
                  <a:pt x="35" y="105"/>
                  <a:pt x="52" y="105"/>
                </a:cubicBezTo>
                <a:cubicBezTo>
                  <a:pt x="69" y="105"/>
                  <a:pt x="86" y="104"/>
                  <a:pt x="100" y="101"/>
                </a:cubicBezTo>
                <a:cubicBezTo>
                  <a:pt x="103" y="90"/>
                  <a:pt x="105" y="78"/>
                  <a:pt x="105" y="65"/>
                </a:cubicBezTo>
                <a:cubicBezTo>
                  <a:pt x="105" y="52"/>
                  <a:pt x="103" y="40"/>
                  <a:pt x="100" y="29"/>
                </a:cubicBezTo>
                <a:close/>
                <a:moveTo>
                  <a:pt x="88" y="89"/>
                </a:moveTo>
                <a:cubicBezTo>
                  <a:pt x="77" y="91"/>
                  <a:pt x="65" y="92"/>
                  <a:pt x="52" y="92"/>
                </a:cubicBezTo>
                <a:cubicBezTo>
                  <a:pt x="39" y="92"/>
                  <a:pt x="27" y="91"/>
                  <a:pt x="16" y="89"/>
                </a:cubicBezTo>
                <a:cubicBezTo>
                  <a:pt x="14" y="82"/>
                  <a:pt x="13" y="74"/>
                  <a:pt x="13" y="65"/>
                </a:cubicBezTo>
                <a:cubicBezTo>
                  <a:pt x="13" y="57"/>
                  <a:pt x="14" y="49"/>
                  <a:pt x="16" y="41"/>
                </a:cubicBezTo>
                <a:cubicBezTo>
                  <a:pt x="27" y="40"/>
                  <a:pt x="39" y="39"/>
                  <a:pt x="52" y="39"/>
                </a:cubicBezTo>
                <a:cubicBezTo>
                  <a:pt x="65" y="39"/>
                  <a:pt x="77" y="40"/>
                  <a:pt x="88" y="41"/>
                </a:cubicBezTo>
                <a:cubicBezTo>
                  <a:pt x="90" y="49"/>
                  <a:pt x="92" y="57"/>
                  <a:pt x="92" y="65"/>
                </a:cubicBezTo>
                <a:cubicBezTo>
                  <a:pt x="92" y="74"/>
                  <a:pt x="90" y="82"/>
                  <a:pt x="88" y="89"/>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3" name="Freeform 217"/>
          <p:cNvSpPr/>
          <p:nvPr/>
        </p:nvSpPr>
        <p:spPr bwMode="auto">
          <a:xfrm>
            <a:off x="9094567" y="6668893"/>
            <a:ext cx="306384" cy="172982"/>
          </a:xfrm>
          <a:custGeom>
            <a:avLst/>
            <a:gdLst>
              <a:gd name="T0" fmla="*/ 128 w 128"/>
              <a:gd name="T1" fmla="*/ 50 h 72"/>
              <a:gd name="T2" fmla="*/ 112 w 128"/>
              <a:gd name="T3" fmla="*/ 29 h 72"/>
              <a:gd name="T4" fmla="*/ 82 w 128"/>
              <a:gd name="T5" fmla="*/ 0 h 72"/>
              <a:gd name="T6" fmla="*/ 58 w 128"/>
              <a:gd name="T7" fmla="*/ 11 h 72"/>
              <a:gd name="T8" fmla="*/ 45 w 128"/>
              <a:gd name="T9" fmla="*/ 4 h 72"/>
              <a:gd name="T10" fmla="*/ 29 w 128"/>
              <a:gd name="T11" fmla="*/ 21 h 72"/>
              <a:gd name="T12" fmla="*/ 29 w 128"/>
              <a:gd name="T13" fmla="*/ 23 h 72"/>
              <a:gd name="T14" fmla="*/ 24 w 128"/>
              <a:gd name="T15" fmla="*/ 23 h 72"/>
              <a:gd name="T16" fmla="*/ 0 w 128"/>
              <a:gd name="T17" fmla="*/ 47 h 72"/>
              <a:gd name="T18" fmla="*/ 24 w 128"/>
              <a:gd name="T19" fmla="*/ 72 h 72"/>
              <a:gd name="T20" fmla="*/ 106 w 128"/>
              <a:gd name="T21" fmla="*/ 72 h 72"/>
              <a:gd name="T22" fmla="*/ 106 w 128"/>
              <a:gd name="T23" fmla="*/ 72 h 72"/>
              <a:gd name="T24" fmla="*/ 128 w 128"/>
              <a:gd name="T25" fmla="*/ 5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8" h="72">
                <a:moveTo>
                  <a:pt x="128" y="50"/>
                </a:moveTo>
                <a:cubicBezTo>
                  <a:pt x="128" y="39"/>
                  <a:pt x="121" y="31"/>
                  <a:pt x="112" y="29"/>
                </a:cubicBezTo>
                <a:cubicBezTo>
                  <a:pt x="111" y="12"/>
                  <a:pt x="98" y="0"/>
                  <a:pt x="82" y="0"/>
                </a:cubicBezTo>
                <a:cubicBezTo>
                  <a:pt x="72" y="0"/>
                  <a:pt x="64" y="4"/>
                  <a:pt x="58" y="11"/>
                </a:cubicBezTo>
                <a:cubicBezTo>
                  <a:pt x="55" y="7"/>
                  <a:pt x="51" y="4"/>
                  <a:pt x="45" y="4"/>
                </a:cubicBezTo>
                <a:cubicBezTo>
                  <a:pt x="36" y="4"/>
                  <a:pt x="29" y="12"/>
                  <a:pt x="29" y="21"/>
                </a:cubicBezTo>
                <a:cubicBezTo>
                  <a:pt x="29" y="22"/>
                  <a:pt x="29" y="23"/>
                  <a:pt x="29" y="23"/>
                </a:cubicBezTo>
                <a:cubicBezTo>
                  <a:pt x="27" y="23"/>
                  <a:pt x="26" y="23"/>
                  <a:pt x="24" y="23"/>
                </a:cubicBezTo>
                <a:cubicBezTo>
                  <a:pt x="11" y="23"/>
                  <a:pt x="0" y="34"/>
                  <a:pt x="0" y="47"/>
                </a:cubicBezTo>
                <a:cubicBezTo>
                  <a:pt x="0" y="61"/>
                  <a:pt x="11" y="72"/>
                  <a:pt x="24" y="72"/>
                </a:cubicBezTo>
                <a:cubicBezTo>
                  <a:pt x="106" y="72"/>
                  <a:pt x="106" y="72"/>
                  <a:pt x="106" y="72"/>
                </a:cubicBezTo>
                <a:cubicBezTo>
                  <a:pt x="106" y="72"/>
                  <a:pt x="106" y="72"/>
                  <a:pt x="106" y="72"/>
                </a:cubicBezTo>
                <a:cubicBezTo>
                  <a:pt x="118" y="71"/>
                  <a:pt x="128" y="62"/>
                  <a:pt x="128" y="50"/>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4" name="Freeform 218"/>
          <p:cNvSpPr>
            <a:spLocks noEditPoints="1"/>
          </p:cNvSpPr>
          <p:nvPr/>
        </p:nvSpPr>
        <p:spPr bwMode="auto">
          <a:xfrm>
            <a:off x="8810172" y="6668893"/>
            <a:ext cx="211097" cy="172982"/>
          </a:xfrm>
          <a:custGeom>
            <a:avLst/>
            <a:gdLst>
              <a:gd name="T0" fmla="*/ 0 w 88"/>
              <a:gd name="T1" fmla="*/ 0 h 72"/>
              <a:gd name="T2" fmla="*/ 0 w 88"/>
              <a:gd name="T3" fmla="*/ 72 h 72"/>
              <a:gd name="T4" fmla="*/ 88 w 88"/>
              <a:gd name="T5" fmla="*/ 72 h 72"/>
              <a:gd name="T6" fmla="*/ 88 w 88"/>
              <a:gd name="T7" fmla="*/ 0 h 72"/>
              <a:gd name="T8" fmla="*/ 0 w 88"/>
              <a:gd name="T9" fmla="*/ 0 h 72"/>
              <a:gd name="T10" fmla="*/ 83 w 88"/>
              <a:gd name="T11" fmla="*/ 66 h 72"/>
              <a:gd name="T12" fmla="*/ 5 w 88"/>
              <a:gd name="T13" fmla="*/ 66 h 72"/>
              <a:gd name="T14" fmla="*/ 5 w 88"/>
              <a:gd name="T15" fmla="*/ 5 h 72"/>
              <a:gd name="T16" fmla="*/ 83 w 88"/>
              <a:gd name="T17" fmla="*/ 5 h 72"/>
              <a:gd name="T18" fmla="*/ 83 w 88"/>
              <a:gd name="T19" fmla="*/ 66 h 72"/>
              <a:gd name="T20" fmla="*/ 61 w 88"/>
              <a:gd name="T21" fmla="*/ 19 h 72"/>
              <a:gd name="T22" fmla="*/ 69 w 88"/>
              <a:gd name="T23" fmla="*/ 27 h 72"/>
              <a:gd name="T24" fmla="*/ 77 w 88"/>
              <a:gd name="T25" fmla="*/ 19 h 72"/>
              <a:gd name="T26" fmla="*/ 69 w 88"/>
              <a:gd name="T27" fmla="*/ 11 h 72"/>
              <a:gd name="T28" fmla="*/ 61 w 88"/>
              <a:gd name="T29" fmla="*/ 19 h 72"/>
              <a:gd name="T30" fmla="*/ 77 w 88"/>
              <a:gd name="T31" fmla="*/ 60 h 72"/>
              <a:gd name="T32" fmla="*/ 11 w 88"/>
              <a:gd name="T33" fmla="*/ 60 h 72"/>
              <a:gd name="T34" fmla="*/ 27 w 88"/>
              <a:gd name="T35" fmla="*/ 16 h 72"/>
              <a:gd name="T36" fmla="*/ 50 w 88"/>
              <a:gd name="T37" fmla="*/ 44 h 72"/>
              <a:gd name="T38" fmla="*/ 61 w 88"/>
              <a:gd name="T39" fmla="*/ 36 h 72"/>
              <a:gd name="T40" fmla="*/ 77 w 88"/>
              <a:gd name="T4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8" h="72">
                <a:moveTo>
                  <a:pt x="0" y="0"/>
                </a:moveTo>
                <a:cubicBezTo>
                  <a:pt x="0" y="72"/>
                  <a:pt x="0" y="72"/>
                  <a:pt x="0" y="72"/>
                </a:cubicBezTo>
                <a:cubicBezTo>
                  <a:pt x="88" y="72"/>
                  <a:pt x="88" y="72"/>
                  <a:pt x="88" y="72"/>
                </a:cubicBezTo>
                <a:cubicBezTo>
                  <a:pt x="88" y="0"/>
                  <a:pt x="88" y="0"/>
                  <a:pt x="88" y="0"/>
                </a:cubicBezTo>
                <a:lnTo>
                  <a:pt x="0" y="0"/>
                </a:lnTo>
                <a:close/>
                <a:moveTo>
                  <a:pt x="83" y="66"/>
                </a:moveTo>
                <a:cubicBezTo>
                  <a:pt x="5" y="66"/>
                  <a:pt x="5" y="66"/>
                  <a:pt x="5" y="66"/>
                </a:cubicBezTo>
                <a:cubicBezTo>
                  <a:pt x="5" y="5"/>
                  <a:pt x="5" y="5"/>
                  <a:pt x="5" y="5"/>
                </a:cubicBezTo>
                <a:cubicBezTo>
                  <a:pt x="83" y="5"/>
                  <a:pt x="83" y="5"/>
                  <a:pt x="83" y="5"/>
                </a:cubicBezTo>
                <a:lnTo>
                  <a:pt x="83" y="66"/>
                </a:lnTo>
                <a:close/>
                <a:moveTo>
                  <a:pt x="61" y="19"/>
                </a:moveTo>
                <a:cubicBezTo>
                  <a:pt x="61" y="24"/>
                  <a:pt x="64" y="27"/>
                  <a:pt x="69" y="27"/>
                </a:cubicBezTo>
                <a:cubicBezTo>
                  <a:pt x="74" y="27"/>
                  <a:pt x="77" y="24"/>
                  <a:pt x="77" y="19"/>
                </a:cubicBezTo>
                <a:cubicBezTo>
                  <a:pt x="77" y="14"/>
                  <a:pt x="74" y="11"/>
                  <a:pt x="69" y="11"/>
                </a:cubicBezTo>
                <a:cubicBezTo>
                  <a:pt x="64" y="11"/>
                  <a:pt x="61" y="14"/>
                  <a:pt x="61" y="19"/>
                </a:cubicBezTo>
                <a:close/>
                <a:moveTo>
                  <a:pt x="77" y="60"/>
                </a:moveTo>
                <a:cubicBezTo>
                  <a:pt x="11" y="60"/>
                  <a:pt x="11" y="60"/>
                  <a:pt x="11" y="60"/>
                </a:cubicBezTo>
                <a:cubicBezTo>
                  <a:pt x="27" y="16"/>
                  <a:pt x="27" y="16"/>
                  <a:pt x="27" y="16"/>
                </a:cubicBezTo>
                <a:cubicBezTo>
                  <a:pt x="50" y="44"/>
                  <a:pt x="50" y="44"/>
                  <a:pt x="50" y="44"/>
                </a:cubicBezTo>
                <a:cubicBezTo>
                  <a:pt x="61" y="36"/>
                  <a:pt x="61" y="36"/>
                  <a:pt x="61" y="36"/>
                </a:cubicBezTo>
                <a:lnTo>
                  <a:pt x="77" y="60"/>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5" name="Freeform 219"/>
          <p:cNvSpPr>
            <a:spLocks noEditPoints="1"/>
          </p:cNvSpPr>
          <p:nvPr/>
        </p:nvSpPr>
        <p:spPr bwMode="auto">
          <a:xfrm>
            <a:off x="8503788" y="6627845"/>
            <a:ext cx="203767" cy="206699"/>
          </a:xfrm>
          <a:custGeom>
            <a:avLst/>
            <a:gdLst>
              <a:gd name="T0" fmla="*/ 57 w 85"/>
              <a:gd name="T1" fmla="*/ 59 h 86"/>
              <a:gd name="T2" fmla="*/ 82 w 85"/>
              <a:gd name="T3" fmla="*/ 47 h 86"/>
              <a:gd name="T4" fmla="*/ 82 w 85"/>
              <a:gd name="T5" fmla="*/ 59 h 86"/>
              <a:gd name="T6" fmla="*/ 66 w 85"/>
              <a:gd name="T7" fmla="*/ 67 h 86"/>
              <a:gd name="T8" fmla="*/ 59 w 85"/>
              <a:gd name="T9" fmla="*/ 84 h 86"/>
              <a:gd name="T10" fmla="*/ 47 w 85"/>
              <a:gd name="T11" fmla="*/ 84 h 86"/>
              <a:gd name="T12" fmla="*/ 57 w 85"/>
              <a:gd name="T13" fmla="*/ 59 h 86"/>
              <a:gd name="T14" fmla="*/ 24 w 85"/>
              <a:gd name="T15" fmla="*/ 85 h 86"/>
              <a:gd name="T16" fmla="*/ 39 w 85"/>
              <a:gd name="T17" fmla="*/ 42 h 86"/>
              <a:gd name="T18" fmla="*/ 81 w 85"/>
              <a:gd name="T19" fmla="*/ 23 h 86"/>
              <a:gd name="T20" fmla="*/ 81 w 85"/>
              <a:gd name="T21" fmla="*/ 35 h 86"/>
              <a:gd name="T22" fmla="*/ 81 w 85"/>
              <a:gd name="T23" fmla="*/ 35 h 86"/>
              <a:gd name="T24" fmla="*/ 48 w 85"/>
              <a:gd name="T25" fmla="*/ 51 h 86"/>
              <a:gd name="T26" fmla="*/ 36 w 85"/>
              <a:gd name="T27" fmla="*/ 85 h 86"/>
              <a:gd name="T28" fmla="*/ 24 w 85"/>
              <a:gd name="T29" fmla="*/ 85 h 86"/>
              <a:gd name="T30" fmla="*/ 49 w 85"/>
              <a:gd name="T31" fmla="*/ 7 h 86"/>
              <a:gd name="T32" fmla="*/ 80 w 85"/>
              <a:gd name="T33" fmla="*/ 0 h 86"/>
              <a:gd name="T34" fmla="*/ 80 w 85"/>
              <a:gd name="T35" fmla="*/ 0 h 86"/>
              <a:gd name="T36" fmla="*/ 80 w 85"/>
              <a:gd name="T37" fmla="*/ 12 h 86"/>
              <a:gd name="T38" fmla="*/ 31 w 85"/>
              <a:gd name="T39" fmla="*/ 34 h 86"/>
              <a:gd name="T40" fmla="*/ 12 w 85"/>
              <a:gd name="T41" fmla="*/ 86 h 86"/>
              <a:gd name="T42" fmla="*/ 0 w 85"/>
              <a:gd name="T43" fmla="*/ 86 h 86"/>
              <a:gd name="T44" fmla="*/ 5 w 85"/>
              <a:gd name="T45" fmla="*/ 55 h 86"/>
              <a:gd name="T46" fmla="*/ 22 w 85"/>
              <a:gd name="T47" fmla="*/ 26 h 86"/>
              <a:gd name="T48" fmla="*/ 49 w 85"/>
              <a:gd name="T49" fmla="*/ 7 h 86"/>
              <a:gd name="T50" fmla="*/ 75 w 85"/>
              <a:gd name="T51" fmla="*/ 83 h 86"/>
              <a:gd name="T52" fmla="*/ 83 w 85"/>
              <a:gd name="T53" fmla="*/ 83 h 86"/>
              <a:gd name="T54" fmla="*/ 83 w 85"/>
              <a:gd name="T55" fmla="*/ 74 h 86"/>
              <a:gd name="T56" fmla="*/ 74 w 85"/>
              <a:gd name="T57" fmla="*/ 75 h 86"/>
              <a:gd name="T58" fmla="*/ 75 w 85"/>
              <a:gd name="T59" fmla="*/ 8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86">
                <a:moveTo>
                  <a:pt x="57" y="59"/>
                </a:moveTo>
                <a:cubicBezTo>
                  <a:pt x="64" y="51"/>
                  <a:pt x="73" y="48"/>
                  <a:pt x="82" y="47"/>
                </a:cubicBezTo>
                <a:cubicBezTo>
                  <a:pt x="82" y="59"/>
                  <a:pt x="82" y="59"/>
                  <a:pt x="82" y="59"/>
                </a:cubicBezTo>
                <a:cubicBezTo>
                  <a:pt x="76" y="59"/>
                  <a:pt x="70" y="62"/>
                  <a:pt x="66" y="67"/>
                </a:cubicBezTo>
                <a:cubicBezTo>
                  <a:pt x="61" y="71"/>
                  <a:pt x="59" y="78"/>
                  <a:pt x="59" y="84"/>
                </a:cubicBezTo>
                <a:cubicBezTo>
                  <a:pt x="47" y="84"/>
                  <a:pt x="47" y="84"/>
                  <a:pt x="47" y="84"/>
                </a:cubicBezTo>
                <a:cubicBezTo>
                  <a:pt x="47" y="75"/>
                  <a:pt x="50" y="66"/>
                  <a:pt x="57" y="59"/>
                </a:cubicBezTo>
                <a:close/>
                <a:moveTo>
                  <a:pt x="24" y="85"/>
                </a:moveTo>
                <a:cubicBezTo>
                  <a:pt x="23" y="69"/>
                  <a:pt x="29" y="54"/>
                  <a:pt x="39" y="42"/>
                </a:cubicBezTo>
                <a:cubicBezTo>
                  <a:pt x="50" y="31"/>
                  <a:pt x="65" y="24"/>
                  <a:pt x="81" y="23"/>
                </a:cubicBezTo>
                <a:cubicBezTo>
                  <a:pt x="81" y="35"/>
                  <a:pt x="81" y="35"/>
                  <a:pt x="81" y="35"/>
                </a:cubicBezTo>
                <a:cubicBezTo>
                  <a:pt x="81" y="35"/>
                  <a:pt x="81" y="35"/>
                  <a:pt x="81" y="35"/>
                </a:cubicBezTo>
                <a:cubicBezTo>
                  <a:pt x="69" y="36"/>
                  <a:pt x="57" y="41"/>
                  <a:pt x="48" y="51"/>
                </a:cubicBezTo>
                <a:cubicBezTo>
                  <a:pt x="40" y="60"/>
                  <a:pt x="35" y="72"/>
                  <a:pt x="36" y="85"/>
                </a:cubicBezTo>
                <a:lnTo>
                  <a:pt x="24" y="85"/>
                </a:lnTo>
                <a:close/>
                <a:moveTo>
                  <a:pt x="49" y="7"/>
                </a:moveTo>
                <a:cubicBezTo>
                  <a:pt x="59" y="3"/>
                  <a:pt x="69" y="0"/>
                  <a:pt x="80" y="0"/>
                </a:cubicBezTo>
                <a:cubicBezTo>
                  <a:pt x="80" y="0"/>
                  <a:pt x="80" y="0"/>
                  <a:pt x="80" y="0"/>
                </a:cubicBezTo>
                <a:cubicBezTo>
                  <a:pt x="80" y="12"/>
                  <a:pt x="80" y="12"/>
                  <a:pt x="80" y="12"/>
                </a:cubicBezTo>
                <a:cubicBezTo>
                  <a:pt x="61" y="12"/>
                  <a:pt x="44" y="20"/>
                  <a:pt x="31" y="34"/>
                </a:cubicBezTo>
                <a:cubicBezTo>
                  <a:pt x="18" y="48"/>
                  <a:pt x="11" y="67"/>
                  <a:pt x="12" y="86"/>
                </a:cubicBezTo>
                <a:cubicBezTo>
                  <a:pt x="0" y="86"/>
                  <a:pt x="0" y="86"/>
                  <a:pt x="0" y="86"/>
                </a:cubicBezTo>
                <a:cubicBezTo>
                  <a:pt x="0" y="75"/>
                  <a:pt x="1" y="65"/>
                  <a:pt x="5" y="55"/>
                </a:cubicBezTo>
                <a:cubicBezTo>
                  <a:pt x="9" y="44"/>
                  <a:pt x="14" y="35"/>
                  <a:pt x="22" y="26"/>
                </a:cubicBezTo>
                <a:cubicBezTo>
                  <a:pt x="30" y="18"/>
                  <a:pt x="39" y="12"/>
                  <a:pt x="49" y="7"/>
                </a:cubicBezTo>
                <a:close/>
                <a:moveTo>
                  <a:pt x="75" y="83"/>
                </a:moveTo>
                <a:cubicBezTo>
                  <a:pt x="77" y="85"/>
                  <a:pt x="81" y="85"/>
                  <a:pt x="83" y="83"/>
                </a:cubicBezTo>
                <a:cubicBezTo>
                  <a:pt x="85" y="80"/>
                  <a:pt x="85" y="77"/>
                  <a:pt x="83" y="74"/>
                </a:cubicBezTo>
                <a:cubicBezTo>
                  <a:pt x="80" y="72"/>
                  <a:pt x="77" y="72"/>
                  <a:pt x="74" y="75"/>
                </a:cubicBezTo>
                <a:cubicBezTo>
                  <a:pt x="72" y="77"/>
                  <a:pt x="72" y="81"/>
                  <a:pt x="75" y="83"/>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6" name="Freeform 227"/>
          <p:cNvSpPr>
            <a:spLocks noEditPoints="1"/>
          </p:cNvSpPr>
          <p:nvPr/>
        </p:nvSpPr>
        <p:spPr bwMode="auto">
          <a:xfrm>
            <a:off x="7903823" y="4053629"/>
            <a:ext cx="172982" cy="170051"/>
          </a:xfrm>
          <a:custGeom>
            <a:avLst/>
            <a:gdLst>
              <a:gd name="T0" fmla="*/ 14 w 72"/>
              <a:gd name="T1" fmla="*/ 35 h 71"/>
              <a:gd name="T2" fmla="*/ 14 w 72"/>
              <a:gd name="T3" fmla="*/ 33 h 71"/>
              <a:gd name="T4" fmla="*/ 1 w 72"/>
              <a:gd name="T5" fmla="*/ 29 h 71"/>
              <a:gd name="T6" fmla="*/ 0 w 72"/>
              <a:gd name="T7" fmla="*/ 35 h 71"/>
              <a:gd name="T8" fmla="*/ 11 w 72"/>
              <a:gd name="T9" fmla="*/ 62 h 71"/>
              <a:gd name="T10" fmla="*/ 19 w 72"/>
              <a:gd name="T11" fmla="*/ 51 h 71"/>
              <a:gd name="T12" fmla="*/ 14 w 72"/>
              <a:gd name="T13" fmla="*/ 35 h 71"/>
              <a:gd name="T14" fmla="*/ 58 w 72"/>
              <a:gd name="T15" fmla="*/ 35 h 71"/>
              <a:gd name="T16" fmla="*/ 53 w 72"/>
              <a:gd name="T17" fmla="*/ 51 h 71"/>
              <a:gd name="T18" fmla="*/ 61 w 72"/>
              <a:gd name="T19" fmla="*/ 62 h 71"/>
              <a:gd name="T20" fmla="*/ 72 w 72"/>
              <a:gd name="T21" fmla="*/ 35 h 71"/>
              <a:gd name="T22" fmla="*/ 71 w 72"/>
              <a:gd name="T23" fmla="*/ 29 h 71"/>
              <a:gd name="T24" fmla="*/ 58 w 72"/>
              <a:gd name="T25" fmla="*/ 33 h 71"/>
              <a:gd name="T26" fmla="*/ 58 w 72"/>
              <a:gd name="T27" fmla="*/ 35 h 71"/>
              <a:gd name="T28" fmla="*/ 40 w 72"/>
              <a:gd name="T29" fmla="*/ 13 h 71"/>
              <a:gd name="T30" fmla="*/ 56 w 72"/>
              <a:gd name="T31" fmla="*/ 24 h 71"/>
              <a:gd name="T32" fmla="*/ 68 w 72"/>
              <a:gd name="T33" fmla="*/ 20 h 71"/>
              <a:gd name="T34" fmla="*/ 40 w 72"/>
              <a:gd name="T35" fmla="*/ 0 h 71"/>
              <a:gd name="T36" fmla="*/ 40 w 72"/>
              <a:gd name="T37" fmla="*/ 13 h 71"/>
              <a:gd name="T38" fmla="*/ 16 w 72"/>
              <a:gd name="T39" fmla="*/ 24 h 71"/>
              <a:gd name="T40" fmla="*/ 31 w 72"/>
              <a:gd name="T41" fmla="*/ 13 h 71"/>
              <a:gd name="T42" fmla="*/ 31 w 72"/>
              <a:gd name="T43" fmla="*/ 0 h 71"/>
              <a:gd name="T44" fmla="*/ 3 w 72"/>
              <a:gd name="T45" fmla="*/ 20 h 71"/>
              <a:gd name="T46" fmla="*/ 16 w 72"/>
              <a:gd name="T47" fmla="*/ 24 h 71"/>
              <a:gd name="T48" fmla="*/ 45 w 72"/>
              <a:gd name="T49" fmla="*/ 56 h 71"/>
              <a:gd name="T50" fmla="*/ 36 w 72"/>
              <a:gd name="T51" fmla="*/ 58 h 71"/>
              <a:gd name="T52" fmla="*/ 27 w 72"/>
              <a:gd name="T53" fmla="*/ 56 h 71"/>
              <a:gd name="T54" fmla="*/ 19 w 72"/>
              <a:gd name="T55" fmla="*/ 67 h 71"/>
              <a:gd name="T56" fmla="*/ 36 w 72"/>
              <a:gd name="T57" fmla="*/ 71 h 71"/>
              <a:gd name="T58" fmla="*/ 53 w 72"/>
              <a:gd name="T59" fmla="*/ 67 h 71"/>
              <a:gd name="T60" fmla="*/ 45 w 72"/>
              <a:gd name="T61" fmla="*/ 56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2" h="71">
                <a:moveTo>
                  <a:pt x="14" y="35"/>
                </a:moveTo>
                <a:cubicBezTo>
                  <a:pt x="14" y="35"/>
                  <a:pt x="14" y="34"/>
                  <a:pt x="14" y="33"/>
                </a:cubicBezTo>
                <a:cubicBezTo>
                  <a:pt x="1" y="29"/>
                  <a:pt x="1" y="29"/>
                  <a:pt x="1" y="29"/>
                </a:cubicBezTo>
                <a:cubicBezTo>
                  <a:pt x="0" y="31"/>
                  <a:pt x="0" y="33"/>
                  <a:pt x="0" y="35"/>
                </a:cubicBezTo>
                <a:cubicBezTo>
                  <a:pt x="0" y="46"/>
                  <a:pt x="4" y="55"/>
                  <a:pt x="11" y="62"/>
                </a:cubicBezTo>
                <a:cubicBezTo>
                  <a:pt x="19" y="51"/>
                  <a:pt x="19" y="51"/>
                  <a:pt x="19" y="51"/>
                </a:cubicBezTo>
                <a:cubicBezTo>
                  <a:pt x="16" y="47"/>
                  <a:pt x="14" y="41"/>
                  <a:pt x="14" y="35"/>
                </a:cubicBezTo>
                <a:close/>
                <a:moveTo>
                  <a:pt x="58" y="35"/>
                </a:moveTo>
                <a:cubicBezTo>
                  <a:pt x="58" y="41"/>
                  <a:pt x="56" y="47"/>
                  <a:pt x="53" y="51"/>
                </a:cubicBezTo>
                <a:cubicBezTo>
                  <a:pt x="61" y="62"/>
                  <a:pt x="61" y="62"/>
                  <a:pt x="61" y="62"/>
                </a:cubicBezTo>
                <a:cubicBezTo>
                  <a:pt x="68" y="55"/>
                  <a:pt x="72" y="46"/>
                  <a:pt x="72" y="35"/>
                </a:cubicBezTo>
                <a:cubicBezTo>
                  <a:pt x="72" y="33"/>
                  <a:pt x="72" y="31"/>
                  <a:pt x="71" y="29"/>
                </a:cubicBezTo>
                <a:cubicBezTo>
                  <a:pt x="58" y="33"/>
                  <a:pt x="58" y="33"/>
                  <a:pt x="58" y="33"/>
                </a:cubicBezTo>
                <a:cubicBezTo>
                  <a:pt x="58" y="34"/>
                  <a:pt x="58" y="35"/>
                  <a:pt x="58" y="35"/>
                </a:cubicBezTo>
                <a:close/>
                <a:moveTo>
                  <a:pt x="40" y="13"/>
                </a:moveTo>
                <a:cubicBezTo>
                  <a:pt x="47" y="15"/>
                  <a:pt x="52" y="19"/>
                  <a:pt x="56" y="24"/>
                </a:cubicBezTo>
                <a:cubicBezTo>
                  <a:pt x="68" y="20"/>
                  <a:pt x="68" y="20"/>
                  <a:pt x="68" y="20"/>
                </a:cubicBezTo>
                <a:cubicBezTo>
                  <a:pt x="63" y="9"/>
                  <a:pt x="53" y="1"/>
                  <a:pt x="40" y="0"/>
                </a:cubicBezTo>
                <a:lnTo>
                  <a:pt x="40" y="13"/>
                </a:lnTo>
                <a:close/>
                <a:moveTo>
                  <a:pt x="16" y="24"/>
                </a:moveTo>
                <a:cubicBezTo>
                  <a:pt x="20" y="19"/>
                  <a:pt x="25" y="15"/>
                  <a:pt x="31" y="13"/>
                </a:cubicBezTo>
                <a:cubicBezTo>
                  <a:pt x="31" y="0"/>
                  <a:pt x="31" y="0"/>
                  <a:pt x="31" y="0"/>
                </a:cubicBezTo>
                <a:cubicBezTo>
                  <a:pt x="19" y="1"/>
                  <a:pt x="9" y="9"/>
                  <a:pt x="3" y="20"/>
                </a:cubicBezTo>
                <a:lnTo>
                  <a:pt x="16" y="24"/>
                </a:lnTo>
                <a:close/>
                <a:moveTo>
                  <a:pt x="45" y="56"/>
                </a:moveTo>
                <a:cubicBezTo>
                  <a:pt x="42" y="57"/>
                  <a:pt x="39" y="58"/>
                  <a:pt x="36" y="58"/>
                </a:cubicBezTo>
                <a:cubicBezTo>
                  <a:pt x="33" y="58"/>
                  <a:pt x="30" y="57"/>
                  <a:pt x="27" y="56"/>
                </a:cubicBezTo>
                <a:cubicBezTo>
                  <a:pt x="19" y="67"/>
                  <a:pt x="19" y="67"/>
                  <a:pt x="19" y="67"/>
                </a:cubicBezTo>
                <a:cubicBezTo>
                  <a:pt x="24" y="70"/>
                  <a:pt x="30" y="71"/>
                  <a:pt x="36" y="71"/>
                </a:cubicBezTo>
                <a:cubicBezTo>
                  <a:pt x="42" y="71"/>
                  <a:pt x="48" y="70"/>
                  <a:pt x="53" y="67"/>
                </a:cubicBezTo>
                <a:lnTo>
                  <a:pt x="45" y="56"/>
                </a:ln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7" name="Freeform 229"/>
          <p:cNvSpPr>
            <a:spLocks noEditPoints="1"/>
          </p:cNvSpPr>
          <p:nvPr/>
        </p:nvSpPr>
        <p:spPr bwMode="auto">
          <a:xfrm>
            <a:off x="8373319" y="2326741"/>
            <a:ext cx="142197" cy="140732"/>
          </a:xfrm>
          <a:custGeom>
            <a:avLst/>
            <a:gdLst>
              <a:gd name="T0" fmla="*/ 30 w 59"/>
              <a:gd name="T1" fmla="*/ 0 h 59"/>
              <a:gd name="T2" fmla="*/ 0 w 59"/>
              <a:gd name="T3" fmla="*/ 29 h 59"/>
              <a:gd name="T4" fmla="*/ 30 w 59"/>
              <a:gd name="T5" fmla="*/ 59 h 59"/>
              <a:gd name="T6" fmla="*/ 59 w 59"/>
              <a:gd name="T7" fmla="*/ 29 h 59"/>
              <a:gd name="T8" fmla="*/ 30 w 59"/>
              <a:gd name="T9" fmla="*/ 0 h 59"/>
              <a:gd name="T10" fmla="*/ 47 w 59"/>
              <a:gd name="T11" fmla="*/ 25 h 59"/>
              <a:gd name="T12" fmla="*/ 31 w 59"/>
              <a:gd name="T13" fmla="*/ 47 h 59"/>
              <a:gd name="T14" fmla="*/ 24 w 59"/>
              <a:gd name="T15" fmla="*/ 44 h 59"/>
              <a:gd name="T16" fmla="*/ 18 w 59"/>
              <a:gd name="T17" fmla="*/ 27 h 59"/>
              <a:gd name="T18" fmla="*/ 14 w 59"/>
              <a:gd name="T19" fmla="*/ 28 h 59"/>
              <a:gd name="T20" fmla="*/ 12 w 59"/>
              <a:gd name="T21" fmla="*/ 26 h 59"/>
              <a:gd name="T22" fmla="*/ 23 w 59"/>
              <a:gd name="T23" fmla="*/ 18 h 59"/>
              <a:gd name="T24" fmla="*/ 29 w 59"/>
              <a:gd name="T25" fmla="*/ 30 h 59"/>
              <a:gd name="T26" fmla="*/ 32 w 59"/>
              <a:gd name="T27" fmla="*/ 37 h 59"/>
              <a:gd name="T28" fmla="*/ 36 w 59"/>
              <a:gd name="T29" fmla="*/ 31 h 59"/>
              <a:gd name="T30" fmla="*/ 32 w 59"/>
              <a:gd name="T31" fmla="*/ 26 h 59"/>
              <a:gd name="T32" fmla="*/ 47 w 59"/>
              <a:gd name="T33" fmla="*/ 25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9" h="59">
                <a:moveTo>
                  <a:pt x="30" y="0"/>
                </a:moveTo>
                <a:cubicBezTo>
                  <a:pt x="14" y="0"/>
                  <a:pt x="0" y="13"/>
                  <a:pt x="0" y="29"/>
                </a:cubicBezTo>
                <a:cubicBezTo>
                  <a:pt x="0" y="45"/>
                  <a:pt x="14" y="59"/>
                  <a:pt x="30" y="59"/>
                </a:cubicBezTo>
                <a:cubicBezTo>
                  <a:pt x="46" y="59"/>
                  <a:pt x="59" y="45"/>
                  <a:pt x="59" y="29"/>
                </a:cubicBezTo>
                <a:cubicBezTo>
                  <a:pt x="59" y="13"/>
                  <a:pt x="46" y="0"/>
                  <a:pt x="30" y="0"/>
                </a:cubicBezTo>
                <a:close/>
                <a:moveTo>
                  <a:pt x="47" y="25"/>
                </a:moveTo>
                <a:cubicBezTo>
                  <a:pt x="45" y="36"/>
                  <a:pt x="34" y="45"/>
                  <a:pt x="31" y="47"/>
                </a:cubicBezTo>
                <a:cubicBezTo>
                  <a:pt x="28" y="49"/>
                  <a:pt x="25" y="46"/>
                  <a:pt x="24" y="44"/>
                </a:cubicBezTo>
                <a:cubicBezTo>
                  <a:pt x="22" y="42"/>
                  <a:pt x="19" y="28"/>
                  <a:pt x="18" y="27"/>
                </a:cubicBezTo>
                <a:cubicBezTo>
                  <a:pt x="17" y="25"/>
                  <a:pt x="14" y="28"/>
                  <a:pt x="14" y="28"/>
                </a:cubicBezTo>
                <a:cubicBezTo>
                  <a:pt x="12" y="26"/>
                  <a:pt x="12" y="26"/>
                  <a:pt x="12" y="26"/>
                </a:cubicBezTo>
                <a:cubicBezTo>
                  <a:pt x="12" y="26"/>
                  <a:pt x="18" y="19"/>
                  <a:pt x="23" y="18"/>
                </a:cubicBezTo>
                <a:cubicBezTo>
                  <a:pt x="28" y="17"/>
                  <a:pt x="28" y="25"/>
                  <a:pt x="29" y="30"/>
                </a:cubicBezTo>
                <a:cubicBezTo>
                  <a:pt x="30" y="34"/>
                  <a:pt x="31" y="37"/>
                  <a:pt x="32" y="37"/>
                </a:cubicBezTo>
                <a:cubicBezTo>
                  <a:pt x="33" y="37"/>
                  <a:pt x="34" y="34"/>
                  <a:pt x="36" y="31"/>
                </a:cubicBezTo>
                <a:cubicBezTo>
                  <a:pt x="39" y="27"/>
                  <a:pt x="36" y="23"/>
                  <a:pt x="32" y="26"/>
                </a:cubicBezTo>
                <a:cubicBezTo>
                  <a:pt x="34" y="16"/>
                  <a:pt x="49" y="14"/>
                  <a:pt x="47" y="25"/>
                </a:cubicBezTo>
                <a:close/>
              </a:path>
            </a:pathLst>
          </a:custGeom>
          <a:solidFill>
            <a:srgbClr val="44546A"/>
          </a:solidFill>
          <a:ln>
            <a:noFill/>
          </a:ln>
        </p:spPr>
        <p:txBody>
          <a:bodyPr vert="horz" wrap="square" lIns="68580" tIns="34290" rIns="68580" bIns="34290" numCol="1" anchor="t" anchorCtr="0" compatLnSpc="1"/>
          <a:lstStyle/>
          <a:p>
            <a:pPr>
              <a:defRPr/>
            </a:pPr>
            <a:endParaRPr lang="id-ID" sz="1000" kern="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8" name="文本框 167"/>
          <p:cNvSpPr txBox="1"/>
          <p:nvPr/>
        </p:nvSpPr>
        <p:spPr>
          <a:xfrm>
            <a:off x="1837980" y="1824585"/>
            <a:ext cx="3560462" cy="336695"/>
          </a:xfrm>
          <a:prstGeom prst="rect">
            <a:avLst/>
          </a:prstGeom>
          <a:noFill/>
        </p:spPr>
        <p:txBody>
          <a:bodyPr wrap="square" rtlCol="0">
            <a:spAutoFit/>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开学时购买坩埚等必要实验器材</a:t>
            </a:r>
          </a:p>
        </p:txBody>
      </p:sp>
      <p:sp>
        <p:nvSpPr>
          <p:cNvPr id="169" name="Isosceles Triangle 336"/>
          <p:cNvSpPr/>
          <p:nvPr/>
        </p:nvSpPr>
        <p:spPr>
          <a:xfrm rot="5400000">
            <a:off x="1580326" y="1622110"/>
            <a:ext cx="244042" cy="210382"/>
          </a:xfrm>
          <a:prstGeom prst="triangle">
            <a:avLst/>
          </a:prstGeom>
          <a:solidFill>
            <a:srgbClr val="44546A"/>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0" name="TextBox 13"/>
          <p:cNvSpPr txBox="1"/>
          <p:nvPr/>
        </p:nvSpPr>
        <p:spPr>
          <a:xfrm>
            <a:off x="1958531" y="1611213"/>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购买实验器材</a:t>
            </a:r>
            <a:endPar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171" name="文本框 170"/>
          <p:cNvSpPr txBox="1"/>
          <p:nvPr/>
        </p:nvSpPr>
        <p:spPr>
          <a:xfrm>
            <a:off x="1830224" y="2448517"/>
            <a:ext cx="3560462" cy="1444691"/>
          </a:xfrm>
          <a:prstGeom prst="rect">
            <a:avLst/>
          </a:prstGeom>
          <a:noFill/>
        </p:spPr>
        <p:txBody>
          <a:bodyPr wrap="square" rtlCol="0">
            <a:spAutoFit/>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我们量子光实验有较为基础的可从教材上找到的理论，尺子把戏是一个需要建模观察的课题，而磁力齿轮和发射橡皮筋是一个便于定量得到理论结果的课题，可以先通过力学各种知识得到简单模型的结论，再在实验结果的基础下修改。</a:t>
            </a:r>
          </a:p>
        </p:txBody>
      </p:sp>
      <p:sp>
        <p:nvSpPr>
          <p:cNvPr id="172" name="Isosceles Triangle 336"/>
          <p:cNvSpPr/>
          <p:nvPr/>
        </p:nvSpPr>
        <p:spPr>
          <a:xfrm rot="5400000">
            <a:off x="1580326" y="2199650"/>
            <a:ext cx="244042" cy="210382"/>
          </a:xfrm>
          <a:prstGeom prst="triangle">
            <a:avLst/>
          </a:prstGeom>
          <a:solidFill>
            <a:srgbClr val="44546A"/>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3" name="TextBox 13"/>
          <p:cNvSpPr txBox="1"/>
          <p:nvPr/>
        </p:nvSpPr>
        <p:spPr>
          <a:xfrm>
            <a:off x="1958531" y="2188753"/>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前期理论</a:t>
            </a:r>
            <a:endPar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sp>
        <p:nvSpPr>
          <p:cNvPr id="174" name="文本框 173"/>
          <p:cNvSpPr txBox="1"/>
          <p:nvPr/>
        </p:nvSpPr>
        <p:spPr>
          <a:xfrm>
            <a:off x="1883921" y="4254623"/>
            <a:ext cx="3560462" cy="890693"/>
          </a:xfrm>
          <a:prstGeom prst="rect">
            <a:avLst/>
          </a:prstGeom>
          <a:noFill/>
        </p:spPr>
        <p:txBody>
          <a:bodyPr wrap="square" rtlCol="0">
            <a:spAutoFit/>
          </a:bodyPr>
          <a:lstStyle/>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对于各项课题，可以通过设计与最后结果相关的实验，从而得到相关的结论。</a:t>
            </a:r>
            <a:endParaRPr lang="en-US" altLang="zh-CN" sz="1200" dirty="0">
              <a:solidFill>
                <a:srgbClr val="44546A"/>
              </a:solidFill>
              <a:latin typeface="微软雅黑" panose="020B0503020204020204" pitchFamily="34" charset="-122"/>
              <a:ea typeface="微软雅黑" panose="020B0503020204020204" pitchFamily="34" charset="-122"/>
            </a:endParaRPr>
          </a:p>
          <a:p>
            <a:pPr>
              <a:lnSpc>
                <a:spcPct val="150000"/>
              </a:lnSpc>
            </a:pPr>
            <a:r>
              <a:rPr lang="zh-CN" altLang="en-US" sz="1200" dirty="0">
                <a:solidFill>
                  <a:srgbClr val="44546A"/>
                </a:solidFill>
                <a:latin typeface="微软雅黑" panose="020B0503020204020204" pitchFamily="34" charset="-122"/>
                <a:ea typeface="微软雅黑" panose="020B0503020204020204" pitchFamily="34" charset="-122"/>
              </a:rPr>
              <a:t>下面是各课题具体进展。</a:t>
            </a:r>
          </a:p>
        </p:txBody>
      </p:sp>
      <p:sp>
        <p:nvSpPr>
          <p:cNvPr id="175" name="Isosceles Triangle 336"/>
          <p:cNvSpPr/>
          <p:nvPr/>
        </p:nvSpPr>
        <p:spPr>
          <a:xfrm rot="5400000">
            <a:off x="1580326" y="3942916"/>
            <a:ext cx="244042" cy="210382"/>
          </a:xfrm>
          <a:prstGeom prst="triangle">
            <a:avLst/>
          </a:prstGeom>
          <a:solidFill>
            <a:srgbClr val="44546A"/>
          </a:solidFill>
          <a:ln w="12700" cap="flat" cmpd="sng" algn="ctr">
            <a:noFill/>
            <a:prstDash val="solid"/>
            <a:miter lim="800000"/>
          </a:ln>
          <a:effectLst/>
        </p:spPr>
        <p:txBody>
          <a:bodyPr lIns="68580" tIns="34290" rIns="68580" bIns="34290" rtlCol="0" anchor="ctr"/>
          <a:lstStyle/>
          <a:p>
            <a:pPr algn="ctr">
              <a:defRPr/>
            </a:pPr>
            <a:endParaRPr lang="en-US" kern="0" dirty="0">
              <a:solidFill>
                <a:prstClr val="white"/>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6" name="TextBox 13"/>
          <p:cNvSpPr txBox="1"/>
          <p:nvPr/>
        </p:nvSpPr>
        <p:spPr>
          <a:xfrm>
            <a:off x="1958531" y="3932019"/>
            <a:ext cx="1464746" cy="246221"/>
          </a:xfrm>
          <a:prstGeom prst="rect">
            <a:avLst/>
          </a:prstGeom>
          <a:noFill/>
        </p:spPr>
        <p:txBody>
          <a:bodyPr wrap="square" lIns="0" tIns="0" rIns="0" bIns="0" rtlCol="0" anchor="t" anchorCtr="0">
            <a:spAutoFit/>
          </a:bodyPr>
          <a:lstStyle/>
          <a:p>
            <a:pPr defTabSz="912495">
              <a:spcBef>
                <a:spcPct val="20000"/>
              </a:spcBef>
              <a:defRPr/>
            </a:pPr>
            <a:r>
              <a:rPr lang="zh-CN" alt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rPr>
              <a:t>实验过程</a:t>
            </a:r>
            <a:endParaRPr lang="en-US" sz="1600" b="1" dirty="0">
              <a:solidFill>
                <a:srgbClr val="44546A"/>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77" name="组合 176"/>
          <p:cNvGrpSpPr/>
          <p:nvPr/>
        </p:nvGrpSpPr>
        <p:grpSpPr>
          <a:xfrm>
            <a:off x="122182" y="84408"/>
            <a:ext cx="4253916" cy="947722"/>
            <a:chOff x="122182" y="84408"/>
            <a:chExt cx="4253916" cy="947722"/>
          </a:xfrm>
        </p:grpSpPr>
        <p:pic>
          <p:nvPicPr>
            <p:cNvPr id="178" name="图片 177"/>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79"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80" name="组合 179"/>
            <p:cNvGrpSpPr/>
            <p:nvPr/>
          </p:nvGrpSpPr>
          <p:grpSpPr>
            <a:xfrm>
              <a:off x="1467258" y="189315"/>
              <a:ext cx="2908840" cy="716904"/>
              <a:chOff x="1410987" y="179320"/>
              <a:chExt cx="2908840" cy="716904"/>
            </a:xfrm>
          </p:grpSpPr>
          <p:sp>
            <p:nvSpPr>
              <p:cNvPr id="181"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未来发展方向</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82" name="矩形 181"/>
              <p:cNvSpPr/>
              <p:nvPr/>
            </p:nvSpPr>
            <p:spPr>
              <a:xfrm>
                <a:off x="1410987" y="588447"/>
                <a:ext cx="2402196" cy="307777"/>
              </a:xfrm>
              <a:prstGeom prst="rect">
                <a:avLst/>
              </a:prstGeom>
            </p:spPr>
            <p:txBody>
              <a:bodyPr wrap="none">
                <a:spAutoFit/>
              </a:bodyPr>
              <a:lstStyle/>
              <a:p>
                <a:r>
                  <a:rPr lang="en-US" altLang="zh-CN" sz="1400" dirty="0">
                    <a:solidFill>
                      <a:srgbClr val="44546A"/>
                    </a:solidFill>
                  </a:rPr>
                  <a:t>Future Development Direction</a:t>
                </a:r>
                <a:endParaRPr lang="zh-CN" altLang="en-US" sz="1400" dirty="0">
                  <a:solidFill>
                    <a:srgbClr val="44546A"/>
                  </a:solidFill>
                </a:endParaRPr>
              </a:p>
            </p:txBody>
          </p:sp>
        </p:grpSp>
      </p:grpSp>
    </p:spTree>
  </p:cSld>
  <p:clrMapOvr>
    <a:masterClrMapping/>
  </p:clrMapOvr>
  <p:transition advTm="1000">
    <p:dissolv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670932" y="2285604"/>
            <a:ext cx="6996681" cy="2953955"/>
          </a:xfrm>
          <a:prstGeom prst="rect">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890462" y="2743460"/>
            <a:ext cx="4732189" cy="2012855"/>
          </a:xfrm>
          <a:prstGeom prst="rect">
            <a:avLst/>
          </a:prstGeom>
        </p:spPr>
        <p:txBody>
          <a:bodyPr wrap="square" lIns="91436" tIns="45718" rIns="91436" bIns="45718">
            <a:spAutoFit/>
          </a:bodyPr>
          <a:lstStyle/>
          <a:p>
            <a:pPr>
              <a:lnSpc>
                <a:spcPct val="130000"/>
              </a:lnSpc>
            </a:pPr>
            <a:r>
              <a:rPr lang="zh-CN" altLang="en-US" sz="2400" b="1" dirty="0">
                <a:solidFill>
                  <a:schemeClr val="bg1"/>
                </a:solidFill>
                <a:latin typeface="微软雅黑" panose="020B0503020204020204" pitchFamily="34" charset="-122"/>
                <a:ea typeface="微软雅黑" panose="020B0503020204020204" pitchFamily="34" charset="-122"/>
              </a:rPr>
              <a:t>添加小标题</a:t>
            </a:r>
            <a:endParaRPr lang="en-US" altLang="zh-CN" sz="2400" b="1" dirty="0">
              <a:solidFill>
                <a:schemeClr val="bg1"/>
              </a:solidFill>
              <a:latin typeface="微软雅黑" panose="020B0503020204020204" pitchFamily="34" charset="-122"/>
              <a:ea typeface="微软雅黑" panose="020B0503020204020204" pitchFamily="34" charset="-122"/>
            </a:endParaRPr>
          </a:p>
          <a:p>
            <a:pPr>
              <a:lnSpc>
                <a:spcPct val="130000"/>
              </a:lnSpc>
            </a:pPr>
            <a:r>
              <a:rPr lang="zh-CN" altLang="en-US" dirty="0">
                <a:solidFill>
                  <a:schemeClr val="bg1"/>
                </a:solidFill>
                <a:latin typeface="微软雅黑" panose="020B0503020204020204" pitchFamily="34" charset="-122"/>
                <a:ea typeface="微软雅黑" panose="020B0503020204020204" pitchFamily="34" charset="-122"/>
              </a:rPr>
              <a:t>论文就是用来进行科学研究和描述科研成果的文章，简称之为论文。它既是探讨问题进行科学研究的一种手段，又是描述科研成果进行学术交流的一种工具。</a:t>
            </a:r>
            <a:endParaRPr lang="en-US" altLang="zh-CN" dirty="0">
              <a:solidFill>
                <a:schemeClr val="bg1"/>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122182" y="84408"/>
            <a:ext cx="4253916" cy="947722"/>
            <a:chOff x="122182" y="84408"/>
            <a:chExt cx="4253916" cy="947722"/>
          </a:xfrm>
        </p:grpSpPr>
        <p:pic>
          <p:nvPicPr>
            <p:cNvPr id="10" name="图片 9"/>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11"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12" name="组合 11"/>
            <p:cNvGrpSpPr/>
            <p:nvPr/>
          </p:nvGrpSpPr>
          <p:grpSpPr>
            <a:xfrm>
              <a:off x="1467258" y="189315"/>
              <a:ext cx="2908840" cy="716904"/>
              <a:chOff x="1410987" y="179320"/>
              <a:chExt cx="2908840" cy="716904"/>
            </a:xfrm>
          </p:grpSpPr>
          <p:sp>
            <p:nvSpPr>
              <p:cNvPr id="13"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未来发展方向</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4" name="矩形 13"/>
              <p:cNvSpPr/>
              <p:nvPr/>
            </p:nvSpPr>
            <p:spPr>
              <a:xfrm>
                <a:off x="1410987" y="588447"/>
                <a:ext cx="2402196" cy="307777"/>
              </a:xfrm>
              <a:prstGeom prst="rect">
                <a:avLst/>
              </a:prstGeom>
            </p:spPr>
            <p:txBody>
              <a:bodyPr wrap="none">
                <a:spAutoFit/>
              </a:bodyPr>
              <a:lstStyle/>
              <a:p>
                <a:r>
                  <a:rPr lang="en-US" altLang="zh-CN" sz="1400" dirty="0">
                    <a:solidFill>
                      <a:srgbClr val="44546A"/>
                    </a:solidFill>
                  </a:rPr>
                  <a:t>Future Development Direction</a:t>
                </a:r>
                <a:endParaRPr lang="zh-CN" altLang="en-US" sz="1400" dirty="0">
                  <a:solidFill>
                    <a:srgbClr val="44546A"/>
                  </a:solidFill>
                </a:endParaRPr>
              </a:p>
            </p:txBody>
          </p:sp>
        </p:grpSp>
      </p:grpSp>
    </p:spTree>
  </p:cSld>
  <p:clrMapOvr>
    <a:masterClrMapping/>
  </p:clrMapOvr>
  <p:transition advTm="1000">
    <p:dissolv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5"/>
          <p:cNvSpPr/>
          <p:nvPr/>
        </p:nvSpPr>
        <p:spPr>
          <a:xfrm>
            <a:off x="3128790" y="2440847"/>
            <a:ext cx="6290632" cy="4125206"/>
          </a:xfrm>
          <a:custGeom>
            <a:avLst/>
            <a:gdLst>
              <a:gd name="connsiteX0" fmla="*/ 0 w 6290632"/>
              <a:gd name="connsiteY0" fmla="*/ 330506 h 4109292"/>
              <a:gd name="connsiteX1" fmla="*/ 0 w 6290632"/>
              <a:gd name="connsiteY1" fmla="*/ 0 h 4109292"/>
              <a:gd name="connsiteX2" fmla="*/ 2886420 w 6290632"/>
              <a:gd name="connsiteY2" fmla="*/ 253388 h 4109292"/>
              <a:gd name="connsiteX3" fmla="*/ 1740665 w 6290632"/>
              <a:gd name="connsiteY3" fmla="*/ 859316 h 4109292"/>
              <a:gd name="connsiteX4" fmla="*/ 4109292 w 6290632"/>
              <a:gd name="connsiteY4" fmla="*/ 1443210 h 4109292"/>
              <a:gd name="connsiteX5" fmla="*/ 2203374 w 6290632"/>
              <a:gd name="connsiteY5" fmla="*/ 2533880 h 4109292"/>
              <a:gd name="connsiteX6" fmla="*/ 6290632 w 6290632"/>
              <a:gd name="connsiteY6" fmla="*/ 2974555 h 4109292"/>
              <a:gd name="connsiteX7" fmla="*/ 6290632 w 6290632"/>
              <a:gd name="connsiteY7" fmla="*/ 4109292 h 4109292"/>
              <a:gd name="connsiteX8" fmla="*/ 947451 w 6290632"/>
              <a:gd name="connsiteY8" fmla="*/ 2655066 h 4109292"/>
              <a:gd name="connsiteX9" fmla="*/ 2765234 w 6290632"/>
              <a:gd name="connsiteY9" fmla="*/ 1564396 h 4109292"/>
              <a:gd name="connsiteX10" fmla="*/ 771181 w 6290632"/>
              <a:gd name="connsiteY10" fmla="*/ 991519 h 4109292"/>
              <a:gd name="connsiteX11" fmla="*/ 2214391 w 6290632"/>
              <a:gd name="connsiteY11" fmla="*/ 308473 h 4109292"/>
              <a:gd name="connsiteX12" fmla="*/ 0 w 6290632"/>
              <a:gd name="connsiteY12" fmla="*/ 330506 h 4109292"/>
              <a:gd name="connsiteX0-1" fmla="*/ 0 w 6290632"/>
              <a:gd name="connsiteY0-2" fmla="*/ 330506 h 4109292"/>
              <a:gd name="connsiteX1-3" fmla="*/ 0 w 6290632"/>
              <a:gd name="connsiteY1-4" fmla="*/ 0 h 4109292"/>
              <a:gd name="connsiteX2-5" fmla="*/ 2886420 w 6290632"/>
              <a:gd name="connsiteY2-6" fmla="*/ 253388 h 4109292"/>
              <a:gd name="connsiteX3-7" fmla="*/ 1740665 w 6290632"/>
              <a:gd name="connsiteY3-8" fmla="*/ 859316 h 4109292"/>
              <a:gd name="connsiteX4-9" fmla="*/ 4109292 w 6290632"/>
              <a:gd name="connsiteY4-10" fmla="*/ 1443210 h 4109292"/>
              <a:gd name="connsiteX5-11" fmla="*/ 2203374 w 6290632"/>
              <a:gd name="connsiteY5-12" fmla="*/ 2533880 h 4109292"/>
              <a:gd name="connsiteX6-13" fmla="*/ 6290632 w 6290632"/>
              <a:gd name="connsiteY6-14" fmla="*/ 2974555 h 4109292"/>
              <a:gd name="connsiteX7-15" fmla="*/ 6290632 w 6290632"/>
              <a:gd name="connsiteY7-16" fmla="*/ 4109292 h 4109292"/>
              <a:gd name="connsiteX8-17" fmla="*/ 947451 w 6290632"/>
              <a:gd name="connsiteY8-18" fmla="*/ 2655066 h 4109292"/>
              <a:gd name="connsiteX9-19" fmla="*/ 2765234 w 6290632"/>
              <a:gd name="connsiteY9-20" fmla="*/ 1564396 h 4109292"/>
              <a:gd name="connsiteX10-21" fmla="*/ 771181 w 6290632"/>
              <a:gd name="connsiteY10-22" fmla="*/ 991519 h 4109292"/>
              <a:gd name="connsiteX11-23" fmla="*/ 2214391 w 6290632"/>
              <a:gd name="connsiteY11-24" fmla="*/ 308473 h 4109292"/>
              <a:gd name="connsiteX12-25" fmla="*/ 0 w 6290632"/>
              <a:gd name="connsiteY12-26" fmla="*/ 330506 h 4109292"/>
              <a:gd name="connsiteX0-27" fmla="*/ 0 w 6290632"/>
              <a:gd name="connsiteY0-28" fmla="*/ 330506 h 4109292"/>
              <a:gd name="connsiteX1-29" fmla="*/ 0 w 6290632"/>
              <a:gd name="connsiteY1-30" fmla="*/ 0 h 4109292"/>
              <a:gd name="connsiteX2-31" fmla="*/ 2886420 w 6290632"/>
              <a:gd name="connsiteY2-32" fmla="*/ 253388 h 4109292"/>
              <a:gd name="connsiteX3-33" fmla="*/ 1740665 w 6290632"/>
              <a:gd name="connsiteY3-34" fmla="*/ 859316 h 4109292"/>
              <a:gd name="connsiteX4-35" fmla="*/ 4109292 w 6290632"/>
              <a:gd name="connsiteY4-36" fmla="*/ 1443210 h 4109292"/>
              <a:gd name="connsiteX5-37" fmla="*/ 2203374 w 6290632"/>
              <a:gd name="connsiteY5-38" fmla="*/ 2533880 h 4109292"/>
              <a:gd name="connsiteX6-39" fmla="*/ 6290632 w 6290632"/>
              <a:gd name="connsiteY6-40" fmla="*/ 2974555 h 4109292"/>
              <a:gd name="connsiteX7-41" fmla="*/ 6290632 w 6290632"/>
              <a:gd name="connsiteY7-42" fmla="*/ 4109292 h 4109292"/>
              <a:gd name="connsiteX8-43" fmla="*/ 947451 w 6290632"/>
              <a:gd name="connsiteY8-44" fmla="*/ 2655066 h 4109292"/>
              <a:gd name="connsiteX9-45" fmla="*/ 2765234 w 6290632"/>
              <a:gd name="connsiteY9-46" fmla="*/ 1564396 h 4109292"/>
              <a:gd name="connsiteX10-47" fmla="*/ 771181 w 6290632"/>
              <a:gd name="connsiteY10-48" fmla="*/ 991519 h 4109292"/>
              <a:gd name="connsiteX11-49" fmla="*/ 2214391 w 6290632"/>
              <a:gd name="connsiteY11-50" fmla="*/ 308473 h 4109292"/>
              <a:gd name="connsiteX12-51" fmla="*/ 0 w 6290632"/>
              <a:gd name="connsiteY12-52" fmla="*/ 330506 h 4109292"/>
              <a:gd name="connsiteX0-53" fmla="*/ 0 w 6290632"/>
              <a:gd name="connsiteY0-54" fmla="*/ 354602 h 4133388"/>
              <a:gd name="connsiteX1-55" fmla="*/ 0 w 6290632"/>
              <a:gd name="connsiteY1-56" fmla="*/ 24096 h 4133388"/>
              <a:gd name="connsiteX2-57" fmla="*/ 2886420 w 6290632"/>
              <a:gd name="connsiteY2-58" fmla="*/ 277484 h 4133388"/>
              <a:gd name="connsiteX3-59" fmla="*/ 1740665 w 6290632"/>
              <a:gd name="connsiteY3-60" fmla="*/ 883412 h 4133388"/>
              <a:gd name="connsiteX4-61" fmla="*/ 4109292 w 6290632"/>
              <a:gd name="connsiteY4-62" fmla="*/ 1467306 h 4133388"/>
              <a:gd name="connsiteX5-63" fmla="*/ 2203374 w 6290632"/>
              <a:gd name="connsiteY5-64" fmla="*/ 2557976 h 4133388"/>
              <a:gd name="connsiteX6-65" fmla="*/ 6290632 w 6290632"/>
              <a:gd name="connsiteY6-66" fmla="*/ 2998651 h 4133388"/>
              <a:gd name="connsiteX7-67" fmla="*/ 6290632 w 6290632"/>
              <a:gd name="connsiteY7-68" fmla="*/ 4133388 h 4133388"/>
              <a:gd name="connsiteX8-69" fmla="*/ 947451 w 6290632"/>
              <a:gd name="connsiteY8-70" fmla="*/ 2679162 h 4133388"/>
              <a:gd name="connsiteX9-71" fmla="*/ 2765234 w 6290632"/>
              <a:gd name="connsiteY9-72" fmla="*/ 1588492 h 4133388"/>
              <a:gd name="connsiteX10-73" fmla="*/ 771181 w 6290632"/>
              <a:gd name="connsiteY10-74" fmla="*/ 1015615 h 4133388"/>
              <a:gd name="connsiteX11-75" fmla="*/ 2214391 w 6290632"/>
              <a:gd name="connsiteY11-76" fmla="*/ 332569 h 4133388"/>
              <a:gd name="connsiteX12-77" fmla="*/ 0 w 6290632"/>
              <a:gd name="connsiteY12-78" fmla="*/ 354602 h 4133388"/>
              <a:gd name="connsiteX0-79" fmla="*/ 0 w 6290632"/>
              <a:gd name="connsiteY0-80" fmla="*/ 354602 h 4133388"/>
              <a:gd name="connsiteX1-81" fmla="*/ 0 w 6290632"/>
              <a:gd name="connsiteY1-82" fmla="*/ 24096 h 4133388"/>
              <a:gd name="connsiteX2-83" fmla="*/ 2886420 w 6290632"/>
              <a:gd name="connsiteY2-84" fmla="*/ 277484 h 4133388"/>
              <a:gd name="connsiteX3-85" fmla="*/ 1740665 w 6290632"/>
              <a:gd name="connsiteY3-86" fmla="*/ 883412 h 4133388"/>
              <a:gd name="connsiteX4-87" fmla="*/ 4109292 w 6290632"/>
              <a:gd name="connsiteY4-88" fmla="*/ 1467306 h 4133388"/>
              <a:gd name="connsiteX5-89" fmla="*/ 2203374 w 6290632"/>
              <a:gd name="connsiteY5-90" fmla="*/ 2557976 h 4133388"/>
              <a:gd name="connsiteX6-91" fmla="*/ 6290632 w 6290632"/>
              <a:gd name="connsiteY6-92" fmla="*/ 2998651 h 4133388"/>
              <a:gd name="connsiteX7-93" fmla="*/ 6290632 w 6290632"/>
              <a:gd name="connsiteY7-94" fmla="*/ 4133388 h 4133388"/>
              <a:gd name="connsiteX8-95" fmla="*/ 947451 w 6290632"/>
              <a:gd name="connsiteY8-96" fmla="*/ 2679162 h 4133388"/>
              <a:gd name="connsiteX9-97" fmla="*/ 2765234 w 6290632"/>
              <a:gd name="connsiteY9-98" fmla="*/ 1588492 h 4133388"/>
              <a:gd name="connsiteX10-99" fmla="*/ 771181 w 6290632"/>
              <a:gd name="connsiteY10-100" fmla="*/ 1015615 h 4133388"/>
              <a:gd name="connsiteX11-101" fmla="*/ 2214391 w 6290632"/>
              <a:gd name="connsiteY11-102" fmla="*/ 332569 h 4133388"/>
              <a:gd name="connsiteX12-103" fmla="*/ 0 w 6290632"/>
              <a:gd name="connsiteY12-104" fmla="*/ 354602 h 4133388"/>
              <a:gd name="connsiteX0-105" fmla="*/ 0 w 6290632"/>
              <a:gd name="connsiteY0-106" fmla="*/ 354602 h 4133388"/>
              <a:gd name="connsiteX1-107" fmla="*/ 0 w 6290632"/>
              <a:gd name="connsiteY1-108" fmla="*/ 24096 h 4133388"/>
              <a:gd name="connsiteX2-109" fmla="*/ 2886420 w 6290632"/>
              <a:gd name="connsiteY2-110" fmla="*/ 277484 h 4133388"/>
              <a:gd name="connsiteX3-111" fmla="*/ 1740665 w 6290632"/>
              <a:gd name="connsiteY3-112" fmla="*/ 883412 h 4133388"/>
              <a:gd name="connsiteX4-113" fmla="*/ 4109292 w 6290632"/>
              <a:gd name="connsiteY4-114" fmla="*/ 1467306 h 4133388"/>
              <a:gd name="connsiteX5-115" fmla="*/ 2203374 w 6290632"/>
              <a:gd name="connsiteY5-116" fmla="*/ 2557976 h 4133388"/>
              <a:gd name="connsiteX6-117" fmla="*/ 6290632 w 6290632"/>
              <a:gd name="connsiteY6-118" fmla="*/ 2998651 h 4133388"/>
              <a:gd name="connsiteX7-119" fmla="*/ 6290632 w 6290632"/>
              <a:gd name="connsiteY7-120" fmla="*/ 4133388 h 4133388"/>
              <a:gd name="connsiteX8-121" fmla="*/ 947451 w 6290632"/>
              <a:gd name="connsiteY8-122" fmla="*/ 2679162 h 4133388"/>
              <a:gd name="connsiteX9-123" fmla="*/ 2765234 w 6290632"/>
              <a:gd name="connsiteY9-124" fmla="*/ 1588492 h 4133388"/>
              <a:gd name="connsiteX10-125" fmla="*/ 771181 w 6290632"/>
              <a:gd name="connsiteY10-126" fmla="*/ 1015615 h 4133388"/>
              <a:gd name="connsiteX11-127" fmla="*/ 2214391 w 6290632"/>
              <a:gd name="connsiteY11-128" fmla="*/ 332569 h 4133388"/>
              <a:gd name="connsiteX12-129" fmla="*/ 0 w 6290632"/>
              <a:gd name="connsiteY12-130" fmla="*/ 354602 h 4133388"/>
              <a:gd name="connsiteX0-131" fmla="*/ 0 w 6290632"/>
              <a:gd name="connsiteY0-132" fmla="*/ 354602 h 4133388"/>
              <a:gd name="connsiteX1-133" fmla="*/ 0 w 6290632"/>
              <a:gd name="connsiteY1-134" fmla="*/ 24096 h 4133388"/>
              <a:gd name="connsiteX2-135" fmla="*/ 2886420 w 6290632"/>
              <a:gd name="connsiteY2-136" fmla="*/ 277484 h 4133388"/>
              <a:gd name="connsiteX3-137" fmla="*/ 1740665 w 6290632"/>
              <a:gd name="connsiteY3-138" fmla="*/ 883412 h 4133388"/>
              <a:gd name="connsiteX4-139" fmla="*/ 4109292 w 6290632"/>
              <a:gd name="connsiteY4-140" fmla="*/ 1467306 h 4133388"/>
              <a:gd name="connsiteX5-141" fmla="*/ 2203374 w 6290632"/>
              <a:gd name="connsiteY5-142" fmla="*/ 2557976 h 4133388"/>
              <a:gd name="connsiteX6-143" fmla="*/ 6290632 w 6290632"/>
              <a:gd name="connsiteY6-144" fmla="*/ 2998651 h 4133388"/>
              <a:gd name="connsiteX7-145" fmla="*/ 6290632 w 6290632"/>
              <a:gd name="connsiteY7-146" fmla="*/ 4133388 h 4133388"/>
              <a:gd name="connsiteX8-147" fmla="*/ 947451 w 6290632"/>
              <a:gd name="connsiteY8-148" fmla="*/ 2679162 h 4133388"/>
              <a:gd name="connsiteX9-149" fmla="*/ 2765234 w 6290632"/>
              <a:gd name="connsiteY9-150" fmla="*/ 1588492 h 4133388"/>
              <a:gd name="connsiteX10-151" fmla="*/ 771181 w 6290632"/>
              <a:gd name="connsiteY10-152" fmla="*/ 1015615 h 4133388"/>
              <a:gd name="connsiteX11-153" fmla="*/ 2214391 w 6290632"/>
              <a:gd name="connsiteY11-154" fmla="*/ 332569 h 4133388"/>
              <a:gd name="connsiteX12-155" fmla="*/ 0 w 6290632"/>
              <a:gd name="connsiteY12-156" fmla="*/ 354602 h 4133388"/>
              <a:gd name="connsiteX0-157" fmla="*/ 0 w 6290632"/>
              <a:gd name="connsiteY0-158" fmla="*/ 354602 h 4133388"/>
              <a:gd name="connsiteX1-159" fmla="*/ 0 w 6290632"/>
              <a:gd name="connsiteY1-160" fmla="*/ 24096 h 4133388"/>
              <a:gd name="connsiteX2-161" fmla="*/ 2886420 w 6290632"/>
              <a:gd name="connsiteY2-162" fmla="*/ 277484 h 4133388"/>
              <a:gd name="connsiteX3-163" fmla="*/ 1740665 w 6290632"/>
              <a:gd name="connsiteY3-164" fmla="*/ 883412 h 4133388"/>
              <a:gd name="connsiteX4-165" fmla="*/ 4109292 w 6290632"/>
              <a:gd name="connsiteY4-166" fmla="*/ 1467306 h 4133388"/>
              <a:gd name="connsiteX5-167" fmla="*/ 2203374 w 6290632"/>
              <a:gd name="connsiteY5-168" fmla="*/ 2557976 h 4133388"/>
              <a:gd name="connsiteX6-169" fmla="*/ 6290632 w 6290632"/>
              <a:gd name="connsiteY6-170" fmla="*/ 2998651 h 4133388"/>
              <a:gd name="connsiteX7-171" fmla="*/ 6290632 w 6290632"/>
              <a:gd name="connsiteY7-172" fmla="*/ 4133388 h 4133388"/>
              <a:gd name="connsiteX8-173" fmla="*/ 947451 w 6290632"/>
              <a:gd name="connsiteY8-174" fmla="*/ 2679162 h 4133388"/>
              <a:gd name="connsiteX9-175" fmla="*/ 2765234 w 6290632"/>
              <a:gd name="connsiteY9-176" fmla="*/ 1588492 h 4133388"/>
              <a:gd name="connsiteX10-177" fmla="*/ 771181 w 6290632"/>
              <a:gd name="connsiteY10-178" fmla="*/ 1015615 h 4133388"/>
              <a:gd name="connsiteX11-179" fmla="*/ 2214391 w 6290632"/>
              <a:gd name="connsiteY11-180" fmla="*/ 332569 h 4133388"/>
              <a:gd name="connsiteX12-181" fmla="*/ 0 w 6290632"/>
              <a:gd name="connsiteY12-182" fmla="*/ 354602 h 4133388"/>
              <a:gd name="connsiteX0-183" fmla="*/ 0 w 6290632"/>
              <a:gd name="connsiteY0-184" fmla="*/ 354602 h 4133388"/>
              <a:gd name="connsiteX1-185" fmla="*/ 0 w 6290632"/>
              <a:gd name="connsiteY1-186" fmla="*/ 24096 h 4133388"/>
              <a:gd name="connsiteX2-187" fmla="*/ 2886420 w 6290632"/>
              <a:gd name="connsiteY2-188" fmla="*/ 277484 h 4133388"/>
              <a:gd name="connsiteX3-189" fmla="*/ 1740665 w 6290632"/>
              <a:gd name="connsiteY3-190" fmla="*/ 883412 h 4133388"/>
              <a:gd name="connsiteX4-191" fmla="*/ 4109292 w 6290632"/>
              <a:gd name="connsiteY4-192" fmla="*/ 1467306 h 4133388"/>
              <a:gd name="connsiteX5-193" fmla="*/ 2203374 w 6290632"/>
              <a:gd name="connsiteY5-194" fmla="*/ 2557976 h 4133388"/>
              <a:gd name="connsiteX6-195" fmla="*/ 6290632 w 6290632"/>
              <a:gd name="connsiteY6-196" fmla="*/ 2998651 h 4133388"/>
              <a:gd name="connsiteX7-197" fmla="*/ 6290632 w 6290632"/>
              <a:gd name="connsiteY7-198" fmla="*/ 4133388 h 4133388"/>
              <a:gd name="connsiteX8-199" fmla="*/ 947451 w 6290632"/>
              <a:gd name="connsiteY8-200" fmla="*/ 2679162 h 4133388"/>
              <a:gd name="connsiteX9-201" fmla="*/ 2765234 w 6290632"/>
              <a:gd name="connsiteY9-202" fmla="*/ 1588492 h 4133388"/>
              <a:gd name="connsiteX10-203" fmla="*/ 771181 w 6290632"/>
              <a:gd name="connsiteY10-204" fmla="*/ 1015615 h 4133388"/>
              <a:gd name="connsiteX11-205" fmla="*/ 2214391 w 6290632"/>
              <a:gd name="connsiteY11-206" fmla="*/ 332569 h 4133388"/>
              <a:gd name="connsiteX12-207" fmla="*/ 0 w 6290632"/>
              <a:gd name="connsiteY12-208" fmla="*/ 354602 h 4133388"/>
              <a:gd name="connsiteX0-209" fmla="*/ 0 w 6290632"/>
              <a:gd name="connsiteY0-210" fmla="*/ 354602 h 4133388"/>
              <a:gd name="connsiteX1-211" fmla="*/ 0 w 6290632"/>
              <a:gd name="connsiteY1-212" fmla="*/ 24096 h 4133388"/>
              <a:gd name="connsiteX2-213" fmla="*/ 2886420 w 6290632"/>
              <a:gd name="connsiteY2-214" fmla="*/ 277484 h 4133388"/>
              <a:gd name="connsiteX3-215" fmla="*/ 1740665 w 6290632"/>
              <a:gd name="connsiteY3-216" fmla="*/ 883412 h 4133388"/>
              <a:gd name="connsiteX4-217" fmla="*/ 4109292 w 6290632"/>
              <a:gd name="connsiteY4-218" fmla="*/ 1467306 h 4133388"/>
              <a:gd name="connsiteX5-219" fmla="*/ 2203374 w 6290632"/>
              <a:gd name="connsiteY5-220" fmla="*/ 2557976 h 4133388"/>
              <a:gd name="connsiteX6-221" fmla="*/ 6290632 w 6290632"/>
              <a:gd name="connsiteY6-222" fmla="*/ 2998651 h 4133388"/>
              <a:gd name="connsiteX7-223" fmla="*/ 6290632 w 6290632"/>
              <a:gd name="connsiteY7-224" fmla="*/ 4133388 h 4133388"/>
              <a:gd name="connsiteX8-225" fmla="*/ 947451 w 6290632"/>
              <a:gd name="connsiteY8-226" fmla="*/ 2679162 h 4133388"/>
              <a:gd name="connsiteX9-227" fmla="*/ 2765234 w 6290632"/>
              <a:gd name="connsiteY9-228" fmla="*/ 1588492 h 4133388"/>
              <a:gd name="connsiteX10-229" fmla="*/ 771181 w 6290632"/>
              <a:gd name="connsiteY10-230" fmla="*/ 1015615 h 4133388"/>
              <a:gd name="connsiteX11-231" fmla="*/ 2214391 w 6290632"/>
              <a:gd name="connsiteY11-232" fmla="*/ 332569 h 4133388"/>
              <a:gd name="connsiteX12-233" fmla="*/ 0 w 6290632"/>
              <a:gd name="connsiteY12-234" fmla="*/ 354602 h 4133388"/>
              <a:gd name="connsiteX0-235" fmla="*/ 0 w 6290632"/>
              <a:gd name="connsiteY0-236" fmla="*/ 354602 h 4133388"/>
              <a:gd name="connsiteX1-237" fmla="*/ 0 w 6290632"/>
              <a:gd name="connsiteY1-238" fmla="*/ 24096 h 4133388"/>
              <a:gd name="connsiteX2-239" fmla="*/ 2886420 w 6290632"/>
              <a:gd name="connsiteY2-240" fmla="*/ 277484 h 4133388"/>
              <a:gd name="connsiteX3-241" fmla="*/ 1740665 w 6290632"/>
              <a:gd name="connsiteY3-242" fmla="*/ 883412 h 4133388"/>
              <a:gd name="connsiteX4-243" fmla="*/ 4109292 w 6290632"/>
              <a:gd name="connsiteY4-244" fmla="*/ 1467306 h 4133388"/>
              <a:gd name="connsiteX5-245" fmla="*/ 2203374 w 6290632"/>
              <a:gd name="connsiteY5-246" fmla="*/ 2557976 h 4133388"/>
              <a:gd name="connsiteX6-247" fmla="*/ 6290632 w 6290632"/>
              <a:gd name="connsiteY6-248" fmla="*/ 2998651 h 4133388"/>
              <a:gd name="connsiteX7-249" fmla="*/ 6290632 w 6290632"/>
              <a:gd name="connsiteY7-250" fmla="*/ 4133388 h 4133388"/>
              <a:gd name="connsiteX8-251" fmla="*/ 947451 w 6290632"/>
              <a:gd name="connsiteY8-252" fmla="*/ 2679162 h 4133388"/>
              <a:gd name="connsiteX9-253" fmla="*/ 2765234 w 6290632"/>
              <a:gd name="connsiteY9-254" fmla="*/ 1588492 h 4133388"/>
              <a:gd name="connsiteX10-255" fmla="*/ 771181 w 6290632"/>
              <a:gd name="connsiteY10-256" fmla="*/ 1015615 h 4133388"/>
              <a:gd name="connsiteX11-257" fmla="*/ 2214391 w 6290632"/>
              <a:gd name="connsiteY11-258" fmla="*/ 332569 h 4133388"/>
              <a:gd name="connsiteX12-259" fmla="*/ 0 w 6290632"/>
              <a:gd name="connsiteY12-260" fmla="*/ 354602 h 4133388"/>
              <a:gd name="connsiteX0-261" fmla="*/ 0 w 6290632"/>
              <a:gd name="connsiteY0-262" fmla="*/ 354602 h 4133388"/>
              <a:gd name="connsiteX1-263" fmla="*/ 0 w 6290632"/>
              <a:gd name="connsiteY1-264" fmla="*/ 24096 h 4133388"/>
              <a:gd name="connsiteX2-265" fmla="*/ 2886420 w 6290632"/>
              <a:gd name="connsiteY2-266" fmla="*/ 277484 h 4133388"/>
              <a:gd name="connsiteX3-267" fmla="*/ 1740665 w 6290632"/>
              <a:gd name="connsiteY3-268" fmla="*/ 883412 h 4133388"/>
              <a:gd name="connsiteX4-269" fmla="*/ 4109292 w 6290632"/>
              <a:gd name="connsiteY4-270" fmla="*/ 1467306 h 4133388"/>
              <a:gd name="connsiteX5-271" fmla="*/ 2203374 w 6290632"/>
              <a:gd name="connsiteY5-272" fmla="*/ 2557976 h 4133388"/>
              <a:gd name="connsiteX6-273" fmla="*/ 6290632 w 6290632"/>
              <a:gd name="connsiteY6-274" fmla="*/ 2998651 h 4133388"/>
              <a:gd name="connsiteX7-275" fmla="*/ 6290632 w 6290632"/>
              <a:gd name="connsiteY7-276" fmla="*/ 4133388 h 4133388"/>
              <a:gd name="connsiteX8-277" fmla="*/ 947451 w 6290632"/>
              <a:gd name="connsiteY8-278" fmla="*/ 2679162 h 4133388"/>
              <a:gd name="connsiteX9-279" fmla="*/ 2765234 w 6290632"/>
              <a:gd name="connsiteY9-280" fmla="*/ 1588492 h 4133388"/>
              <a:gd name="connsiteX10-281" fmla="*/ 771181 w 6290632"/>
              <a:gd name="connsiteY10-282" fmla="*/ 1015615 h 4133388"/>
              <a:gd name="connsiteX11-283" fmla="*/ 2214391 w 6290632"/>
              <a:gd name="connsiteY11-284" fmla="*/ 332569 h 4133388"/>
              <a:gd name="connsiteX12-285" fmla="*/ 0 w 6290632"/>
              <a:gd name="connsiteY12-286" fmla="*/ 354602 h 4133388"/>
              <a:gd name="connsiteX0-287" fmla="*/ 0 w 6290632"/>
              <a:gd name="connsiteY0-288" fmla="*/ 354602 h 4133388"/>
              <a:gd name="connsiteX1-289" fmla="*/ 0 w 6290632"/>
              <a:gd name="connsiteY1-290" fmla="*/ 24096 h 4133388"/>
              <a:gd name="connsiteX2-291" fmla="*/ 2886420 w 6290632"/>
              <a:gd name="connsiteY2-292" fmla="*/ 277484 h 4133388"/>
              <a:gd name="connsiteX3-293" fmla="*/ 1740665 w 6290632"/>
              <a:gd name="connsiteY3-294" fmla="*/ 883412 h 4133388"/>
              <a:gd name="connsiteX4-295" fmla="*/ 4109292 w 6290632"/>
              <a:gd name="connsiteY4-296" fmla="*/ 1467306 h 4133388"/>
              <a:gd name="connsiteX5-297" fmla="*/ 2203374 w 6290632"/>
              <a:gd name="connsiteY5-298" fmla="*/ 2557976 h 4133388"/>
              <a:gd name="connsiteX6-299" fmla="*/ 6290632 w 6290632"/>
              <a:gd name="connsiteY6-300" fmla="*/ 2998651 h 4133388"/>
              <a:gd name="connsiteX7-301" fmla="*/ 6290632 w 6290632"/>
              <a:gd name="connsiteY7-302" fmla="*/ 4133388 h 4133388"/>
              <a:gd name="connsiteX8-303" fmla="*/ 947451 w 6290632"/>
              <a:gd name="connsiteY8-304" fmla="*/ 2679162 h 4133388"/>
              <a:gd name="connsiteX9-305" fmla="*/ 2765234 w 6290632"/>
              <a:gd name="connsiteY9-306" fmla="*/ 1588492 h 4133388"/>
              <a:gd name="connsiteX10-307" fmla="*/ 771181 w 6290632"/>
              <a:gd name="connsiteY10-308" fmla="*/ 1015615 h 4133388"/>
              <a:gd name="connsiteX11-309" fmla="*/ 2214391 w 6290632"/>
              <a:gd name="connsiteY11-310" fmla="*/ 332569 h 4133388"/>
              <a:gd name="connsiteX12-311" fmla="*/ 0 w 6290632"/>
              <a:gd name="connsiteY12-312" fmla="*/ 354602 h 4133388"/>
              <a:gd name="connsiteX0-313" fmla="*/ 0 w 6290632"/>
              <a:gd name="connsiteY0-314" fmla="*/ 354602 h 4133388"/>
              <a:gd name="connsiteX1-315" fmla="*/ 0 w 6290632"/>
              <a:gd name="connsiteY1-316" fmla="*/ 24096 h 4133388"/>
              <a:gd name="connsiteX2-317" fmla="*/ 2886420 w 6290632"/>
              <a:gd name="connsiteY2-318" fmla="*/ 277484 h 4133388"/>
              <a:gd name="connsiteX3-319" fmla="*/ 1740665 w 6290632"/>
              <a:gd name="connsiteY3-320" fmla="*/ 883412 h 4133388"/>
              <a:gd name="connsiteX4-321" fmla="*/ 4109292 w 6290632"/>
              <a:gd name="connsiteY4-322" fmla="*/ 1467306 h 4133388"/>
              <a:gd name="connsiteX5-323" fmla="*/ 2203374 w 6290632"/>
              <a:gd name="connsiteY5-324" fmla="*/ 2557976 h 4133388"/>
              <a:gd name="connsiteX6-325" fmla="*/ 6290632 w 6290632"/>
              <a:gd name="connsiteY6-326" fmla="*/ 2998651 h 4133388"/>
              <a:gd name="connsiteX7-327" fmla="*/ 6290632 w 6290632"/>
              <a:gd name="connsiteY7-328" fmla="*/ 4133388 h 4133388"/>
              <a:gd name="connsiteX8-329" fmla="*/ 947451 w 6290632"/>
              <a:gd name="connsiteY8-330" fmla="*/ 2679162 h 4133388"/>
              <a:gd name="connsiteX9-331" fmla="*/ 2765234 w 6290632"/>
              <a:gd name="connsiteY9-332" fmla="*/ 1588492 h 4133388"/>
              <a:gd name="connsiteX10-333" fmla="*/ 771181 w 6290632"/>
              <a:gd name="connsiteY10-334" fmla="*/ 1015615 h 4133388"/>
              <a:gd name="connsiteX11-335" fmla="*/ 2214391 w 6290632"/>
              <a:gd name="connsiteY11-336" fmla="*/ 332569 h 4133388"/>
              <a:gd name="connsiteX12-337" fmla="*/ 0 w 6290632"/>
              <a:gd name="connsiteY12-338" fmla="*/ 354602 h 4133388"/>
              <a:gd name="connsiteX0-339" fmla="*/ 0 w 6290632"/>
              <a:gd name="connsiteY0-340" fmla="*/ 354602 h 4133388"/>
              <a:gd name="connsiteX1-341" fmla="*/ 0 w 6290632"/>
              <a:gd name="connsiteY1-342" fmla="*/ 24096 h 4133388"/>
              <a:gd name="connsiteX2-343" fmla="*/ 2886420 w 6290632"/>
              <a:gd name="connsiteY2-344" fmla="*/ 277484 h 4133388"/>
              <a:gd name="connsiteX3-345" fmla="*/ 1740665 w 6290632"/>
              <a:gd name="connsiteY3-346" fmla="*/ 883412 h 4133388"/>
              <a:gd name="connsiteX4-347" fmla="*/ 4109292 w 6290632"/>
              <a:gd name="connsiteY4-348" fmla="*/ 1467306 h 4133388"/>
              <a:gd name="connsiteX5-349" fmla="*/ 2203374 w 6290632"/>
              <a:gd name="connsiteY5-350" fmla="*/ 2557976 h 4133388"/>
              <a:gd name="connsiteX6-351" fmla="*/ 6290632 w 6290632"/>
              <a:gd name="connsiteY6-352" fmla="*/ 2998651 h 4133388"/>
              <a:gd name="connsiteX7-353" fmla="*/ 6290632 w 6290632"/>
              <a:gd name="connsiteY7-354" fmla="*/ 4133388 h 4133388"/>
              <a:gd name="connsiteX8-355" fmla="*/ 947451 w 6290632"/>
              <a:gd name="connsiteY8-356" fmla="*/ 2679162 h 4133388"/>
              <a:gd name="connsiteX9-357" fmla="*/ 2765234 w 6290632"/>
              <a:gd name="connsiteY9-358" fmla="*/ 1588492 h 4133388"/>
              <a:gd name="connsiteX10-359" fmla="*/ 771181 w 6290632"/>
              <a:gd name="connsiteY10-360" fmla="*/ 1015615 h 4133388"/>
              <a:gd name="connsiteX11-361" fmla="*/ 2214391 w 6290632"/>
              <a:gd name="connsiteY11-362" fmla="*/ 332569 h 4133388"/>
              <a:gd name="connsiteX12-363" fmla="*/ 0 w 6290632"/>
              <a:gd name="connsiteY12-364" fmla="*/ 354602 h 4133388"/>
              <a:gd name="connsiteX0-365" fmla="*/ 0 w 6290632"/>
              <a:gd name="connsiteY0-366" fmla="*/ 354602 h 4133388"/>
              <a:gd name="connsiteX1-367" fmla="*/ 0 w 6290632"/>
              <a:gd name="connsiteY1-368" fmla="*/ 24096 h 4133388"/>
              <a:gd name="connsiteX2-369" fmla="*/ 2886420 w 6290632"/>
              <a:gd name="connsiteY2-370" fmla="*/ 277484 h 4133388"/>
              <a:gd name="connsiteX3-371" fmla="*/ 1740665 w 6290632"/>
              <a:gd name="connsiteY3-372" fmla="*/ 883412 h 4133388"/>
              <a:gd name="connsiteX4-373" fmla="*/ 4109292 w 6290632"/>
              <a:gd name="connsiteY4-374" fmla="*/ 1467306 h 4133388"/>
              <a:gd name="connsiteX5-375" fmla="*/ 2203374 w 6290632"/>
              <a:gd name="connsiteY5-376" fmla="*/ 2557976 h 4133388"/>
              <a:gd name="connsiteX6-377" fmla="*/ 6290632 w 6290632"/>
              <a:gd name="connsiteY6-378" fmla="*/ 2998651 h 4133388"/>
              <a:gd name="connsiteX7-379" fmla="*/ 6290632 w 6290632"/>
              <a:gd name="connsiteY7-380" fmla="*/ 4133388 h 4133388"/>
              <a:gd name="connsiteX8-381" fmla="*/ 947451 w 6290632"/>
              <a:gd name="connsiteY8-382" fmla="*/ 2679162 h 4133388"/>
              <a:gd name="connsiteX9-383" fmla="*/ 2765234 w 6290632"/>
              <a:gd name="connsiteY9-384" fmla="*/ 1588492 h 4133388"/>
              <a:gd name="connsiteX10-385" fmla="*/ 771181 w 6290632"/>
              <a:gd name="connsiteY10-386" fmla="*/ 1015615 h 4133388"/>
              <a:gd name="connsiteX11-387" fmla="*/ 2214391 w 6290632"/>
              <a:gd name="connsiteY11-388" fmla="*/ 332569 h 4133388"/>
              <a:gd name="connsiteX12-389" fmla="*/ 0 w 6290632"/>
              <a:gd name="connsiteY12-390" fmla="*/ 354602 h 4133388"/>
              <a:gd name="connsiteX0-391" fmla="*/ 0 w 6290632"/>
              <a:gd name="connsiteY0-392" fmla="*/ 354602 h 4133388"/>
              <a:gd name="connsiteX1-393" fmla="*/ 0 w 6290632"/>
              <a:gd name="connsiteY1-394" fmla="*/ 24096 h 4133388"/>
              <a:gd name="connsiteX2-395" fmla="*/ 2886420 w 6290632"/>
              <a:gd name="connsiteY2-396" fmla="*/ 277484 h 4133388"/>
              <a:gd name="connsiteX3-397" fmla="*/ 1740665 w 6290632"/>
              <a:gd name="connsiteY3-398" fmla="*/ 883412 h 4133388"/>
              <a:gd name="connsiteX4-399" fmla="*/ 4109292 w 6290632"/>
              <a:gd name="connsiteY4-400" fmla="*/ 1467306 h 4133388"/>
              <a:gd name="connsiteX5-401" fmla="*/ 2203374 w 6290632"/>
              <a:gd name="connsiteY5-402" fmla="*/ 2557976 h 4133388"/>
              <a:gd name="connsiteX6-403" fmla="*/ 6290632 w 6290632"/>
              <a:gd name="connsiteY6-404" fmla="*/ 2998651 h 4133388"/>
              <a:gd name="connsiteX7-405" fmla="*/ 6290632 w 6290632"/>
              <a:gd name="connsiteY7-406" fmla="*/ 4133388 h 4133388"/>
              <a:gd name="connsiteX8-407" fmla="*/ 947451 w 6290632"/>
              <a:gd name="connsiteY8-408" fmla="*/ 2679162 h 4133388"/>
              <a:gd name="connsiteX9-409" fmla="*/ 2765234 w 6290632"/>
              <a:gd name="connsiteY9-410" fmla="*/ 1588492 h 4133388"/>
              <a:gd name="connsiteX10-411" fmla="*/ 771181 w 6290632"/>
              <a:gd name="connsiteY10-412" fmla="*/ 1015615 h 4133388"/>
              <a:gd name="connsiteX11-413" fmla="*/ 2214391 w 6290632"/>
              <a:gd name="connsiteY11-414" fmla="*/ 332569 h 4133388"/>
              <a:gd name="connsiteX12-415" fmla="*/ 0 w 6290632"/>
              <a:gd name="connsiteY12-416" fmla="*/ 354602 h 4133388"/>
              <a:gd name="connsiteX0-417" fmla="*/ 0 w 6290632"/>
              <a:gd name="connsiteY0-418" fmla="*/ 354602 h 4133388"/>
              <a:gd name="connsiteX1-419" fmla="*/ 0 w 6290632"/>
              <a:gd name="connsiteY1-420" fmla="*/ 24096 h 4133388"/>
              <a:gd name="connsiteX2-421" fmla="*/ 2886420 w 6290632"/>
              <a:gd name="connsiteY2-422" fmla="*/ 277484 h 4133388"/>
              <a:gd name="connsiteX3-423" fmla="*/ 1740665 w 6290632"/>
              <a:gd name="connsiteY3-424" fmla="*/ 883412 h 4133388"/>
              <a:gd name="connsiteX4-425" fmla="*/ 4109292 w 6290632"/>
              <a:gd name="connsiteY4-426" fmla="*/ 1467306 h 4133388"/>
              <a:gd name="connsiteX5-427" fmla="*/ 2203374 w 6290632"/>
              <a:gd name="connsiteY5-428" fmla="*/ 2557976 h 4133388"/>
              <a:gd name="connsiteX6-429" fmla="*/ 6290632 w 6290632"/>
              <a:gd name="connsiteY6-430" fmla="*/ 2998651 h 4133388"/>
              <a:gd name="connsiteX7-431" fmla="*/ 6290632 w 6290632"/>
              <a:gd name="connsiteY7-432" fmla="*/ 4133388 h 4133388"/>
              <a:gd name="connsiteX8-433" fmla="*/ 947451 w 6290632"/>
              <a:gd name="connsiteY8-434" fmla="*/ 2679162 h 4133388"/>
              <a:gd name="connsiteX9-435" fmla="*/ 2765234 w 6290632"/>
              <a:gd name="connsiteY9-436" fmla="*/ 1588492 h 4133388"/>
              <a:gd name="connsiteX10-437" fmla="*/ 771181 w 6290632"/>
              <a:gd name="connsiteY10-438" fmla="*/ 1015615 h 4133388"/>
              <a:gd name="connsiteX11-439" fmla="*/ 2214391 w 6290632"/>
              <a:gd name="connsiteY11-440" fmla="*/ 332569 h 4133388"/>
              <a:gd name="connsiteX12-441" fmla="*/ 0 w 6290632"/>
              <a:gd name="connsiteY12-442" fmla="*/ 354602 h 4133388"/>
              <a:gd name="connsiteX0-443" fmla="*/ 0 w 6290632"/>
              <a:gd name="connsiteY0-444" fmla="*/ 354602 h 4133388"/>
              <a:gd name="connsiteX1-445" fmla="*/ 0 w 6290632"/>
              <a:gd name="connsiteY1-446" fmla="*/ 24096 h 4133388"/>
              <a:gd name="connsiteX2-447" fmla="*/ 2886420 w 6290632"/>
              <a:gd name="connsiteY2-448" fmla="*/ 277484 h 4133388"/>
              <a:gd name="connsiteX3-449" fmla="*/ 1740665 w 6290632"/>
              <a:gd name="connsiteY3-450" fmla="*/ 883412 h 4133388"/>
              <a:gd name="connsiteX4-451" fmla="*/ 4109292 w 6290632"/>
              <a:gd name="connsiteY4-452" fmla="*/ 1467306 h 4133388"/>
              <a:gd name="connsiteX5-453" fmla="*/ 2203374 w 6290632"/>
              <a:gd name="connsiteY5-454" fmla="*/ 2557976 h 4133388"/>
              <a:gd name="connsiteX6-455" fmla="*/ 6290632 w 6290632"/>
              <a:gd name="connsiteY6-456" fmla="*/ 2998651 h 4133388"/>
              <a:gd name="connsiteX7-457" fmla="*/ 6290632 w 6290632"/>
              <a:gd name="connsiteY7-458" fmla="*/ 4133388 h 4133388"/>
              <a:gd name="connsiteX8-459" fmla="*/ 947451 w 6290632"/>
              <a:gd name="connsiteY8-460" fmla="*/ 2679162 h 4133388"/>
              <a:gd name="connsiteX9-461" fmla="*/ 2765234 w 6290632"/>
              <a:gd name="connsiteY9-462" fmla="*/ 1588492 h 4133388"/>
              <a:gd name="connsiteX10-463" fmla="*/ 771181 w 6290632"/>
              <a:gd name="connsiteY10-464" fmla="*/ 1015615 h 4133388"/>
              <a:gd name="connsiteX11-465" fmla="*/ 2214391 w 6290632"/>
              <a:gd name="connsiteY11-466" fmla="*/ 332569 h 4133388"/>
              <a:gd name="connsiteX12-467" fmla="*/ 0 w 6290632"/>
              <a:gd name="connsiteY12-468" fmla="*/ 354602 h 4133388"/>
              <a:gd name="connsiteX0-469" fmla="*/ 0 w 6290632"/>
              <a:gd name="connsiteY0-470" fmla="*/ 346420 h 4125206"/>
              <a:gd name="connsiteX1-471" fmla="*/ 0 w 6290632"/>
              <a:gd name="connsiteY1-472" fmla="*/ 15914 h 4125206"/>
              <a:gd name="connsiteX2-473" fmla="*/ 2886420 w 6290632"/>
              <a:gd name="connsiteY2-474" fmla="*/ 269302 h 4125206"/>
              <a:gd name="connsiteX3-475" fmla="*/ 1740665 w 6290632"/>
              <a:gd name="connsiteY3-476" fmla="*/ 875230 h 4125206"/>
              <a:gd name="connsiteX4-477" fmla="*/ 4109292 w 6290632"/>
              <a:gd name="connsiteY4-478" fmla="*/ 1459124 h 4125206"/>
              <a:gd name="connsiteX5-479" fmla="*/ 2203374 w 6290632"/>
              <a:gd name="connsiteY5-480" fmla="*/ 2549794 h 4125206"/>
              <a:gd name="connsiteX6-481" fmla="*/ 6290632 w 6290632"/>
              <a:gd name="connsiteY6-482" fmla="*/ 2990469 h 4125206"/>
              <a:gd name="connsiteX7-483" fmla="*/ 6290632 w 6290632"/>
              <a:gd name="connsiteY7-484" fmla="*/ 4125206 h 4125206"/>
              <a:gd name="connsiteX8-485" fmla="*/ 947451 w 6290632"/>
              <a:gd name="connsiteY8-486" fmla="*/ 2670980 h 4125206"/>
              <a:gd name="connsiteX9-487" fmla="*/ 2765234 w 6290632"/>
              <a:gd name="connsiteY9-488" fmla="*/ 1580310 h 4125206"/>
              <a:gd name="connsiteX10-489" fmla="*/ 771181 w 6290632"/>
              <a:gd name="connsiteY10-490" fmla="*/ 1007433 h 4125206"/>
              <a:gd name="connsiteX11-491" fmla="*/ 2214391 w 6290632"/>
              <a:gd name="connsiteY11-492" fmla="*/ 324387 h 4125206"/>
              <a:gd name="connsiteX12-493" fmla="*/ 0 w 6290632"/>
              <a:gd name="connsiteY12-494" fmla="*/ 346420 h 4125206"/>
              <a:gd name="connsiteX0-495" fmla="*/ 0 w 6290632"/>
              <a:gd name="connsiteY0-496" fmla="*/ 346420 h 4125206"/>
              <a:gd name="connsiteX1-497" fmla="*/ 0 w 6290632"/>
              <a:gd name="connsiteY1-498" fmla="*/ 15914 h 4125206"/>
              <a:gd name="connsiteX2-499" fmla="*/ 2886420 w 6290632"/>
              <a:gd name="connsiteY2-500" fmla="*/ 269302 h 4125206"/>
              <a:gd name="connsiteX3-501" fmla="*/ 1740665 w 6290632"/>
              <a:gd name="connsiteY3-502" fmla="*/ 875230 h 4125206"/>
              <a:gd name="connsiteX4-503" fmla="*/ 4109292 w 6290632"/>
              <a:gd name="connsiteY4-504" fmla="*/ 1459124 h 4125206"/>
              <a:gd name="connsiteX5-505" fmla="*/ 2203374 w 6290632"/>
              <a:gd name="connsiteY5-506" fmla="*/ 2549794 h 4125206"/>
              <a:gd name="connsiteX6-507" fmla="*/ 6290632 w 6290632"/>
              <a:gd name="connsiteY6-508" fmla="*/ 2990469 h 4125206"/>
              <a:gd name="connsiteX7-509" fmla="*/ 6290632 w 6290632"/>
              <a:gd name="connsiteY7-510" fmla="*/ 4125206 h 4125206"/>
              <a:gd name="connsiteX8-511" fmla="*/ 947451 w 6290632"/>
              <a:gd name="connsiteY8-512" fmla="*/ 2670980 h 4125206"/>
              <a:gd name="connsiteX9-513" fmla="*/ 2765234 w 6290632"/>
              <a:gd name="connsiteY9-514" fmla="*/ 1580310 h 4125206"/>
              <a:gd name="connsiteX10-515" fmla="*/ 771181 w 6290632"/>
              <a:gd name="connsiteY10-516" fmla="*/ 1007433 h 4125206"/>
              <a:gd name="connsiteX11-517" fmla="*/ 2214391 w 6290632"/>
              <a:gd name="connsiteY11-518" fmla="*/ 324387 h 4125206"/>
              <a:gd name="connsiteX12-519" fmla="*/ 0 w 6290632"/>
              <a:gd name="connsiteY12-520" fmla="*/ 346420 h 4125206"/>
              <a:gd name="connsiteX0-521" fmla="*/ 0 w 6290632"/>
              <a:gd name="connsiteY0-522" fmla="*/ 346420 h 4125206"/>
              <a:gd name="connsiteX1-523" fmla="*/ 0 w 6290632"/>
              <a:gd name="connsiteY1-524" fmla="*/ 15914 h 4125206"/>
              <a:gd name="connsiteX2-525" fmla="*/ 2886420 w 6290632"/>
              <a:gd name="connsiteY2-526" fmla="*/ 269302 h 4125206"/>
              <a:gd name="connsiteX3-527" fmla="*/ 1740665 w 6290632"/>
              <a:gd name="connsiteY3-528" fmla="*/ 875230 h 4125206"/>
              <a:gd name="connsiteX4-529" fmla="*/ 4109292 w 6290632"/>
              <a:gd name="connsiteY4-530" fmla="*/ 1459124 h 4125206"/>
              <a:gd name="connsiteX5-531" fmla="*/ 2203374 w 6290632"/>
              <a:gd name="connsiteY5-532" fmla="*/ 2549794 h 4125206"/>
              <a:gd name="connsiteX6-533" fmla="*/ 6290632 w 6290632"/>
              <a:gd name="connsiteY6-534" fmla="*/ 2990469 h 4125206"/>
              <a:gd name="connsiteX7-535" fmla="*/ 6290632 w 6290632"/>
              <a:gd name="connsiteY7-536" fmla="*/ 4125206 h 4125206"/>
              <a:gd name="connsiteX8-537" fmla="*/ 947451 w 6290632"/>
              <a:gd name="connsiteY8-538" fmla="*/ 2670980 h 4125206"/>
              <a:gd name="connsiteX9-539" fmla="*/ 2765234 w 6290632"/>
              <a:gd name="connsiteY9-540" fmla="*/ 1580310 h 4125206"/>
              <a:gd name="connsiteX10-541" fmla="*/ 771181 w 6290632"/>
              <a:gd name="connsiteY10-542" fmla="*/ 1007433 h 4125206"/>
              <a:gd name="connsiteX11-543" fmla="*/ 2214391 w 6290632"/>
              <a:gd name="connsiteY11-544" fmla="*/ 324387 h 4125206"/>
              <a:gd name="connsiteX12-545" fmla="*/ 0 w 6290632"/>
              <a:gd name="connsiteY12-546" fmla="*/ 346420 h 4125206"/>
              <a:gd name="connsiteX0-547" fmla="*/ 0 w 6290632"/>
              <a:gd name="connsiteY0-548" fmla="*/ 346420 h 4125206"/>
              <a:gd name="connsiteX1-549" fmla="*/ 0 w 6290632"/>
              <a:gd name="connsiteY1-550" fmla="*/ 15914 h 4125206"/>
              <a:gd name="connsiteX2-551" fmla="*/ 2886420 w 6290632"/>
              <a:gd name="connsiteY2-552" fmla="*/ 269302 h 4125206"/>
              <a:gd name="connsiteX3-553" fmla="*/ 1740665 w 6290632"/>
              <a:gd name="connsiteY3-554" fmla="*/ 875230 h 4125206"/>
              <a:gd name="connsiteX4-555" fmla="*/ 4109292 w 6290632"/>
              <a:gd name="connsiteY4-556" fmla="*/ 1459124 h 4125206"/>
              <a:gd name="connsiteX5-557" fmla="*/ 2203374 w 6290632"/>
              <a:gd name="connsiteY5-558" fmla="*/ 2549794 h 4125206"/>
              <a:gd name="connsiteX6-559" fmla="*/ 6290632 w 6290632"/>
              <a:gd name="connsiteY6-560" fmla="*/ 2990469 h 4125206"/>
              <a:gd name="connsiteX7-561" fmla="*/ 6290632 w 6290632"/>
              <a:gd name="connsiteY7-562" fmla="*/ 4125206 h 4125206"/>
              <a:gd name="connsiteX8-563" fmla="*/ 947451 w 6290632"/>
              <a:gd name="connsiteY8-564" fmla="*/ 2670980 h 4125206"/>
              <a:gd name="connsiteX9-565" fmla="*/ 2765234 w 6290632"/>
              <a:gd name="connsiteY9-566" fmla="*/ 1580310 h 4125206"/>
              <a:gd name="connsiteX10-567" fmla="*/ 771181 w 6290632"/>
              <a:gd name="connsiteY10-568" fmla="*/ 1007433 h 4125206"/>
              <a:gd name="connsiteX11-569" fmla="*/ 2214391 w 6290632"/>
              <a:gd name="connsiteY11-570" fmla="*/ 324387 h 4125206"/>
              <a:gd name="connsiteX12-571" fmla="*/ 0 w 6290632"/>
              <a:gd name="connsiteY12-572" fmla="*/ 346420 h 4125206"/>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6290632" h="4125206">
                <a:moveTo>
                  <a:pt x="0" y="346420"/>
                </a:moveTo>
                <a:lnTo>
                  <a:pt x="0" y="15914"/>
                </a:lnTo>
                <a:cubicBezTo>
                  <a:pt x="984174" y="1225"/>
                  <a:pt x="2893765" y="-68549"/>
                  <a:pt x="2886420" y="269302"/>
                </a:cubicBezTo>
                <a:cubicBezTo>
                  <a:pt x="2868059" y="515344"/>
                  <a:pt x="1736993" y="684271"/>
                  <a:pt x="1740665" y="875230"/>
                </a:cubicBezTo>
                <a:cubicBezTo>
                  <a:pt x="1748010" y="1036811"/>
                  <a:pt x="4090931" y="1143308"/>
                  <a:pt x="4109292" y="1459124"/>
                </a:cubicBezTo>
                <a:cubicBezTo>
                  <a:pt x="4101947" y="1701495"/>
                  <a:pt x="2188685" y="2208270"/>
                  <a:pt x="2203374" y="2549794"/>
                </a:cubicBezTo>
                <a:cubicBezTo>
                  <a:pt x="2221736" y="2740753"/>
                  <a:pt x="4035847" y="3074931"/>
                  <a:pt x="6290632" y="2990469"/>
                </a:cubicBezTo>
                <a:lnTo>
                  <a:pt x="6290632" y="4125206"/>
                </a:lnTo>
                <a:cubicBezTo>
                  <a:pt x="2702806" y="4103172"/>
                  <a:pt x="965812" y="3475211"/>
                  <a:pt x="947451" y="2670980"/>
                </a:cubicBezTo>
                <a:cubicBezTo>
                  <a:pt x="980502" y="2020984"/>
                  <a:pt x="2754217" y="1723530"/>
                  <a:pt x="2765234" y="1580310"/>
                </a:cubicBezTo>
                <a:cubicBezTo>
                  <a:pt x="2761562" y="1411385"/>
                  <a:pt x="785870" y="1264493"/>
                  <a:pt x="771181" y="1007433"/>
                </a:cubicBezTo>
                <a:cubicBezTo>
                  <a:pt x="778526" y="779751"/>
                  <a:pt x="1733321" y="552069"/>
                  <a:pt x="2214391" y="324387"/>
                </a:cubicBezTo>
                <a:lnTo>
                  <a:pt x="0" y="346420"/>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任意多边形 7"/>
          <p:cNvSpPr/>
          <p:nvPr/>
        </p:nvSpPr>
        <p:spPr>
          <a:xfrm>
            <a:off x="3117773" y="2606257"/>
            <a:ext cx="6290632" cy="3442003"/>
          </a:xfrm>
          <a:custGeom>
            <a:avLst/>
            <a:gdLst>
              <a:gd name="connsiteX0" fmla="*/ 0 w 6290632"/>
              <a:gd name="connsiteY0" fmla="*/ 4741 h 3442003"/>
              <a:gd name="connsiteX1" fmla="*/ 2577947 w 6290632"/>
              <a:gd name="connsiteY1" fmla="*/ 114909 h 3442003"/>
              <a:gd name="connsiteX2" fmla="*/ 1112704 w 6290632"/>
              <a:gd name="connsiteY2" fmla="*/ 775921 h 3442003"/>
              <a:gd name="connsiteX3" fmla="*/ 3470314 w 6290632"/>
              <a:gd name="connsiteY3" fmla="*/ 1293714 h 3442003"/>
              <a:gd name="connsiteX4" fmla="*/ 1564396 w 6290632"/>
              <a:gd name="connsiteY4" fmla="*/ 2571671 h 3442003"/>
              <a:gd name="connsiteX5" fmla="*/ 6290632 w 6290632"/>
              <a:gd name="connsiteY5" fmla="*/ 3442003 h 3442003"/>
              <a:gd name="connsiteX0-1" fmla="*/ 0 w 6290632"/>
              <a:gd name="connsiteY0-2" fmla="*/ 4741 h 3442003"/>
              <a:gd name="connsiteX1-3" fmla="*/ 2577947 w 6290632"/>
              <a:gd name="connsiteY1-4" fmla="*/ 114909 h 3442003"/>
              <a:gd name="connsiteX2-5" fmla="*/ 1112704 w 6290632"/>
              <a:gd name="connsiteY2-6" fmla="*/ 775921 h 3442003"/>
              <a:gd name="connsiteX3-7" fmla="*/ 3470314 w 6290632"/>
              <a:gd name="connsiteY3-8" fmla="*/ 1293714 h 3442003"/>
              <a:gd name="connsiteX4-9" fmla="*/ 1564396 w 6290632"/>
              <a:gd name="connsiteY4-10" fmla="*/ 2571671 h 3442003"/>
              <a:gd name="connsiteX5-11" fmla="*/ 6290632 w 6290632"/>
              <a:gd name="connsiteY5-12" fmla="*/ 3442003 h 344200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6290632" h="3442003">
                <a:moveTo>
                  <a:pt x="0" y="4741"/>
                </a:moveTo>
                <a:cubicBezTo>
                  <a:pt x="1196248" y="-4440"/>
                  <a:pt x="2392496" y="-13621"/>
                  <a:pt x="2577947" y="114909"/>
                </a:cubicBezTo>
                <a:cubicBezTo>
                  <a:pt x="2763398" y="243439"/>
                  <a:pt x="963976" y="579454"/>
                  <a:pt x="1112704" y="775921"/>
                </a:cubicBezTo>
                <a:cubicBezTo>
                  <a:pt x="1261432" y="972388"/>
                  <a:pt x="3395032" y="994422"/>
                  <a:pt x="3470314" y="1293714"/>
                </a:cubicBezTo>
                <a:cubicBezTo>
                  <a:pt x="3545596" y="1593006"/>
                  <a:pt x="1094343" y="1960235"/>
                  <a:pt x="1564396" y="2571671"/>
                </a:cubicBezTo>
                <a:cubicBezTo>
                  <a:pt x="2034449" y="3183107"/>
                  <a:pt x="4162540" y="3185861"/>
                  <a:pt x="6290632" y="3442003"/>
                </a:cubicBezTo>
              </a:path>
            </a:pathLst>
          </a:custGeom>
          <a:noFill/>
          <a:ln w="28575">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0" name="任意多边形 9"/>
          <p:cNvSpPr/>
          <p:nvPr/>
        </p:nvSpPr>
        <p:spPr>
          <a:xfrm>
            <a:off x="7524517" y="4087255"/>
            <a:ext cx="1465246" cy="1877262"/>
          </a:xfrm>
          <a:custGeom>
            <a:avLst/>
            <a:gdLst>
              <a:gd name="connsiteX0" fmla="*/ 732623 w 1465246"/>
              <a:gd name="connsiteY0" fmla="*/ 0 h 1877262"/>
              <a:gd name="connsiteX1" fmla="*/ 1465246 w 1465246"/>
              <a:gd name="connsiteY1" fmla="*/ 732623 h 1877262"/>
              <a:gd name="connsiteX2" fmla="*/ 1340126 w 1465246"/>
              <a:gd name="connsiteY2" fmla="*/ 1142240 h 1877262"/>
              <a:gd name="connsiteX3" fmla="*/ 1300533 w 1465246"/>
              <a:gd name="connsiteY3" fmla="*/ 1190227 h 1877262"/>
              <a:gd name="connsiteX4" fmla="*/ 1302729 w 1465246"/>
              <a:gd name="connsiteY4" fmla="*/ 1189968 h 1877262"/>
              <a:gd name="connsiteX5" fmla="*/ 1285462 w 1465246"/>
              <a:gd name="connsiteY5" fmla="*/ 1208493 h 1877262"/>
              <a:gd name="connsiteX6" fmla="*/ 1250666 w 1465246"/>
              <a:gd name="connsiteY6" fmla="*/ 1250666 h 1877262"/>
              <a:gd name="connsiteX7" fmla="*/ 1231119 w 1465246"/>
              <a:gd name="connsiteY7" fmla="*/ 1266794 h 1877262"/>
              <a:gd name="connsiteX8" fmla="*/ 1182207 w 1465246"/>
              <a:gd name="connsiteY8" fmla="*/ 1319268 h 1877262"/>
              <a:gd name="connsiteX9" fmla="*/ 466023 w 1465246"/>
              <a:gd name="connsiteY9" fmla="*/ 1877262 h 1877262"/>
              <a:gd name="connsiteX10" fmla="*/ 364330 w 1465246"/>
              <a:gd name="connsiteY10" fmla="*/ 1413618 h 1877262"/>
              <a:gd name="connsiteX11" fmla="*/ 288079 w 1465246"/>
              <a:gd name="connsiteY11" fmla="*/ 1311308 h 1877262"/>
              <a:gd name="connsiteX12" fmla="*/ 214580 w 1465246"/>
              <a:gd name="connsiteY12" fmla="*/ 1250666 h 1877262"/>
              <a:gd name="connsiteX13" fmla="*/ 0 w 1465246"/>
              <a:gd name="connsiteY13" fmla="*/ 732623 h 1877262"/>
              <a:gd name="connsiteX14" fmla="*/ 732623 w 1465246"/>
              <a:gd name="connsiteY14" fmla="*/ 0 h 187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5246" h="1877262">
                <a:moveTo>
                  <a:pt x="732623" y="0"/>
                </a:moveTo>
                <a:cubicBezTo>
                  <a:pt x="1137240" y="0"/>
                  <a:pt x="1465246" y="328006"/>
                  <a:pt x="1465246" y="732623"/>
                </a:cubicBezTo>
                <a:cubicBezTo>
                  <a:pt x="1465246" y="884355"/>
                  <a:pt x="1419120" y="1025313"/>
                  <a:pt x="1340126" y="1142240"/>
                </a:cubicBezTo>
                <a:lnTo>
                  <a:pt x="1300533" y="1190227"/>
                </a:lnTo>
                <a:lnTo>
                  <a:pt x="1302729" y="1189968"/>
                </a:lnTo>
                <a:lnTo>
                  <a:pt x="1285462" y="1208493"/>
                </a:lnTo>
                <a:lnTo>
                  <a:pt x="1250666" y="1250666"/>
                </a:lnTo>
                <a:lnTo>
                  <a:pt x="1231119" y="1266794"/>
                </a:lnTo>
                <a:lnTo>
                  <a:pt x="1182207" y="1319268"/>
                </a:lnTo>
                <a:cubicBezTo>
                  <a:pt x="910305" y="1597924"/>
                  <a:pt x="699604" y="1723866"/>
                  <a:pt x="466023" y="1877262"/>
                </a:cubicBezTo>
                <a:cubicBezTo>
                  <a:pt x="501882" y="1654638"/>
                  <a:pt x="440250" y="1522782"/>
                  <a:pt x="364330" y="1413618"/>
                </a:cubicBezTo>
                <a:lnTo>
                  <a:pt x="288079" y="1311308"/>
                </a:lnTo>
                <a:lnTo>
                  <a:pt x="214580" y="1250666"/>
                </a:lnTo>
                <a:cubicBezTo>
                  <a:pt x="82002" y="1118087"/>
                  <a:pt x="0" y="934932"/>
                  <a:pt x="0" y="732623"/>
                </a:cubicBezTo>
                <a:cubicBezTo>
                  <a:pt x="0" y="328006"/>
                  <a:pt x="328006" y="0"/>
                  <a:pt x="732623"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椭圆 10"/>
          <p:cNvSpPr/>
          <p:nvPr/>
        </p:nvSpPr>
        <p:spPr>
          <a:xfrm>
            <a:off x="7734372" y="4295572"/>
            <a:ext cx="1031852" cy="103185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2" name="任意多边形 11"/>
          <p:cNvSpPr/>
          <p:nvPr/>
        </p:nvSpPr>
        <p:spPr>
          <a:xfrm>
            <a:off x="6400800" y="2401281"/>
            <a:ext cx="1193608" cy="1529241"/>
          </a:xfrm>
          <a:custGeom>
            <a:avLst/>
            <a:gdLst>
              <a:gd name="connsiteX0" fmla="*/ 732623 w 1465246"/>
              <a:gd name="connsiteY0" fmla="*/ 0 h 1877262"/>
              <a:gd name="connsiteX1" fmla="*/ 1465246 w 1465246"/>
              <a:gd name="connsiteY1" fmla="*/ 732623 h 1877262"/>
              <a:gd name="connsiteX2" fmla="*/ 1340126 w 1465246"/>
              <a:gd name="connsiteY2" fmla="*/ 1142240 h 1877262"/>
              <a:gd name="connsiteX3" fmla="*/ 1300533 w 1465246"/>
              <a:gd name="connsiteY3" fmla="*/ 1190227 h 1877262"/>
              <a:gd name="connsiteX4" fmla="*/ 1302729 w 1465246"/>
              <a:gd name="connsiteY4" fmla="*/ 1189968 h 1877262"/>
              <a:gd name="connsiteX5" fmla="*/ 1285462 w 1465246"/>
              <a:gd name="connsiteY5" fmla="*/ 1208493 h 1877262"/>
              <a:gd name="connsiteX6" fmla="*/ 1250666 w 1465246"/>
              <a:gd name="connsiteY6" fmla="*/ 1250666 h 1877262"/>
              <a:gd name="connsiteX7" fmla="*/ 1231119 w 1465246"/>
              <a:gd name="connsiteY7" fmla="*/ 1266794 h 1877262"/>
              <a:gd name="connsiteX8" fmla="*/ 1182207 w 1465246"/>
              <a:gd name="connsiteY8" fmla="*/ 1319268 h 1877262"/>
              <a:gd name="connsiteX9" fmla="*/ 466023 w 1465246"/>
              <a:gd name="connsiteY9" fmla="*/ 1877262 h 1877262"/>
              <a:gd name="connsiteX10" fmla="*/ 364330 w 1465246"/>
              <a:gd name="connsiteY10" fmla="*/ 1413618 h 1877262"/>
              <a:gd name="connsiteX11" fmla="*/ 288079 w 1465246"/>
              <a:gd name="connsiteY11" fmla="*/ 1311308 h 1877262"/>
              <a:gd name="connsiteX12" fmla="*/ 214580 w 1465246"/>
              <a:gd name="connsiteY12" fmla="*/ 1250666 h 1877262"/>
              <a:gd name="connsiteX13" fmla="*/ 0 w 1465246"/>
              <a:gd name="connsiteY13" fmla="*/ 732623 h 1877262"/>
              <a:gd name="connsiteX14" fmla="*/ 732623 w 1465246"/>
              <a:gd name="connsiteY14" fmla="*/ 0 h 187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5246" h="1877262">
                <a:moveTo>
                  <a:pt x="732623" y="0"/>
                </a:moveTo>
                <a:cubicBezTo>
                  <a:pt x="1137240" y="0"/>
                  <a:pt x="1465246" y="328006"/>
                  <a:pt x="1465246" y="732623"/>
                </a:cubicBezTo>
                <a:cubicBezTo>
                  <a:pt x="1465246" y="884355"/>
                  <a:pt x="1419120" y="1025313"/>
                  <a:pt x="1340126" y="1142240"/>
                </a:cubicBezTo>
                <a:lnTo>
                  <a:pt x="1300533" y="1190227"/>
                </a:lnTo>
                <a:lnTo>
                  <a:pt x="1302729" y="1189968"/>
                </a:lnTo>
                <a:lnTo>
                  <a:pt x="1285462" y="1208493"/>
                </a:lnTo>
                <a:lnTo>
                  <a:pt x="1250666" y="1250666"/>
                </a:lnTo>
                <a:lnTo>
                  <a:pt x="1231119" y="1266794"/>
                </a:lnTo>
                <a:lnTo>
                  <a:pt x="1182207" y="1319268"/>
                </a:lnTo>
                <a:cubicBezTo>
                  <a:pt x="910305" y="1597924"/>
                  <a:pt x="699604" y="1723866"/>
                  <a:pt x="466023" y="1877262"/>
                </a:cubicBezTo>
                <a:cubicBezTo>
                  <a:pt x="501882" y="1654638"/>
                  <a:pt x="440250" y="1522782"/>
                  <a:pt x="364330" y="1413618"/>
                </a:cubicBezTo>
                <a:lnTo>
                  <a:pt x="288079" y="1311308"/>
                </a:lnTo>
                <a:lnTo>
                  <a:pt x="214580" y="1250666"/>
                </a:lnTo>
                <a:cubicBezTo>
                  <a:pt x="82002" y="1118087"/>
                  <a:pt x="0" y="934932"/>
                  <a:pt x="0" y="732623"/>
                </a:cubicBezTo>
                <a:cubicBezTo>
                  <a:pt x="0" y="328006"/>
                  <a:pt x="328006" y="0"/>
                  <a:pt x="732623"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椭圆 12"/>
          <p:cNvSpPr/>
          <p:nvPr/>
        </p:nvSpPr>
        <p:spPr>
          <a:xfrm>
            <a:off x="6571751" y="2570979"/>
            <a:ext cx="840560" cy="8405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4" name="任意多边形 13"/>
          <p:cNvSpPr/>
          <p:nvPr/>
        </p:nvSpPr>
        <p:spPr>
          <a:xfrm flipH="1">
            <a:off x="4177992" y="3749846"/>
            <a:ext cx="1385526" cy="1775125"/>
          </a:xfrm>
          <a:custGeom>
            <a:avLst/>
            <a:gdLst>
              <a:gd name="connsiteX0" fmla="*/ 732623 w 1465246"/>
              <a:gd name="connsiteY0" fmla="*/ 0 h 1877262"/>
              <a:gd name="connsiteX1" fmla="*/ 1465246 w 1465246"/>
              <a:gd name="connsiteY1" fmla="*/ 732623 h 1877262"/>
              <a:gd name="connsiteX2" fmla="*/ 1340126 w 1465246"/>
              <a:gd name="connsiteY2" fmla="*/ 1142240 h 1877262"/>
              <a:gd name="connsiteX3" fmla="*/ 1300533 w 1465246"/>
              <a:gd name="connsiteY3" fmla="*/ 1190227 h 1877262"/>
              <a:gd name="connsiteX4" fmla="*/ 1302729 w 1465246"/>
              <a:gd name="connsiteY4" fmla="*/ 1189968 h 1877262"/>
              <a:gd name="connsiteX5" fmla="*/ 1285462 w 1465246"/>
              <a:gd name="connsiteY5" fmla="*/ 1208493 h 1877262"/>
              <a:gd name="connsiteX6" fmla="*/ 1250666 w 1465246"/>
              <a:gd name="connsiteY6" fmla="*/ 1250666 h 1877262"/>
              <a:gd name="connsiteX7" fmla="*/ 1231119 w 1465246"/>
              <a:gd name="connsiteY7" fmla="*/ 1266794 h 1877262"/>
              <a:gd name="connsiteX8" fmla="*/ 1182207 w 1465246"/>
              <a:gd name="connsiteY8" fmla="*/ 1319268 h 1877262"/>
              <a:gd name="connsiteX9" fmla="*/ 466023 w 1465246"/>
              <a:gd name="connsiteY9" fmla="*/ 1877262 h 1877262"/>
              <a:gd name="connsiteX10" fmla="*/ 364330 w 1465246"/>
              <a:gd name="connsiteY10" fmla="*/ 1413618 h 1877262"/>
              <a:gd name="connsiteX11" fmla="*/ 288079 w 1465246"/>
              <a:gd name="connsiteY11" fmla="*/ 1311308 h 1877262"/>
              <a:gd name="connsiteX12" fmla="*/ 214580 w 1465246"/>
              <a:gd name="connsiteY12" fmla="*/ 1250666 h 1877262"/>
              <a:gd name="connsiteX13" fmla="*/ 0 w 1465246"/>
              <a:gd name="connsiteY13" fmla="*/ 732623 h 1877262"/>
              <a:gd name="connsiteX14" fmla="*/ 732623 w 1465246"/>
              <a:gd name="connsiteY14" fmla="*/ 0 h 187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5246" h="1877262">
                <a:moveTo>
                  <a:pt x="732623" y="0"/>
                </a:moveTo>
                <a:cubicBezTo>
                  <a:pt x="1137240" y="0"/>
                  <a:pt x="1465246" y="328006"/>
                  <a:pt x="1465246" y="732623"/>
                </a:cubicBezTo>
                <a:cubicBezTo>
                  <a:pt x="1465246" y="884355"/>
                  <a:pt x="1419120" y="1025313"/>
                  <a:pt x="1340126" y="1142240"/>
                </a:cubicBezTo>
                <a:lnTo>
                  <a:pt x="1300533" y="1190227"/>
                </a:lnTo>
                <a:lnTo>
                  <a:pt x="1302729" y="1189968"/>
                </a:lnTo>
                <a:lnTo>
                  <a:pt x="1285462" y="1208493"/>
                </a:lnTo>
                <a:lnTo>
                  <a:pt x="1250666" y="1250666"/>
                </a:lnTo>
                <a:lnTo>
                  <a:pt x="1231119" y="1266794"/>
                </a:lnTo>
                <a:lnTo>
                  <a:pt x="1182207" y="1319268"/>
                </a:lnTo>
                <a:cubicBezTo>
                  <a:pt x="910305" y="1597924"/>
                  <a:pt x="699604" y="1723866"/>
                  <a:pt x="466023" y="1877262"/>
                </a:cubicBezTo>
                <a:cubicBezTo>
                  <a:pt x="501882" y="1654638"/>
                  <a:pt x="440250" y="1522782"/>
                  <a:pt x="364330" y="1413618"/>
                </a:cubicBezTo>
                <a:lnTo>
                  <a:pt x="288079" y="1311308"/>
                </a:lnTo>
                <a:lnTo>
                  <a:pt x="214580" y="1250666"/>
                </a:lnTo>
                <a:cubicBezTo>
                  <a:pt x="82002" y="1118087"/>
                  <a:pt x="0" y="934932"/>
                  <a:pt x="0" y="732623"/>
                </a:cubicBezTo>
                <a:cubicBezTo>
                  <a:pt x="0" y="328006"/>
                  <a:pt x="328006" y="0"/>
                  <a:pt x="732623"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5" name="椭圆 14"/>
          <p:cNvSpPr/>
          <p:nvPr/>
        </p:nvSpPr>
        <p:spPr>
          <a:xfrm flipH="1">
            <a:off x="4389369" y="3946829"/>
            <a:ext cx="975712" cy="97571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50000"/>
                </a:schemeClr>
              </a:solidFill>
            </a:endParaRPr>
          </a:p>
        </p:txBody>
      </p:sp>
      <p:sp>
        <p:nvSpPr>
          <p:cNvPr id="16" name="任意多边形 15"/>
          <p:cNvSpPr/>
          <p:nvPr/>
        </p:nvSpPr>
        <p:spPr>
          <a:xfrm flipH="1">
            <a:off x="4197426" y="1345335"/>
            <a:ext cx="1033749" cy="1324431"/>
          </a:xfrm>
          <a:custGeom>
            <a:avLst/>
            <a:gdLst>
              <a:gd name="connsiteX0" fmla="*/ 732623 w 1465246"/>
              <a:gd name="connsiteY0" fmla="*/ 0 h 1877262"/>
              <a:gd name="connsiteX1" fmla="*/ 1465246 w 1465246"/>
              <a:gd name="connsiteY1" fmla="*/ 732623 h 1877262"/>
              <a:gd name="connsiteX2" fmla="*/ 1340126 w 1465246"/>
              <a:gd name="connsiteY2" fmla="*/ 1142240 h 1877262"/>
              <a:gd name="connsiteX3" fmla="*/ 1300533 w 1465246"/>
              <a:gd name="connsiteY3" fmla="*/ 1190227 h 1877262"/>
              <a:gd name="connsiteX4" fmla="*/ 1302729 w 1465246"/>
              <a:gd name="connsiteY4" fmla="*/ 1189968 h 1877262"/>
              <a:gd name="connsiteX5" fmla="*/ 1285462 w 1465246"/>
              <a:gd name="connsiteY5" fmla="*/ 1208493 h 1877262"/>
              <a:gd name="connsiteX6" fmla="*/ 1250666 w 1465246"/>
              <a:gd name="connsiteY6" fmla="*/ 1250666 h 1877262"/>
              <a:gd name="connsiteX7" fmla="*/ 1231119 w 1465246"/>
              <a:gd name="connsiteY7" fmla="*/ 1266794 h 1877262"/>
              <a:gd name="connsiteX8" fmla="*/ 1182207 w 1465246"/>
              <a:gd name="connsiteY8" fmla="*/ 1319268 h 1877262"/>
              <a:gd name="connsiteX9" fmla="*/ 466023 w 1465246"/>
              <a:gd name="connsiteY9" fmla="*/ 1877262 h 1877262"/>
              <a:gd name="connsiteX10" fmla="*/ 364330 w 1465246"/>
              <a:gd name="connsiteY10" fmla="*/ 1413618 h 1877262"/>
              <a:gd name="connsiteX11" fmla="*/ 288079 w 1465246"/>
              <a:gd name="connsiteY11" fmla="*/ 1311308 h 1877262"/>
              <a:gd name="connsiteX12" fmla="*/ 214580 w 1465246"/>
              <a:gd name="connsiteY12" fmla="*/ 1250666 h 1877262"/>
              <a:gd name="connsiteX13" fmla="*/ 0 w 1465246"/>
              <a:gd name="connsiteY13" fmla="*/ 732623 h 1877262"/>
              <a:gd name="connsiteX14" fmla="*/ 732623 w 1465246"/>
              <a:gd name="connsiteY14" fmla="*/ 0 h 1877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65246" h="1877262">
                <a:moveTo>
                  <a:pt x="732623" y="0"/>
                </a:moveTo>
                <a:cubicBezTo>
                  <a:pt x="1137240" y="0"/>
                  <a:pt x="1465246" y="328006"/>
                  <a:pt x="1465246" y="732623"/>
                </a:cubicBezTo>
                <a:cubicBezTo>
                  <a:pt x="1465246" y="884355"/>
                  <a:pt x="1419120" y="1025313"/>
                  <a:pt x="1340126" y="1142240"/>
                </a:cubicBezTo>
                <a:lnTo>
                  <a:pt x="1300533" y="1190227"/>
                </a:lnTo>
                <a:lnTo>
                  <a:pt x="1302729" y="1189968"/>
                </a:lnTo>
                <a:lnTo>
                  <a:pt x="1285462" y="1208493"/>
                </a:lnTo>
                <a:lnTo>
                  <a:pt x="1250666" y="1250666"/>
                </a:lnTo>
                <a:lnTo>
                  <a:pt x="1231119" y="1266794"/>
                </a:lnTo>
                <a:lnTo>
                  <a:pt x="1182207" y="1319268"/>
                </a:lnTo>
                <a:cubicBezTo>
                  <a:pt x="910305" y="1597924"/>
                  <a:pt x="699604" y="1723866"/>
                  <a:pt x="466023" y="1877262"/>
                </a:cubicBezTo>
                <a:cubicBezTo>
                  <a:pt x="501882" y="1654638"/>
                  <a:pt x="440250" y="1522782"/>
                  <a:pt x="364330" y="1413618"/>
                </a:cubicBezTo>
                <a:lnTo>
                  <a:pt x="288079" y="1311308"/>
                </a:lnTo>
                <a:lnTo>
                  <a:pt x="214580" y="1250666"/>
                </a:lnTo>
                <a:cubicBezTo>
                  <a:pt x="82002" y="1118087"/>
                  <a:pt x="0" y="934932"/>
                  <a:pt x="0" y="732623"/>
                </a:cubicBezTo>
                <a:cubicBezTo>
                  <a:pt x="0" y="328006"/>
                  <a:pt x="328006" y="0"/>
                  <a:pt x="732623" y="0"/>
                </a:cubicBezTo>
                <a:close/>
              </a:path>
            </a:pathLst>
          </a:cu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7" name="椭圆 16"/>
          <p:cNvSpPr/>
          <p:nvPr/>
        </p:nvSpPr>
        <p:spPr>
          <a:xfrm flipH="1">
            <a:off x="4355136" y="1492305"/>
            <a:ext cx="727984" cy="72798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8" name="矩形 17"/>
          <p:cNvSpPr/>
          <p:nvPr/>
        </p:nvSpPr>
        <p:spPr>
          <a:xfrm>
            <a:off x="4330105" y="1634353"/>
            <a:ext cx="744491" cy="338554"/>
          </a:xfrm>
          <a:prstGeom prst="rect">
            <a:avLst/>
          </a:prstGeom>
        </p:spPr>
        <p:txBody>
          <a:bodyPr wrap="square">
            <a:spAutoFit/>
          </a:bodyPr>
          <a:lstStyle/>
          <a:p>
            <a:pPr algn="ctr"/>
            <a:r>
              <a:rPr lang="zh-CN" altLang="en-US" sz="1600" b="1">
                <a:solidFill>
                  <a:schemeClr val="bg1">
                    <a:lumMod val="50000"/>
                  </a:schemeClr>
                </a:solidFill>
                <a:latin typeface="微软雅黑" panose="020B0503020204020204" pitchFamily="34" charset="-122"/>
                <a:ea typeface="微软雅黑" panose="020B0503020204020204" pitchFamily="34" charset="-122"/>
              </a:rPr>
              <a:t>意义</a:t>
            </a:r>
            <a:r>
              <a:rPr lang="en-US" altLang="zh-CN" sz="1600" b="1">
                <a:solidFill>
                  <a:schemeClr val="bg1">
                    <a:lumMod val="50000"/>
                  </a:schemeClr>
                </a:solidFill>
                <a:latin typeface="微软雅黑" panose="020B0503020204020204" pitchFamily="34" charset="-122"/>
                <a:ea typeface="微软雅黑" panose="020B0503020204020204" pitchFamily="34" charset="-122"/>
              </a:rPr>
              <a:t>1</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9" name="矩形 18"/>
          <p:cNvSpPr/>
          <p:nvPr/>
        </p:nvSpPr>
        <p:spPr>
          <a:xfrm>
            <a:off x="6482494" y="2766760"/>
            <a:ext cx="1039393" cy="400110"/>
          </a:xfrm>
          <a:prstGeom prst="rect">
            <a:avLst/>
          </a:prstGeom>
        </p:spPr>
        <p:txBody>
          <a:bodyPr wrap="square">
            <a:spAutoFit/>
          </a:bodyPr>
          <a:lstStyle/>
          <a:p>
            <a:pPr algn="ctr"/>
            <a:r>
              <a:rPr lang="zh-CN" altLang="en-US" sz="2000" b="1">
                <a:solidFill>
                  <a:schemeClr val="bg1">
                    <a:lumMod val="50000"/>
                  </a:schemeClr>
                </a:solidFill>
                <a:latin typeface="微软雅黑" panose="020B0503020204020204" pitchFamily="34" charset="-122"/>
                <a:ea typeface="微软雅黑" panose="020B0503020204020204" pitchFamily="34" charset="-122"/>
              </a:rPr>
              <a:t>意义</a:t>
            </a:r>
            <a:r>
              <a:rPr lang="en-US" altLang="zh-CN" sz="2000" b="1">
                <a:solidFill>
                  <a:schemeClr val="bg1">
                    <a:lumMod val="50000"/>
                  </a:schemeClr>
                </a:solidFill>
                <a:latin typeface="微软雅黑" panose="020B0503020204020204" pitchFamily="34" charset="-122"/>
                <a:ea typeface="微软雅黑" panose="020B0503020204020204" pitchFamily="34" charset="-122"/>
              </a:rPr>
              <a:t>2</a:t>
            </a:r>
            <a:endParaRPr lang="zh-CN" altLang="en-US" sz="20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0" name="矩形 19"/>
          <p:cNvSpPr/>
          <p:nvPr/>
        </p:nvSpPr>
        <p:spPr>
          <a:xfrm>
            <a:off x="4334721" y="4189620"/>
            <a:ext cx="1039393" cy="400110"/>
          </a:xfrm>
          <a:prstGeom prst="rect">
            <a:avLst/>
          </a:prstGeom>
        </p:spPr>
        <p:txBody>
          <a:bodyPr wrap="square">
            <a:spAutoFit/>
          </a:bodyPr>
          <a:lstStyle/>
          <a:p>
            <a:pPr algn="ctr"/>
            <a:r>
              <a:rPr lang="zh-CN" altLang="en-US" sz="2000" b="1">
                <a:solidFill>
                  <a:schemeClr val="bg1">
                    <a:lumMod val="50000"/>
                  </a:schemeClr>
                </a:solidFill>
                <a:latin typeface="微软雅黑" panose="020B0503020204020204" pitchFamily="34" charset="-122"/>
                <a:ea typeface="微软雅黑" panose="020B0503020204020204" pitchFamily="34" charset="-122"/>
              </a:rPr>
              <a:t>意义</a:t>
            </a:r>
            <a:r>
              <a:rPr lang="en-US" altLang="zh-CN" sz="2000" b="1">
                <a:solidFill>
                  <a:schemeClr val="bg1">
                    <a:lumMod val="50000"/>
                  </a:schemeClr>
                </a:solidFill>
                <a:latin typeface="微软雅黑" panose="020B0503020204020204" pitchFamily="34" charset="-122"/>
                <a:ea typeface="微软雅黑" panose="020B0503020204020204" pitchFamily="34" charset="-122"/>
              </a:rPr>
              <a:t>3</a:t>
            </a:r>
            <a:endParaRPr lang="zh-CN" altLang="en-US" sz="20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1" name="矩形 20"/>
          <p:cNvSpPr/>
          <p:nvPr/>
        </p:nvSpPr>
        <p:spPr>
          <a:xfrm>
            <a:off x="7726831" y="4552920"/>
            <a:ext cx="1039393" cy="400110"/>
          </a:xfrm>
          <a:prstGeom prst="rect">
            <a:avLst/>
          </a:prstGeom>
        </p:spPr>
        <p:txBody>
          <a:bodyPr wrap="square">
            <a:spAutoFit/>
          </a:bodyPr>
          <a:lstStyle/>
          <a:p>
            <a:pPr algn="ctr"/>
            <a:r>
              <a:rPr lang="zh-CN" altLang="en-US" sz="2000" b="1">
                <a:solidFill>
                  <a:schemeClr val="bg1">
                    <a:lumMod val="50000"/>
                  </a:schemeClr>
                </a:solidFill>
                <a:latin typeface="微软雅黑" panose="020B0503020204020204" pitchFamily="34" charset="-122"/>
                <a:ea typeface="微软雅黑" panose="020B0503020204020204" pitchFamily="34" charset="-122"/>
              </a:rPr>
              <a:t>意义</a:t>
            </a:r>
            <a:r>
              <a:rPr lang="en-US" altLang="zh-CN" sz="2000" b="1">
                <a:solidFill>
                  <a:schemeClr val="bg1">
                    <a:lumMod val="50000"/>
                  </a:schemeClr>
                </a:solidFill>
                <a:latin typeface="微软雅黑" panose="020B0503020204020204" pitchFamily="34" charset="-122"/>
                <a:ea typeface="微软雅黑" panose="020B0503020204020204" pitchFamily="34" charset="-122"/>
              </a:rPr>
              <a:t>4</a:t>
            </a:r>
            <a:endParaRPr lang="zh-CN" altLang="en-US" sz="20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a:off x="1194289" y="1737210"/>
            <a:ext cx="1523315" cy="400110"/>
          </a:xfrm>
          <a:prstGeom prst="rect">
            <a:avLst/>
          </a:prstGeom>
          <a:noFill/>
        </p:spPr>
        <p:txBody>
          <a:bodyPr wrap="square" rtlCol="0">
            <a:spAutoFit/>
          </a:bodyPr>
          <a:lstStyle/>
          <a:p>
            <a:r>
              <a:rPr lang="zh-CN" altLang="en-US" sz="2000">
                <a:solidFill>
                  <a:srgbClr val="44546A"/>
                </a:solidFill>
                <a:latin typeface="微软雅黑" panose="020B0503020204020204" pitchFamily="34" charset="-122"/>
                <a:ea typeface="微软雅黑" panose="020B0503020204020204" pitchFamily="34" charset="-122"/>
              </a:rPr>
              <a:t>这是小标题</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781794" y="2134831"/>
            <a:ext cx="2298621" cy="787523"/>
          </a:xfrm>
          <a:prstGeom prst="rect">
            <a:avLst/>
          </a:prstGeom>
          <a:noFill/>
        </p:spPr>
        <p:txBody>
          <a:bodyPr wrap="square" rtlCol="0">
            <a:spAutoFit/>
          </a:bodyPr>
          <a:lstStyle/>
          <a:p>
            <a:pPr algn="ctr">
              <a:lnSpc>
                <a:spcPct val="150000"/>
              </a:lnSpc>
            </a:pPr>
            <a:r>
              <a:rPr lang="zh-CN" altLang="en-US" sz="1600">
                <a:solidFill>
                  <a:srgbClr val="44546A"/>
                </a:solidFill>
                <a:latin typeface="微软雅黑" panose="020B0503020204020204" pitchFamily="34" charset="-122"/>
                <a:ea typeface="微软雅黑" panose="020B0503020204020204" pitchFamily="34" charset="-122"/>
              </a:rPr>
              <a:t>文艺让生活更有范文艺让生活更有范文艺</a:t>
            </a:r>
          </a:p>
        </p:txBody>
      </p:sp>
      <p:sp>
        <p:nvSpPr>
          <p:cNvPr id="24" name="文本框 23"/>
          <p:cNvSpPr txBox="1"/>
          <p:nvPr/>
        </p:nvSpPr>
        <p:spPr>
          <a:xfrm>
            <a:off x="8327689" y="2516224"/>
            <a:ext cx="1523315" cy="400110"/>
          </a:xfrm>
          <a:prstGeom prst="rect">
            <a:avLst/>
          </a:prstGeom>
          <a:noFill/>
        </p:spPr>
        <p:txBody>
          <a:bodyPr wrap="square" rtlCol="0">
            <a:spAutoFit/>
          </a:bodyPr>
          <a:lstStyle/>
          <a:p>
            <a:r>
              <a:rPr lang="zh-CN" altLang="en-US" sz="2000">
                <a:solidFill>
                  <a:srgbClr val="44546A"/>
                </a:solidFill>
                <a:latin typeface="微软雅黑" panose="020B0503020204020204" pitchFamily="34" charset="-122"/>
                <a:ea typeface="微软雅黑" panose="020B0503020204020204" pitchFamily="34" charset="-122"/>
              </a:rPr>
              <a:t>这是小标题</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7915194" y="2913845"/>
            <a:ext cx="2298621" cy="787523"/>
          </a:xfrm>
          <a:prstGeom prst="rect">
            <a:avLst/>
          </a:prstGeom>
          <a:noFill/>
        </p:spPr>
        <p:txBody>
          <a:bodyPr wrap="square" rtlCol="0">
            <a:spAutoFit/>
          </a:bodyPr>
          <a:lstStyle/>
          <a:p>
            <a:pPr algn="ctr">
              <a:lnSpc>
                <a:spcPct val="150000"/>
              </a:lnSpc>
            </a:pPr>
            <a:r>
              <a:rPr lang="zh-CN" altLang="en-US" sz="1600">
                <a:solidFill>
                  <a:srgbClr val="44546A"/>
                </a:solidFill>
                <a:latin typeface="微软雅黑" panose="020B0503020204020204" pitchFamily="34" charset="-122"/>
                <a:ea typeface="微软雅黑" panose="020B0503020204020204" pitchFamily="34" charset="-122"/>
              </a:rPr>
              <a:t>文艺让生活更有范文艺让生活更有范文艺</a:t>
            </a:r>
          </a:p>
        </p:txBody>
      </p:sp>
      <p:sp>
        <p:nvSpPr>
          <p:cNvPr id="26" name="文本框 25"/>
          <p:cNvSpPr txBox="1"/>
          <p:nvPr/>
        </p:nvSpPr>
        <p:spPr>
          <a:xfrm>
            <a:off x="1973971" y="4068929"/>
            <a:ext cx="1523315" cy="400110"/>
          </a:xfrm>
          <a:prstGeom prst="rect">
            <a:avLst/>
          </a:prstGeom>
          <a:noFill/>
        </p:spPr>
        <p:txBody>
          <a:bodyPr wrap="square" rtlCol="0">
            <a:spAutoFit/>
          </a:bodyPr>
          <a:lstStyle/>
          <a:p>
            <a:r>
              <a:rPr lang="zh-CN" altLang="en-US" sz="2000">
                <a:solidFill>
                  <a:srgbClr val="44546A"/>
                </a:solidFill>
                <a:latin typeface="微软雅黑" panose="020B0503020204020204" pitchFamily="34" charset="-122"/>
                <a:ea typeface="微软雅黑" panose="020B0503020204020204" pitchFamily="34" charset="-122"/>
              </a:rPr>
              <a:t>这是小标题</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
        <p:nvSpPr>
          <p:cNvPr id="27" name="文本框 26"/>
          <p:cNvSpPr txBox="1"/>
          <p:nvPr/>
        </p:nvSpPr>
        <p:spPr>
          <a:xfrm>
            <a:off x="1561476" y="4466550"/>
            <a:ext cx="2298621" cy="787523"/>
          </a:xfrm>
          <a:prstGeom prst="rect">
            <a:avLst/>
          </a:prstGeom>
          <a:noFill/>
        </p:spPr>
        <p:txBody>
          <a:bodyPr wrap="square" rtlCol="0">
            <a:spAutoFit/>
          </a:bodyPr>
          <a:lstStyle/>
          <a:p>
            <a:pPr algn="ctr">
              <a:lnSpc>
                <a:spcPct val="150000"/>
              </a:lnSpc>
            </a:pPr>
            <a:r>
              <a:rPr lang="zh-CN" altLang="en-US" sz="1600">
                <a:solidFill>
                  <a:srgbClr val="44546A"/>
                </a:solidFill>
                <a:latin typeface="微软雅黑" panose="020B0503020204020204" pitchFamily="34" charset="-122"/>
                <a:ea typeface="微软雅黑" panose="020B0503020204020204" pitchFamily="34" charset="-122"/>
              </a:rPr>
              <a:t>文艺让生活更有范文艺让生活更有范文艺</a:t>
            </a:r>
          </a:p>
        </p:txBody>
      </p:sp>
      <p:sp>
        <p:nvSpPr>
          <p:cNvPr id="28" name="文本框 27"/>
          <p:cNvSpPr txBox="1"/>
          <p:nvPr/>
        </p:nvSpPr>
        <p:spPr>
          <a:xfrm>
            <a:off x="9790549" y="4630965"/>
            <a:ext cx="1523315" cy="400110"/>
          </a:xfrm>
          <a:prstGeom prst="rect">
            <a:avLst/>
          </a:prstGeom>
          <a:noFill/>
        </p:spPr>
        <p:txBody>
          <a:bodyPr wrap="square" rtlCol="0">
            <a:spAutoFit/>
          </a:bodyPr>
          <a:lstStyle/>
          <a:p>
            <a:r>
              <a:rPr lang="zh-CN" altLang="en-US" sz="2000">
                <a:solidFill>
                  <a:srgbClr val="44546A"/>
                </a:solidFill>
                <a:latin typeface="微软雅黑" panose="020B0503020204020204" pitchFamily="34" charset="-122"/>
                <a:ea typeface="微软雅黑" panose="020B0503020204020204" pitchFamily="34" charset="-122"/>
              </a:rPr>
              <a:t>这是小标题</a:t>
            </a:r>
            <a:endParaRPr lang="zh-CN" altLang="en-US" sz="2000" dirty="0">
              <a:solidFill>
                <a:srgbClr val="44546A"/>
              </a:solidFill>
              <a:latin typeface="微软雅黑" panose="020B0503020204020204" pitchFamily="34" charset="-122"/>
              <a:ea typeface="微软雅黑" panose="020B0503020204020204" pitchFamily="34" charset="-122"/>
            </a:endParaRPr>
          </a:p>
        </p:txBody>
      </p:sp>
      <p:sp>
        <p:nvSpPr>
          <p:cNvPr id="29" name="文本框 28"/>
          <p:cNvSpPr txBox="1"/>
          <p:nvPr/>
        </p:nvSpPr>
        <p:spPr>
          <a:xfrm>
            <a:off x="9378054" y="5028586"/>
            <a:ext cx="2298621" cy="787523"/>
          </a:xfrm>
          <a:prstGeom prst="rect">
            <a:avLst/>
          </a:prstGeom>
          <a:noFill/>
        </p:spPr>
        <p:txBody>
          <a:bodyPr wrap="square" rtlCol="0">
            <a:spAutoFit/>
          </a:bodyPr>
          <a:lstStyle/>
          <a:p>
            <a:pPr algn="ctr">
              <a:lnSpc>
                <a:spcPct val="150000"/>
              </a:lnSpc>
            </a:pPr>
            <a:r>
              <a:rPr lang="zh-CN" altLang="en-US" sz="1600">
                <a:solidFill>
                  <a:srgbClr val="44546A"/>
                </a:solidFill>
                <a:latin typeface="微软雅黑" panose="020B0503020204020204" pitchFamily="34" charset="-122"/>
                <a:ea typeface="微软雅黑" panose="020B0503020204020204" pitchFamily="34" charset="-122"/>
              </a:rPr>
              <a:t>文艺让生活更有范文艺让生活更有范文艺</a:t>
            </a:r>
          </a:p>
        </p:txBody>
      </p:sp>
      <p:grpSp>
        <p:nvGrpSpPr>
          <p:cNvPr id="30" name="组合 29"/>
          <p:cNvGrpSpPr/>
          <p:nvPr/>
        </p:nvGrpSpPr>
        <p:grpSpPr>
          <a:xfrm>
            <a:off x="122182" y="84408"/>
            <a:ext cx="4253916" cy="947722"/>
            <a:chOff x="122182" y="84408"/>
            <a:chExt cx="4253916" cy="947722"/>
          </a:xfrm>
        </p:grpSpPr>
        <p:pic>
          <p:nvPicPr>
            <p:cNvPr id="31" name="图片 30"/>
            <p:cNvPicPr>
              <a:picLocks noChangeAspect="1"/>
            </p:cNvPicPr>
            <p:nvPr/>
          </p:nvPicPr>
          <p:blipFill rotWithShape="1">
            <a:blip r:embed="rId3" cstate="print">
              <a:extLst>
                <a:ext uri="{28A0092B-C50C-407E-A947-70E740481C1C}">
                  <a14:useLocalDpi xmlns:a14="http://schemas.microsoft.com/office/drawing/2010/main" val="0"/>
                </a:ext>
              </a:extLst>
            </a:blip>
            <a:srcRect l="15378" t="47389" r="18242"/>
            <a:stretch>
              <a:fillRect/>
            </a:stretch>
          </p:blipFill>
          <p:spPr>
            <a:xfrm>
              <a:off x="122182" y="84408"/>
              <a:ext cx="1195754" cy="947722"/>
            </a:xfrm>
            <a:prstGeom prst="rect">
              <a:avLst/>
            </a:prstGeom>
          </p:spPr>
        </p:pic>
        <p:sp>
          <p:nvSpPr>
            <p:cNvPr id="32" name="Rectangle 47"/>
            <p:cNvSpPr/>
            <p:nvPr/>
          </p:nvSpPr>
          <p:spPr>
            <a:xfrm>
              <a:off x="475298" y="234743"/>
              <a:ext cx="439101" cy="492443"/>
            </a:xfrm>
            <a:prstGeom prst="rect">
              <a:avLst/>
            </a:prstGeom>
          </p:spPr>
          <p:txBody>
            <a:bodyPr wrap="square" lIns="0" tIns="0" rIns="0" bIns="0">
              <a:spAutoFit/>
            </a:bodyPr>
            <a:lstStyle/>
            <a:p>
              <a:pPr algn="dist"/>
              <a:r>
                <a:rPr lang="en-US" altLang="zh-CN" sz="3200" dirty="0">
                  <a:solidFill>
                    <a:srgbClr val="44546A"/>
                  </a:solidFill>
                  <a:latin typeface="Impact" panose="020B0806030902050204" pitchFamily="34" charset="0"/>
                  <a:ea typeface="微软雅黑" panose="020B0503020204020204" pitchFamily="34" charset="-122"/>
                  <a:cs typeface="Arial" panose="020B0604020202020204" pitchFamily="34" charset="0"/>
                </a:rPr>
                <a:t>04</a:t>
              </a:r>
              <a:endParaRPr lang="en-US" sz="3200" dirty="0">
                <a:solidFill>
                  <a:srgbClr val="44546A"/>
                </a:solidFill>
                <a:latin typeface="Impact" panose="020B0806030902050204" pitchFamily="34" charset="0"/>
                <a:ea typeface="微软雅黑" panose="020B0503020204020204" pitchFamily="34" charset="-122"/>
                <a:cs typeface="Arial" panose="020B0604020202020204" pitchFamily="34" charset="0"/>
              </a:endParaRPr>
            </a:p>
          </p:txBody>
        </p:sp>
        <p:grpSp>
          <p:nvGrpSpPr>
            <p:cNvPr id="33" name="组合 32"/>
            <p:cNvGrpSpPr/>
            <p:nvPr/>
          </p:nvGrpSpPr>
          <p:grpSpPr>
            <a:xfrm>
              <a:off x="1467258" y="189315"/>
              <a:ext cx="2908840" cy="716904"/>
              <a:chOff x="1410987" y="179320"/>
              <a:chExt cx="2908840" cy="716904"/>
            </a:xfrm>
          </p:grpSpPr>
          <p:sp>
            <p:nvSpPr>
              <p:cNvPr id="34" name="Rectangle 47"/>
              <p:cNvSpPr/>
              <p:nvPr/>
            </p:nvSpPr>
            <p:spPr>
              <a:xfrm>
                <a:off x="1486748" y="179320"/>
                <a:ext cx="2833079" cy="369332"/>
              </a:xfrm>
              <a:prstGeom prst="rect">
                <a:avLst/>
              </a:prstGeom>
            </p:spPr>
            <p:txBody>
              <a:bodyPr wrap="square" lIns="0" tIns="0" rIns="0" bIns="0">
                <a:spAutoFit/>
              </a:bodyPr>
              <a:lstStyle/>
              <a:p>
                <a:r>
                  <a:rPr lang="zh-CN" altLang="en-US"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rPr>
                  <a:t>未来应用方向</a:t>
                </a:r>
                <a:endParaRPr lang="en-US" altLang="zh-CN" sz="2400" dirty="0">
                  <a:solidFill>
                    <a:srgbClr val="44546A"/>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5" name="矩形 34"/>
              <p:cNvSpPr/>
              <p:nvPr/>
            </p:nvSpPr>
            <p:spPr>
              <a:xfrm>
                <a:off x="1410987" y="588447"/>
                <a:ext cx="2243050" cy="307777"/>
              </a:xfrm>
              <a:prstGeom prst="rect">
                <a:avLst/>
              </a:prstGeom>
            </p:spPr>
            <p:txBody>
              <a:bodyPr wrap="none">
                <a:spAutoFit/>
              </a:bodyPr>
              <a:lstStyle/>
              <a:p>
                <a:r>
                  <a:rPr lang="en-US" altLang="zh-CN" sz="1400" dirty="0">
                    <a:solidFill>
                      <a:srgbClr val="44546A"/>
                    </a:solidFill>
                  </a:rPr>
                  <a:t>Future Application Direction</a:t>
                </a:r>
                <a:endParaRPr lang="zh-CN" altLang="en-US" sz="1400" dirty="0">
                  <a:solidFill>
                    <a:srgbClr val="44546A"/>
                  </a:solidFill>
                </a:endParaRPr>
              </a:p>
            </p:txBody>
          </p:sp>
        </p:grpSp>
      </p:gr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50"/>
                                        <p:tgtEl>
                                          <p:spTgt spid="6"/>
                                        </p:tgtEl>
                                      </p:cBhvr>
                                    </p:animEffect>
                                    <p:anim calcmode="lin" valueType="num">
                                      <p:cBhvr>
                                        <p:cTn id="8" dur="250" fill="hold"/>
                                        <p:tgtEl>
                                          <p:spTgt spid="6"/>
                                        </p:tgtEl>
                                        <p:attrNameLst>
                                          <p:attrName>ppt_x</p:attrName>
                                        </p:attrNameLst>
                                      </p:cBhvr>
                                      <p:tavLst>
                                        <p:tav tm="0">
                                          <p:val>
                                            <p:strVal val="#ppt_x"/>
                                          </p:val>
                                        </p:tav>
                                        <p:tav tm="100000">
                                          <p:val>
                                            <p:strVal val="#ppt_x"/>
                                          </p:val>
                                        </p:tav>
                                      </p:tavLst>
                                    </p:anim>
                                    <p:anim calcmode="lin" valueType="num">
                                      <p:cBhvr>
                                        <p:cTn id="9" dur="25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250"/>
                                        <p:tgtEl>
                                          <p:spTgt spid="8"/>
                                        </p:tgtEl>
                                      </p:cBhvr>
                                    </p:animEffect>
                                    <p:anim calcmode="lin" valueType="num">
                                      <p:cBhvr>
                                        <p:cTn id="14" dur="250" fill="hold"/>
                                        <p:tgtEl>
                                          <p:spTgt spid="8"/>
                                        </p:tgtEl>
                                        <p:attrNameLst>
                                          <p:attrName>ppt_x</p:attrName>
                                        </p:attrNameLst>
                                      </p:cBhvr>
                                      <p:tavLst>
                                        <p:tav tm="0">
                                          <p:val>
                                            <p:strVal val="#ppt_x"/>
                                          </p:val>
                                        </p:tav>
                                        <p:tav tm="100000">
                                          <p:val>
                                            <p:strVal val="#ppt_x"/>
                                          </p:val>
                                        </p:tav>
                                      </p:tavLst>
                                    </p:anim>
                                    <p:anim calcmode="lin" valueType="num">
                                      <p:cBhvr>
                                        <p:cTn id="15" dur="250" fill="hold"/>
                                        <p:tgtEl>
                                          <p:spTgt spid="8"/>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250"/>
                                        <p:tgtEl>
                                          <p:spTgt spid="10"/>
                                        </p:tgtEl>
                                      </p:cBhvr>
                                    </p:animEffect>
                                    <p:anim calcmode="lin" valueType="num">
                                      <p:cBhvr>
                                        <p:cTn id="20" dur="250" fill="hold"/>
                                        <p:tgtEl>
                                          <p:spTgt spid="10"/>
                                        </p:tgtEl>
                                        <p:attrNameLst>
                                          <p:attrName>ppt_x</p:attrName>
                                        </p:attrNameLst>
                                      </p:cBhvr>
                                      <p:tavLst>
                                        <p:tav tm="0">
                                          <p:val>
                                            <p:strVal val="#ppt_x"/>
                                          </p:val>
                                        </p:tav>
                                        <p:tav tm="100000">
                                          <p:val>
                                            <p:strVal val="#ppt_x"/>
                                          </p:val>
                                        </p:tav>
                                      </p:tavLst>
                                    </p:anim>
                                    <p:anim calcmode="lin" valueType="num">
                                      <p:cBhvr>
                                        <p:cTn id="21" dur="250" fill="hold"/>
                                        <p:tgtEl>
                                          <p:spTgt spid="1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250"/>
                                        <p:tgtEl>
                                          <p:spTgt spid="11"/>
                                        </p:tgtEl>
                                      </p:cBhvr>
                                    </p:animEffect>
                                    <p:anim calcmode="lin" valueType="num">
                                      <p:cBhvr>
                                        <p:cTn id="26" dur="250" fill="hold"/>
                                        <p:tgtEl>
                                          <p:spTgt spid="11"/>
                                        </p:tgtEl>
                                        <p:attrNameLst>
                                          <p:attrName>ppt_x</p:attrName>
                                        </p:attrNameLst>
                                      </p:cBhvr>
                                      <p:tavLst>
                                        <p:tav tm="0">
                                          <p:val>
                                            <p:strVal val="#ppt_x"/>
                                          </p:val>
                                        </p:tav>
                                        <p:tav tm="100000">
                                          <p:val>
                                            <p:strVal val="#ppt_x"/>
                                          </p:val>
                                        </p:tav>
                                      </p:tavLst>
                                    </p:anim>
                                    <p:anim calcmode="lin" valueType="num">
                                      <p:cBhvr>
                                        <p:cTn id="27" dur="250" fill="hold"/>
                                        <p:tgtEl>
                                          <p:spTgt spid="11"/>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250"/>
                                        <p:tgtEl>
                                          <p:spTgt spid="12"/>
                                        </p:tgtEl>
                                      </p:cBhvr>
                                    </p:animEffect>
                                    <p:anim calcmode="lin" valueType="num">
                                      <p:cBhvr>
                                        <p:cTn id="32" dur="250" fill="hold"/>
                                        <p:tgtEl>
                                          <p:spTgt spid="12"/>
                                        </p:tgtEl>
                                        <p:attrNameLst>
                                          <p:attrName>ppt_x</p:attrName>
                                        </p:attrNameLst>
                                      </p:cBhvr>
                                      <p:tavLst>
                                        <p:tav tm="0">
                                          <p:val>
                                            <p:strVal val="#ppt_x"/>
                                          </p:val>
                                        </p:tav>
                                        <p:tav tm="100000">
                                          <p:val>
                                            <p:strVal val="#ppt_x"/>
                                          </p:val>
                                        </p:tav>
                                      </p:tavLst>
                                    </p:anim>
                                    <p:anim calcmode="lin" valueType="num">
                                      <p:cBhvr>
                                        <p:cTn id="33" dur="250" fill="hold"/>
                                        <p:tgtEl>
                                          <p:spTgt spid="12"/>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250"/>
                                        <p:tgtEl>
                                          <p:spTgt spid="13"/>
                                        </p:tgtEl>
                                      </p:cBhvr>
                                    </p:animEffect>
                                    <p:anim calcmode="lin" valueType="num">
                                      <p:cBhvr>
                                        <p:cTn id="38" dur="250" fill="hold"/>
                                        <p:tgtEl>
                                          <p:spTgt spid="13"/>
                                        </p:tgtEl>
                                        <p:attrNameLst>
                                          <p:attrName>ppt_x</p:attrName>
                                        </p:attrNameLst>
                                      </p:cBhvr>
                                      <p:tavLst>
                                        <p:tav tm="0">
                                          <p:val>
                                            <p:strVal val="#ppt_x"/>
                                          </p:val>
                                        </p:tav>
                                        <p:tav tm="100000">
                                          <p:val>
                                            <p:strVal val="#ppt_x"/>
                                          </p:val>
                                        </p:tav>
                                      </p:tavLst>
                                    </p:anim>
                                    <p:anim calcmode="lin" valueType="num">
                                      <p:cBhvr>
                                        <p:cTn id="39" dur="250" fill="hold"/>
                                        <p:tgtEl>
                                          <p:spTgt spid="13"/>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250"/>
                                        <p:tgtEl>
                                          <p:spTgt spid="14"/>
                                        </p:tgtEl>
                                      </p:cBhvr>
                                    </p:animEffect>
                                    <p:anim calcmode="lin" valueType="num">
                                      <p:cBhvr>
                                        <p:cTn id="44" dur="250" fill="hold"/>
                                        <p:tgtEl>
                                          <p:spTgt spid="14"/>
                                        </p:tgtEl>
                                        <p:attrNameLst>
                                          <p:attrName>ppt_x</p:attrName>
                                        </p:attrNameLst>
                                      </p:cBhvr>
                                      <p:tavLst>
                                        <p:tav tm="0">
                                          <p:val>
                                            <p:strVal val="#ppt_x"/>
                                          </p:val>
                                        </p:tav>
                                        <p:tav tm="100000">
                                          <p:val>
                                            <p:strVal val="#ppt_x"/>
                                          </p:val>
                                        </p:tav>
                                      </p:tavLst>
                                    </p:anim>
                                    <p:anim calcmode="lin" valueType="num">
                                      <p:cBhvr>
                                        <p:cTn id="45" dur="250" fill="hold"/>
                                        <p:tgtEl>
                                          <p:spTgt spid="14"/>
                                        </p:tgtEl>
                                        <p:attrNameLst>
                                          <p:attrName>ppt_y</p:attrName>
                                        </p:attrNameLst>
                                      </p:cBhvr>
                                      <p:tavLst>
                                        <p:tav tm="0">
                                          <p:val>
                                            <p:strVal val="#ppt_y+.1"/>
                                          </p:val>
                                        </p:tav>
                                        <p:tav tm="100000">
                                          <p:val>
                                            <p:strVal val="#ppt_y"/>
                                          </p:val>
                                        </p:tav>
                                      </p:tavLst>
                                    </p:anim>
                                  </p:childTnLst>
                                </p:cTn>
                              </p:par>
                            </p:childTnLst>
                          </p:cTn>
                        </p:par>
                        <p:par>
                          <p:cTn id="46" fill="hold">
                            <p:stCondLst>
                              <p:cond delay="3500"/>
                            </p:stCondLst>
                            <p:childTnLst>
                              <p:par>
                                <p:cTn id="47" presetID="42" presetClass="entr" presetSubtype="0" fill="hold" grpId="0"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250"/>
                                        <p:tgtEl>
                                          <p:spTgt spid="15"/>
                                        </p:tgtEl>
                                      </p:cBhvr>
                                    </p:animEffect>
                                    <p:anim calcmode="lin" valueType="num">
                                      <p:cBhvr>
                                        <p:cTn id="50" dur="250" fill="hold"/>
                                        <p:tgtEl>
                                          <p:spTgt spid="15"/>
                                        </p:tgtEl>
                                        <p:attrNameLst>
                                          <p:attrName>ppt_x</p:attrName>
                                        </p:attrNameLst>
                                      </p:cBhvr>
                                      <p:tavLst>
                                        <p:tav tm="0">
                                          <p:val>
                                            <p:strVal val="#ppt_x"/>
                                          </p:val>
                                        </p:tav>
                                        <p:tav tm="100000">
                                          <p:val>
                                            <p:strVal val="#ppt_x"/>
                                          </p:val>
                                        </p:tav>
                                      </p:tavLst>
                                    </p:anim>
                                    <p:anim calcmode="lin" valueType="num">
                                      <p:cBhvr>
                                        <p:cTn id="51" dur="250" fill="hold"/>
                                        <p:tgtEl>
                                          <p:spTgt spid="15"/>
                                        </p:tgtEl>
                                        <p:attrNameLst>
                                          <p:attrName>ppt_y</p:attrName>
                                        </p:attrNameLst>
                                      </p:cBhvr>
                                      <p:tavLst>
                                        <p:tav tm="0">
                                          <p:val>
                                            <p:strVal val="#ppt_y+.1"/>
                                          </p:val>
                                        </p:tav>
                                        <p:tav tm="100000">
                                          <p:val>
                                            <p:strVal val="#ppt_y"/>
                                          </p:val>
                                        </p:tav>
                                      </p:tavLst>
                                    </p:anim>
                                  </p:childTnLst>
                                </p:cTn>
                              </p:par>
                            </p:childTnLst>
                          </p:cTn>
                        </p:par>
                        <p:par>
                          <p:cTn id="52" fill="hold">
                            <p:stCondLst>
                              <p:cond delay="4000"/>
                            </p:stCondLst>
                            <p:childTnLst>
                              <p:par>
                                <p:cTn id="53" presetID="42" presetClass="entr" presetSubtype="0" fill="hold" grpId="0" nodeType="after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250"/>
                                        <p:tgtEl>
                                          <p:spTgt spid="16"/>
                                        </p:tgtEl>
                                      </p:cBhvr>
                                    </p:animEffect>
                                    <p:anim calcmode="lin" valueType="num">
                                      <p:cBhvr>
                                        <p:cTn id="56" dur="250" fill="hold"/>
                                        <p:tgtEl>
                                          <p:spTgt spid="16"/>
                                        </p:tgtEl>
                                        <p:attrNameLst>
                                          <p:attrName>ppt_x</p:attrName>
                                        </p:attrNameLst>
                                      </p:cBhvr>
                                      <p:tavLst>
                                        <p:tav tm="0">
                                          <p:val>
                                            <p:strVal val="#ppt_x"/>
                                          </p:val>
                                        </p:tav>
                                        <p:tav tm="100000">
                                          <p:val>
                                            <p:strVal val="#ppt_x"/>
                                          </p:val>
                                        </p:tav>
                                      </p:tavLst>
                                    </p:anim>
                                    <p:anim calcmode="lin" valueType="num">
                                      <p:cBhvr>
                                        <p:cTn id="57" dur="250" fill="hold"/>
                                        <p:tgtEl>
                                          <p:spTgt spid="16"/>
                                        </p:tgtEl>
                                        <p:attrNameLst>
                                          <p:attrName>ppt_y</p:attrName>
                                        </p:attrNameLst>
                                      </p:cBhvr>
                                      <p:tavLst>
                                        <p:tav tm="0">
                                          <p:val>
                                            <p:strVal val="#ppt_y+.1"/>
                                          </p:val>
                                        </p:tav>
                                        <p:tav tm="100000">
                                          <p:val>
                                            <p:strVal val="#ppt_y"/>
                                          </p:val>
                                        </p:tav>
                                      </p:tavLst>
                                    </p:anim>
                                  </p:childTnLst>
                                </p:cTn>
                              </p:par>
                            </p:childTnLst>
                          </p:cTn>
                        </p:par>
                        <p:par>
                          <p:cTn id="58" fill="hold">
                            <p:stCondLst>
                              <p:cond delay="4500"/>
                            </p:stCondLst>
                            <p:childTnLst>
                              <p:par>
                                <p:cTn id="59" presetID="42" presetClass="entr" presetSubtype="0" fill="hold" grpId="0" nodeType="after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250"/>
                                        <p:tgtEl>
                                          <p:spTgt spid="17"/>
                                        </p:tgtEl>
                                      </p:cBhvr>
                                    </p:animEffect>
                                    <p:anim calcmode="lin" valueType="num">
                                      <p:cBhvr>
                                        <p:cTn id="62" dur="250" fill="hold"/>
                                        <p:tgtEl>
                                          <p:spTgt spid="17"/>
                                        </p:tgtEl>
                                        <p:attrNameLst>
                                          <p:attrName>ppt_x</p:attrName>
                                        </p:attrNameLst>
                                      </p:cBhvr>
                                      <p:tavLst>
                                        <p:tav tm="0">
                                          <p:val>
                                            <p:strVal val="#ppt_x"/>
                                          </p:val>
                                        </p:tav>
                                        <p:tav tm="100000">
                                          <p:val>
                                            <p:strVal val="#ppt_x"/>
                                          </p:val>
                                        </p:tav>
                                      </p:tavLst>
                                    </p:anim>
                                    <p:anim calcmode="lin" valueType="num">
                                      <p:cBhvr>
                                        <p:cTn id="63" dur="250" fill="hold"/>
                                        <p:tgtEl>
                                          <p:spTgt spid="17"/>
                                        </p:tgtEl>
                                        <p:attrNameLst>
                                          <p:attrName>ppt_y</p:attrName>
                                        </p:attrNameLst>
                                      </p:cBhvr>
                                      <p:tavLst>
                                        <p:tav tm="0">
                                          <p:val>
                                            <p:strVal val="#ppt_y+.1"/>
                                          </p:val>
                                        </p:tav>
                                        <p:tav tm="100000">
                                          <p:val>
                                            <p:strVal val="#ppt_y"/>
                                          </p:val>
                                        </p:tav>
                                      </p:tavLst>
                                    </p:anim>
                                  </p:childTnLst>
                                </p:cTn>
                              </p:par>
                            </p:childTnLst>
                          </p:cTn>
                        </p:par>
                        <p:par>
                          <p:cTn id="64" fill="hold">
                            <p:stCondLst>
                              <p:cond delay="5000"/>
                            </p:stCondLst>
                            <p:childTnLst>
                              <p:par>
                                <p:cTn id="65" presetID="42" presetClass="entr" presetSubtype="0" fill="hold" grpId="0" nodeType="after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250"/>
                                        <p:tgtEl>
                                          <p:spTgt spid="18"/>
                                        </p:tgtEl>
                                      </p:cBhvr>
                                    </p:animEffect>
                                    <p:anim calcmode="lin" valueType="num">
                                      <p:cBhvr>
                                        <p:cTn id="68" dur="250" fill="hold"/>
                                        <p:tgtEl>
                                          <p:spTgt spid="18"/>
                                        </p:tgtEl>
                                        <p:attrNameLst>
                                          <p:attrName>ppt_x</p:attrName>
                                        </p:attrNameLst>
                                      </p:cBhvr>
                                      <p:tavLst>
                                        <p:tav tm="0">
                                          <p:val>
                                            <p:strVal val="#ppt_x"/>
                                          </p:val>
                                        </p:tav>
                                        <p:tav tm="100000">
                                          <p:val>
                                            <p:strVal val="#ppt_x"/>
                                          </p:val>
                                        </p:tav>
                                      </p:tavLst>
                                    </p:anim>
                                    <p:anim calcmode="lin" valueType="num">
                                      <p:cBhvr>
                                        <p:cTn id="69" dur="250" fill="hold"/>
                                        <p:tgtEl>
                                          <p:spTgt spid="18"/>
                                        </p:tgtEl>
                                        <p:attrNameLst>
                                          <p:attrName>ppt_y</p:attrName>
                                        </p:attrNameLst>
                                      </p:cBhvr>
                                      <p:tavLst>
                                        <p:tav tm="0">
                                          <p:val>
                                            <p:strVal val="#ppt_y+.1"/>
                                          </p:val>
                                        </p:tav>
                                        <p:tav tm="100000">
                                          <p:val>
                                            <p:strVal val="#ppt_y"/>
                                          </p:val>
                                        </p:tav>
                                      </p:tavLst>
                                    </p:anim>
                                  </p:childTnLst>
                                </p:cTn>
                              </p:par>
                            </p:childTnLst>
                          </p:cTn>
                        </p:par>
                        <p:par>
                          <p:cTn id="70" fill="hold">
                            <p:stCondLst>
                              <p:cond delay="5500"/>
                            </p:stCondLst>
                            <p:childTnLst>
                              <p:par>
                                <p:cTn id="71" presetID="42" presetClass="entr" presetSubtype="0" fill="hold" grpId="0" nodeType="after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250"/>
                                        <p:tgtEl>
                                          <p:spTgt spid="19"/>
                                        </p:tgtEl>
                                      </p:cBhvr>
                                    </p:animEffect>
                                    <p:anim calcmode="lin" valueType="num">
                                      <p:cBhvr>
                                        <p:cTn id="74" dur="250" fill="hold"/>
                                        <p:tgtEl>
                                          <p:spTgt spid="19"/>
                                        </p:tgtEl>
                                        <p:attrNameLst>
                                          <p:attrName>ppt_x</p:attrName>
                                        </p:attrNameLst>
                                      </p:cBhvr>
                                      <p:tavLst>
                                        <p:tav tm="0">
                                          <p:val>
                                            <p:strVal val="#ppt_x"/>
                                          </p:val>
                                        </p:tav>
                                        <p:tav tm="100000">
                                          <p:val>
                                            <p:strVal val="#ppt_x"/>
                                          </p:val>
                                        </p:tav>
                                      </p:tavLst>
                                    </p:anim>
                                    <p:anim calcmode="lin" valueType="num">
                                      <p:cBhvr>
                                        <p:cTn id="75" dur="250" fill="hold"/>
                                        <p:tgtEl>
                                          <p:spTgt spid="19"/>
                                        </p:tgtEl>
                                        <p:attrNameLst>
                                          <p:attrName>ppt_y</p:attrName>
                                        </p:attrNameLst>
                                      </p:cBhvr>
                                      <p:tavLst>
                                        <p:tav tm="0">
                                          <p:val>
                                            <p:strVal val="#ppt_y+.1"/>
                                          </p:val>
                                        </p:tav>
                                        <p:tav tm="100000">
                                          <p:val>
                                            <p:strVal val="#ppt_y"/>
                                          </p:val>
                                        </p:tav>
                                      </p:tavLst>
                                    </p:anim>
                                  </p:childTnLst>
                                </p:cTn>
                              </p:par>
                            </p:childTnLst>
                          </p:cTn>
                        </p:par>
                        <p:par>
                          <p:cTn id="76" fill="hold">
                            <p:stCondLst>
                              <p:cond delay="6000"/>
                            </p:stCondLst>
                            <p:childTnLst>
                              <p:par>
                                <p:cTn id="77" presetID="42" presetClass="entr" presetSubtype="0"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250"/>
                                        <p:tgtEl>
                                          <p:spTgt spid="20"/>
                                        </p:tgtEl>
                                      </p:cBhvr>
                                    </p:animEffect>
                                    <p:anim calcmode="lin" valueType="num">
                                      <p:cBhvr>
                                        <p:cTn id="80" dur="250" fill="hold"/>
                                        <p:tgtEl>
                                          <p:spTgt spid="20"/>
                                        </p:tgtEl>
                                        <p:attrNameLst>
                                          <p:attrName>ppt_x</p:attrName>
                                        </p:attrNameLst>
                                      </p:cBhvr>
                                      <p:tavLst>
                                        <p:tav tm="0">
                                          <p:val>
                                            <p:strVal val="#ppt_x"/>
                                          </p:val>
                                        </p:tav>
                                        <p:tav tm="100000">
                                          <p:val>
                                            <p:strVal val="#ppt_x"/>
                                          </p:val>
                                        </p:tav>
                                      </p:tavLst>
                                    </p:anim>
                                    <p:anim calcmode="lin" valueType="num">
                                      <p:cBhvr>
                                        <p:cTn id="81" dur="250" fill="hold"/>
                                        <p:tgtEl>
                                          <p:spTgt spid="20"/>
                                        </p:tgtEl>
                                        <p:attrNameLst>
                                          <p:attrName>ppt_y</p:attrName>
                                        </p:attrNameLst>
                                      </p:cBhvr>
                                      <p:tavLst>
                                        <p:tav tm="0">
                                          <p:val>
                                            <p:strVal val="#ppt_y+.1"/>
                                          </p:val>
                                        </p:tav>
                                        <p:tav tm="100000">
                                          <p:val>
                                            <p:strVal val="#ppt_y"/>
                                          </p:val>
                                        </p:tav>
                                      </p:tavLst>
                                    </p:anim>
                                  </p:childTnLst>
                                </p:cTn>
                              </p:par>
                            </p:childTnLst>
                          </p:cTn>
                        </p:par>
                        <p:par>
                          <p:cTn id="82" fill="hold">
                            <p:stCondLst>
                              <p:cond delay="6500"/>
                            </p:stCondLst>
                            <p:childTnLst>
                              <p:par>
                                <p:cTn id="83" presetID="42" presetClass="entr" presetSubtype="0" fill="hold" grpId="0" nodeType="afterEffect">
                                  <p:stCondLst>
                                    <p:cond delay="0"/>
                                  </p:stCondLst>
                                  <p:childTnLst>
                                    <p:set>
                                      <p:cBhvr>
                                        <p:cTn id="84" dur="1" fill="hold">
                                          <p:stCondLst>
                                            <p:cond delay="0"/>
                                          </p:stCondLst>
                                        </p:cTn>
                                        <p:tgtEl>
                                          <p:spTgt spid="21"/>
                                        </p:tgtEl>
                                        <p:attrNameLst>
                                          <p:attrName>style.visibility</p:attrName>
                                        </p:attrNameLst>
                                      </p:cBhvr>
                                      <p:to>
                                        <p:strVal val="visible"/>
                                      </p:to>
                                    </p:set>
                                    <p:animEffect transition="in" filter="fade">
                                      <p:cBhvr>
                                        <p:cTn id="85" dur="250"/>
                                        <p:tgtEl>
                                          <p:spTgt spid="21"/>
                                        </p:tgtEl>
                                      </p:cBhvr>
                                    </p:animEffect>
                                    <p:anim calcmode="lin" valueType="num">
                                      <p:cBhvr>
                                        <p:cTn id="86" dur="250" fill="hold"/>
                                        <p:tgtEl>
                                          <p:spTgt spid="21"/>
                                        </p:tgtEl>
                                        <p:attrNameLst>
                                          <p:attrName>ppt_x</p:attrName>
                                        </p:attrNameLst>
                                      </p:cBhvr>
                                      <p:tavLst>
                                        <p:tav tm="0">
                                          <p:val>
                                            <p:strVal val="#ppt_x"/>
                                          </p:val>
                                        </p:tav>
                                        <p:tav tm="100000">
                                          <p:val>
                                            <p:strVal val="#ppt_x"/>
                                          </p:val>
                                        </p:tav>
                                      </p:tavLst>
                                    </p:anim>
                                    <p:anim calcmode="lin" valueType="num">
                                      <p:cBhvr>
                                        <p:cTn id="87" dur="25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0" grpId="0" animBg="1"/>
      <p:bldP spid="11" grpId="0" animBg="1"/>
      <p:bldP spid="12" grpId="0" animBg="1"/>
      <p:bldP spid="13" grpId="0" animBg="1"/>
      <p:bldP spid="14" grpId="0" animBg="1"/>
      <p:bldP spid="15" grpId="0" animBg="1"/>
      <p:bldP spid="16" grpId="0" animBg="1"/>
      <p:bldP spid="17" grpId="0" animBg="1"/>
      <p:bldP spid="18" grpId="0"/>
      <p:bldP spid="19" grpId="0"/>
      <p:bldP spid="20" grpId="0"/>
      <p:bldP spid="2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336939" y="2605358"/>
            <a:ext cx="5864190" cy="768350"/>
          </a:xfrm>
          <a:prstGeom prst="rect">
            <a:avLst/>
          </a:prstGeom>
          <a:noFill/>
        </p:spPr>
        <p:txBody>
          <a:bodyPr wrap="square" rtlCol="0">
            <a:spAutoFit/>
          </a:bodyPr>
          <a:lstStyle/>
          <a:p>
            <a:pPr algn="ctr"/>
            <a:r>
              <a:rPr lang="zh-CN" altLang="en-US" sz="4400" dirty="0">
                <a:solidFill>
                  <a:srgbClr val="44546A"/>
                </a:solidFill>
                <a:latin typeface="微软雅黑" panose="020B0503020204020204" pitchFamily="34" charset="-122"/>
                <a:ea typeface="微软雅黑" panose="020B0503020204020204" pitchFamily="34" charset="-122"/>
              </a:rPr>
              <a:t>感谢大家</a:t>
            </a:r>
          </a:p>
        </p:txBody>
      </p:sp>
      <p:cxnSp>
        <p:nvCxnSpPr>
          <p:cNvPr id="9" name="直接连接符 8"/>
          <p:cNvCxnSpPr/>
          <p:nvPr/>
        </p:nvCxnSpPr>
        <p:spPr>
          <a:xfrm>
            <a:off x="2205426" y="3507999"/>
            <a:ext cx="1122744" cy="0"/>
          </a:xfrm>
          <a:prstGeom prst="line">
            <a:avLst/>
          </a:prstGeom>
          <a:ln w="25400">
            <a:solidFill>
              <a:srgbClr val="44546A"/>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900000">
            <a:off x="5327707" y="-681664"/>
            <a:ext cx="8369840" cy="7700933"/>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84418" y="826230"/>
            <a:ext cx="3719142" cy="1132984"/>
          </a:xfrm>
          <a:prstGeom prst="rect">
            <a:avLst/>
          </a:prstGeom>
        </p:spPr>
      </p:pic>
      <p:grpSp>
        <p:nvGrpSpPr>
          <p:cNvPr id="12" name="组合 11"/>
          <p:cNvGrpSpPr/>
          <p:nvPr/>
        </p:nvGrpSpPr>
        <p:grpSpPr>
          <a:xfrm>
            <a:off x="948734" y="4020552"/>
            <a:ext cx="3090222" cy="460375"/>
            <a:chOff x="948734" y="4020552"/>
            <a:chExt cx="3090222" cy="460375"/>
          </a:xfrm>
        </p:grpSpPr>
        <p:sp>
          <p:nvSpPr>
            <p:cNvPr id="13" name="文本框 12"/>
            <p:cNvSpPr txBox="1"/>
            <p:nvPr/>
          </p:nvSpPr>
          <p:spPr>
            <a:xfrm>
              <a:off x="948734" y="4020552"/>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领队</a:t>
              </a:r>
            </a:p>
          </p:txBody>
        </p:sp>
        <p:cxnSp>
          <p:nvCxnSpPr>
            <p:cNvPr id="14" name="直接连接符 13"/>
            <p:cNvCxnSpPr/>
            <p:nvPr/>
          </p:nvCxnSpPr>
          <p:spPr>
            <a:xfrm flipV="1">
              <a:off x="2061539" y="4397474"/>
              <a:ext cx="1977417" cy="1512"/>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2205162" y="4023193"/>
              <a:ext cx="868680" cy="368300"/>
            </a:xfrm>
            <a:prstGeom prst="rect">
              <a:avLst/>
            </a:prstGeom>
            <a:noFill/>
          </p:spPr>
          <p:txBody>
            <a:bodyPr wrap="non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王思棋</a:t>
              </a:r>
            </a:p>
          </p:txBody>
        </p:sp>
      </p:grpSp>
      <p:grpSp>
        <p:nvGrpSpPr>
          <p:cNvPr id="16" name="组合 15"/>
          <p:cNvGrpSpPr/>
          <p:nvPr/>
        </p:nvGrpSpPr>
        <p:grpSpPr>
          <a:xfrm>
            <a:off x="948734" y="4531333"/>
            <a:ext cx="4395470" cy="496351"/>
            <a:chOff x="948734" y="4538318"/>
            <a:chExt cx="4395470" cy="496351"/>
          </a:xfrm>
        </p:grpSpPr>
        <p:sp>
          <p:nvSpPr>
            <p:cNvPr id="17" name="文本框 16"/>
            <p:cNvSpPr txBox="1"/>
            <p:nvPr/>
          </p:nvSpPr>
          <p:spPr>
            <a:xfrm>
              <a:off x="948734" y="4574294"/>
              <a:ext cx="792480" cy="460375"/>
            </a:xfrm>
            <a:prstGeom prst="rect">
              <a:avLst/>
            </a:prstGeom>
            <a:noFill/>
          </p:spPr>
          <p:txBody>
            <a:bodyPr wrap="none" rtlCol="0">
              <a:spAutoFit/>
            </a:bodyPr>
            <a:lstStyle/>
            <a:p>
              <a:r>
                <a:rPr lang="zh-CN" altLang="en-US" sz="2400"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成员</a:t>
              </a:r>
            </a:p>
          </p:txBody>
        </p:sp>
        <p:cxnSp>
          <p:nvCxnSpPr>
            <p:cNvPr id="18" name="直接连接符 17"/>
            <p:cNvCxnSpPr/>
            <p:nvPr/>
          </p:nvCxnSpPr>
          <p:spPr>
            <a:xfrm>
              <a:off x="1748954" y="4914337"/>
              <a:ext cx="3495040" cy="635"/>
            </a:xfrm>
            <a:prstGeom prst="line">
              <a:avLst/>
            </a:prstGeom>
            <a:ln w="19050">
              <a:solidFill>
                <a:srgbClr val="44546A"/>
              </a:solidFill>
              <a:prstDash val="solid"/>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2205399" y="4538318"/>
              <a:ext cx="3138805" cy="368300"/>
            </a:xfrm>
            <a:prstGeom prst="rect">
              <a:avLst/>
            </a:prstGeom>
            <a:noFill/>
          </p:spPr>
          <p:txBody>
            <a:bodyPr wrap="square" rtlCol="0">
              <a:spAutoFit/>
            </a:bodyPr>
            <a:lstStyle/>
            <a:p>
              <a:r>
                <a:rPr lang="zh-CN" altLang="en-US" dirty="0">
                  <a:solidFill>
                    <a:srgbClr val="44546A"/>
                  </a:solidFill>
                  <a:latin typeface="微软雅黑" panose="020B0503020204020204" pitchFamily="34" charset="-122"/>
                  <a:ea typeface="微软雅黑" panose="020B0503020204020204" pitchFamily="34" charset="-122"/>
                  <a:sym typeface="微软雅黑" panose="020B0503020204020204" pitchFamily="34" charset="-122"/>
                </a:rPr>
                <a:t>同学，学生，张斌森</a:t>
              </a:r>
            </a:p>
          </p:txBody>
        </p:sp>
      </p:grpSp>
    </p:spTree>
  </p:cSld>
  <p:clrMapOvr>
    <a:masterClrMapping/>
  </p:clrMapOvr>
  <p:transition advTm="1000">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极简线条立体答辩PPT模板"/>
  <p:tag name="KSO_WPP_MARK_KEY" val="b71ed38d-5a84-4d12-acab-9f8df137dd7b"/>
  <p:tag name="COMMONDATA" val="eyJoZGlkIjoiYTcxMzM4M2ZmZjhiNTdiMjg3YTU0YzYxNDliNGQ0MT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230</TotalTime>
  <Words>1258</Words>
  <Application>Microsoft Office PowerPoint</Application>
  <PresentationFormat>宽屏</PresentationFormat>
  <Paragraphs>172</Paragraphs>
  <Slides>19</Slides>
  <Notes>19</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19</vt:i4>
      </vt:variant>
    </vt:vector>
  </HeadingPairs>
  <TitlesOfParts>
    <vt:vector size="25" baseType="lpstr">
      <vt:lpstr>微软雅黑</vt:lpstr>
      <vt:lpstr>Arial</vt:lpstr>
      <vt:lpstr>Calibri</vt:lpstr>
      <vt:lpstr>Calibri Light</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 R 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极简线条立体答辩PPT模板</dc:title>
  <dc:creator>China</dc:creator>
  <cp:lastModifiedBy>软 微</cp:lastModifiedBy>
  <cp:revision>30</cp:revision>
  <dcterms:created xsi:type="dcterms:W3CDTF">2017-03-10T15:18:00Z</dcterms:created>
  <dcterms:modified xsi:type="dcterms:W3CDTF">2024-01-24T17:55:35Z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2052-11.1.0.12165</vt:lpwstr>
  </property>
  <property fmtid="{D5CDD505-2E9C-101B-9397-08002B2CF9AE}" pid="3" name="ICV">
    <vt:lpwstr>CA163EEC70F045EBA3B651446A2A1608</vt:lpwstr>
  </property>
</Properties>
</file>