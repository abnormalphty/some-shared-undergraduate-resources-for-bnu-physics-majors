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226" autoAdjust="0"/>
  </p:normalViewPr>
  <p:slideViewPr>
    <p:cSldViewPr snapToGrid="0">
      <p:cViewPr varScale="1">
        <p:scale>
          <a:sx n="109" d="100"/>
          <a:sy n="109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0C0A-5464-4FE4-84EB-FF9C94016DF4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6404-AD6E-4860-8E75-697CA40B95DA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2401_86823051/article/details/14217974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DF8CD-8C81-9B22-478A-FA8EC010B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多物理场仿真入门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BE961B-18C1-F716-CFE5-95AFBD391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920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DFAEA-ABEA-3F23-5CE3-B6C74DD0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如何计算多物理场？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53A39D-65B5-BA97-5932-5CFFA6DF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648" y="2368732"/>
            <a:ext cx="8680704" cy="4101738"/>
          </a:xfrm>
        </p:spPr>
        <p:txBody>
          <a:bodyPr>
            <a:normAutofit/>
          </a:bodyPr>
          <a:lstStyle/>
          <a:p>
            <a:r>
              <a:rPr lang="zh-CN" altLang="en-US" dirty="0"/>
              <a:t>现状：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能找到数学物理方程（多为</a:t>
            </a:r>
            <a:r>
              <a:rPr lang="en-US" altLang="zh-CN" dirty="0"/>
              <a:t>ODE or PDE</a:t>
            </a:r>
            <a:r>
              <a:rPr lang="zh-CN" altLang="en-US" dirty="0"/>
              <a:t>），如电磁学</a:t>
            </a:r>
            <a:r>
              <a:rPr lang="en-US" altLang="zh-CN" dirty="0"/>
              <a:t>Maxwell</a:t>
            </a:r>
            <a:r>
              <a:rPr lang="zh-CN" altLang="en-US" dirty="0"/>
              <a:t>方程组，流体力学</a:t>
            </a:r>
            <a:r>
              <a:rPr lang="en-US" altLang="zh-CN" dirty="0"/>
              <a:t>NS</a:t>
            </a:r>
            <a:r>
              <a:rPr lang="zh-CN" altLang="en-US" dirty="0"/>
              <a:t>方程，弹性力学应力平衡方程与本构方程等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能找到初值条件和边界条件，如弹性力学的</a:t>
            </a:r>
            <a:r>
              <a:rPr lang="en-US" altLang="zh-CN" dirty="0"/>
              <a:t>Dirichlet</a:t>
            </a:r>
            <a:r>
              <a:rPr lang="zh-CN" altLang="en-US" dirty="0"/>
              <a:t>边界条件、</a:t>
            </a:r>
            <a:r>
              <a:rPr lang="en-US" altLang="zh-CN" dirty="0"/>
              <a:t>Neuman</a:t>
            </a:r>
            <a:r>
              <a:rPr lang="zh-CN" altLang="en-US" dirty="0"/>
              <a:t>边界条件，其他的如周期性边界条件，约束边界条件，对称边界条件等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>
                <a:solidFill>
                  <a:srgbClr val="FF0000"/>
                </a:solidFill>
              </a:rPr>
              <a:t>不能找到精确解析解</a:t>
            </a:r>
            <a:r>
              <a:rPr lang="zh-CN" altLang="en-US" dirty="0"/>
              <a:t>或能找到解析解但</a:t>
            </a:r>
            <a:r>
              <a:rPr lang="zh-CN" altLang="en-US" dirty="0">
                <a:solidFill>
                  <a:srgbClr val="FF0000"/>
                </a:solidFill>
              </a:rPr>
              <a:t>过于复杂不便于与物理图像对应和进一步分析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解决方法：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chemeClr val="tx1"/>
                </a:solidFill>
              </a:rPr>
              <a:t>转为求解方程的近似解，在确保误差的情况下认同该解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chemeClr val="tx1"/>
                </a:solidFill>
              </a:rPr>
              <a:t>求解近似解最广泛方法是数值法，应用最广泛的数值计算法是</a:t>
            </a:r>
            <a:r>
              <a:rPr lang="zh-CN" altLang="en-US" dirty="0">
                <a:solidFill>
                  <a:srgbClr val="FF0000"/>
                </a:solidFill>
              </a:rPr>
              <a:t>有限元（</a:t>
            </a:r>
            <a:r>
              <a:rPr lang="en-US" altLang="zh-CN" dirty="0">
                <a:solidFill>
                  <a:srgbClr val="FF0000"/>
                </a:solidFill>
              </a:rPr>
              <a:t>FEM</a:t>
            </a:r>
            <a:r>
              <a:rPr lang="zh-CN" altLang="en-US" dirty="0">
                <a:solidFill>
                  <a:srgbClr val="FF0000"/>
                </a:solidFill>
              </a:rPr>
              <a:t>）法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chemeClr val="tx1"/>
                </a:solidFill>
              </a:rPr>
              <a:t>我们利用</a:t>
            </a:r>
            <a:r>
              <a:rPr lang="en-US" altLang="zh-CN" dirty="0">
                <a:solidFill>
                  <a:schemeClr val="tx1"/>
                </a:solidFill>
              </a:rPr>
              <a:t>COMSOL</a:t>
            </a:r>
            <a:r>
              <a:rPr lang="zh-CN" altLang="en-US" dirty="0">
                <a:solidFill>
                  <a:schemeClr val="tx1"/>
                </a:solidFill>
              </a:rPr>
              <a:t>仿真时，实际用的是</a:t>
            </a:r>
            <a:r>
              <a:rPr lang="en-US" altLang="zh-CN" dirty="0">
                <a:solidFill>
                  <a:schemeClr val="tx1"/>
                </a:solidFill>
              </a:rPr>
              <a:t>FEM</a:t>
            </a:r>
            <a:r>
              <a:rPr lang="zh-CN" altLang="en-US" dirty="0">
                <a:solidFill>
                  <a:schemeClr val="tx1"/>
                </a:solidFill>
              </a:rPr>
              <a:t>法。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95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FEM</a:t>
            </a:r>
            <a:r>
              <a:rPr lang="zh-CN" altLang="en-US" dirty="0"/>
              <a:t>法的基本思想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736631"/>
          </a:xfrm>
        </p:spPr>
        <p:txBody>
          <a:bodyPr>
            <a:normAutofit/>
          </a:bodyPr>
          <a:lstStyle/>
          <a:p>
            <a:r>
              <a:rPr lang="en-US" altLang="zh-CN" dirty="0"/>
              <a:t>FEM</a:t>
            </a:r>
            <a:r>
              <a:rPr lang="zh-CN" altLang="en-US" dirty="0"/>
              <a:t>法的基本思想：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把连续的求解空间域离散为有限个单元，每个单元内的方程是简单的、易于求解的，再通过节点把每个单元的解连成一体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FEM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法的流程：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</a:t>
            </a:r>
            <a:r>
              <a:rPr lang="zh-CN" altLang="en-US" dirty="0">
                <a:solidFill>
                  <a:srgbClr val="FF0000"/>
                </a:solidFill>
                <a:latin typeface="-apple-system"/>
              </a:rPr>
              <a:t>模型结构离散化（网格构建）</a:t>
            </a:r>
            <a:endParaRPr lang="en-US" altLang="zh-CN" dirty="0">
              <a:solidFill>
                <a:srgbClr val="FF0000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插值函数的选择（通过节点值求得域内的每一点的值）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数理方程的建立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数理方程的求解（</a:t>
            </a: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Ritz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法、</a:t>
            </a:r>
            <a:r>
              <a:rPr lang="en-US" altLang="zh-CN" dirty="0" err="1">
                <a:solidFill>
                  <a:srgbClr val="191B1F"/>
                </a:solidFill>
                <a:latin typeface="-apple-system"/>
              </a:rPr>
              <a:t>Galerkin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法）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389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仿真软件的下载与安装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237" y="3565505"/>
            <a:ext cx="6773526" cy="727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 err="1">
                <a:hlinkClick r:id="rId2"/>
              </a:rPr>
              <a:t>comsol</a:t>
            </a:r>
            <a:r>
              <a:rPr lang="en-US" altLang="zh-CN" sz="3200" dirty="0">
                <a:hlinkClick r:id="rId2"/>
              </a:rPr>
              <a:t> 6.2</a:t>
            </a:r>
            <a:r>
              <a:rPr lang="zh-CN" altLang="en-US" sz="3200" dirty="0">
                <a:hlinkClick r:id="rId2"/>
              </a:rPr>
              <a:t>下载安装教程</a:t>
            </a:r>
            <a:r>
              <a:rPr lang="en-US" altLang="zh-CN" sz="3200" dirty="0">
                <a:hlinkClick r:id="rId2"/>
              </a:rPr>
              <a:t>-CSDN</a:t>
            </a:r>
            <a:r>
              <a:rPr lang="zh-CN" altLang="en-US" sz="3200" dirty="0">
                <a:hlinkClick r:id="rId2"/>
              </a:rPr>
              <a:t>博客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595212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73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1.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选择问题空间维度和所涉及到的物理场</a:t>
            </a: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3FB29C-9E2A-BCD8-C4BD-45EA75FBA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571" b="65319"/>
          <a:stretch/>
        </p:blipFill>
        <p:spPr>
          <a:xfrm>
            <a:off x="938451" y="3617197"/>
            <a:ext cx="4952417" cy="22761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0FC8B5-D29E-CD27-1B3A-F4FB625093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8" r="71857" b="47426"/>
          <a:stretch/>
        </p:blipFill>
        <p:spPr>
          <a:xfrm>
            <a:off x="6475304" y="3009461"/>
            <a:ext cx="3556970" cy="365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67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73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2.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选择求解器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DC005E-813A-28E6-C4CA-6977134EC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53" y="3259564"/>
            <a:ext cx="4610743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1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73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3.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全局定义：参数定义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注意量纲的输入（英文中括号）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        优点：所有使用到参数的地方可以通过全局定义一同改变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86D84A-812F-9E9B-AF7D-51603B569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063" y="4075844"/>
            <a:ext cx="6011114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5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42199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4.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几何模型的建立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可在</a:t>
            </a: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COMSOL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软件内进行几何建模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亦可直接导入模型文件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推荐先在建模软件上（如</a:t>
            </a:r>
            <a:r>
              <a:rPr lang="en-US" altLang="zh-CN" dirty="0" err="1">
                <a:solidFill>
                  <a:srgbClr val="191B1F"/>
                </a:solidFill>
                <a:latin typeface="-apple-system"/>
              </a:rPr>
              <a:t>Soildworks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）把几何模型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建立好，直接导入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（因为</a:t>
            </a: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COMSOL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的建模做的很难受。。。）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最容易忘的建模：空气！！！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EEE88E-AA6F-3E6D-8CD2-D687547F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879"/>
          <a:stretch/>
        </p:blipFill>
        <p:spPr>
          <a:xfrm>
            <a:off x="1146888" y="3288993"/>
            <a:ext cx="6315456" cy="8232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EDA883-D742-D9A4-5871-7B1EFB90C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385" y="2302327"/>
            <a:ext cx="2073479" cy="44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7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73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5.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定义材料性质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对建立好的几何模型定义材料性质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（决定本构方程，从而决定解！）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B90669-7F6E-99A5-CB99-D79557C5D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087" y="2258108"/>
            <a:ext cx="2545964" cy="449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9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73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6.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定义物理场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物理场的性质、边界条件等等</a:t>
            </a: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DF17AB-EF59-6478-2D5B-6484D6D0E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0830"/>
            <a:ext cx="5523668" cy="18821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61A5D0A-B631-15EF-9065-BC7252653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487" y="4225003"/>
            <a:ext cx="6668513" cy="232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48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仿真流程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237508-DCCB-6B1C-9D4F-35344402C5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1136" y="2638043"/>
                <a:ext cx="7729728" cy="37366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7.</a:t>
                </a:r>
                <a:r>
                  <a:rPr lang="zh-CN" altLang="en-US" dirty="0">
                    <a:solidFill>
                      <a:srgbClr val="191B1F"/>
                    </a:solidFill>
                    <a:latin typeface="-apple-system"/>
                  </a:rPr>
                  <a:t>网格划分</a:t>
                </a:r>
                <a:endParaRPr lang="en-US" altLang="zh-CN" dirty="0">
                  <a:solidFill>
                    <a:srgbClr val="191B1F"/>
                  </a:solidFill>
                  <a:latin typeface="-apple-system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        </a:t>
                </a:r>
                <a:r>
                  <a:rPr lang="zh-CN" altLang="en-US" dirty="0">
                    <a:solidFill>
                      <a:srgbClr val="191B1F"/>
                    </a:solidFill>
                    <a:latin typeface="-apple-system"/>
                  </a:rPr>
                  <a:t>自由三角形网格</a:t>
                </a: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 dirty="0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altLang="zh-CN" b="0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(3</m:t>
                    </m:r>
                    <m:r>
                      <a:rPr lang="en-US" altLang="zh-CN" b="0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        </a:t>
                </a:r>
                <a:r>
                  <a:rPr lang="zh-CN" altLang="en-US" dirty="0">
                    <a:solidFill>
                      <a:srgbClr val="191B1F"/>
                    </a:solidFill>
                    <a:latin typeface="-apple-system"/>
                  </a:rPr>
                  <a:t>自由四边形网格</a:t>
                </a: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 dirty="0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altLang="zh-CN" b="0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(3</m:t>
                    </m:r>
                    <m:r>
                      <a:rPr lang="en-US" altLang="zh-CN" b="0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        </a:t>
                </a:r>
                <a:r>
                  <a:rPr lang="zh-CN" altLang="en-US" dirty="0">
                    <a:solidFill>
                      <a:srgbClr val="191B1F"/>
                    </a:solidFill>
                    <a:latin typeface="-apple-system"/>
                  </a:rPr>
                  <a:t>自由四面体网格</a:t>
                </a: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 dirty="0" smtClean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      </a:t>
                </a:r>
                <a:r>
                  <a:rPr lang="zh-CN" altLang="en-US" dirty="0">
                    <a:solidFill>
                      <a:srgbClr val="191B1F"/>
                    </a:solidFill>
                    <a:latin typeface="-apple-system"/>
                  </a:rPr>
                  <a:t>最方便的方法：自动构建 但可能报错（锐角结构）</a:t>
                </a:r>
                <a:endParaRPr lang="en-US" altLang="zh-CN" dirty="0">
                  <a:solidFill>
                    <a:srgbClr val="191B1F"/>
                  </a:solidFill>
                  <a:latin typeface="-apple-system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191B1F"/>
                    </a:solidFill>
                    <a:latin typeface="-apple-system"/>
                  </a:rPr>
                  <a:t>      </a:t>
                </a:r>
                <a:r>
                  <a:rPr lang="zh-CN" altLang="en-US" dirty="0">
                    <a:solidFill>
                      <a:srgbClr val="191B1F"/>
                    </a:solidFill>
                    <a:latin typeface="-apple-system"/>
                  </a:rPr>
                  <a:t>根据求解精度划分网格</a:t>
                </a:r>
                <a:endParaRPr lang="en-US" altLang="zh-CN" dirty="0">
                  <a:solidFill>
                    <a:srgbClr val="191B1F"/>
                  </a:solidFill>
                  <a:latin typeface="-apple-system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4237508-DCCB-6B1C-9D4F-35344402C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1136" y="2638043"/>
                <a:ext cx="7729728" cy="3736631"/>
              </a:xfrm>
              <a:blipFill>
                <a:blip r:embed="rId2"/>
                <a:stretch>
                  <a:fillRect l="-631" t="-1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8C34ACC-F053-42B2-D6BB-E75FC3DE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330" y="2321169"/>
            <a:ext cx="2145705" cy="430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8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8B6FE-89CB-0BD3-EB28-BC5C8555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COMSOL</a:t>
            </a:r>
            <a:r>
              <a:rPr lang="zh-CN" altLang="en-US" dirty="0"/>
              <a:t>仿真流程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237508-DCCB-6B1C-9D4F-35344402C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3"/>
            <a:ext cx="7729728" cy="3736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8.</a:t>
            </a:r>
            <a:r>
              <a:rPr lang="zh-CN" altLang="en-US" dirty="0">
                <a:solidFill>
                  <a:srgbClr val="191B1F"/>
                </a:solidFill>
                <a:latin typeface="-apple-system"/>
              </a:rPr>
              <a:t>计算、结果导出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191B1F"/>
                </a:solidFill>
                <a:latin typeface="-apple-system"/>
              </a:rPr>
              <a:t>       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4F66D6-E069-7E13-9DB8-48E376CAF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391" y="2329961"/>
            <a:ext cx="2013294" cy="44233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5F87ECD-C555-B793-52BC-D87A2E29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544" y="3391777"/>
            <a:ext cx="319132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10823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TM10001115[[fn=包裹]]</Template>
  <TotalTime>122</TotalTime>
  <Words>503</Words>
  <Application>Microsoft Office PowerPoint</Application>
  <PresentationFormat>宽屏</PresentationFormat>
  <Paragraphs>59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Cambria Math</vt:lpstr>
      <vt:lpstr>Gill Sans MT</vt:lpstr>
      <vt:lpstr>包裹</vt:lpstr>
      <vt:lpstr>COMSOL多物理场仿真入门</vt:lpstr>
      <vt:lpstr>COMSOL如何计算多物理场？</vt:lpstr>
      <vt:lpstr>FEM法的基本思想</vt:lpstr>
      <vt:lpstr>COMSOL仿真软件的下载与安装</vt:lpstr>
      <vt:lpstr>COMSOL仿真流程</vt:lpstr>
      <vt:lpstr>COMSOL仿真流程</vt:lpstr>
      <vt:lpstr>COMSOL仿真流程</vt:lpstr>
      <vt:lpstr>COMSOL仿真流程</vt:lpstr>
      <vt:lpstr>COMSOL仿真流程</vt:lpstr>
      <vt:lpstr>COMSOL仿真流程</vt:lpstr>
      <vt:lpstr>COMSOL仿真流程</vt:lpstr>
      <vt:lpstr>COMSOL仿真流程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学生</dc:creator>
  <cp:lastModifiedBy>学生</cp:lastModifiedBy>
  <cp:revision>1</cp:revision>
  <dcterms:created xsi:type="dcterms:W3CDTF">2024-09-22T10:53:54Z</dcterms:created>
  <dcterms:modified xsi:type="dcterms:W3CDTF">2024-09-22T12:56:05Z</dcterms:modified>
</cp:coreProperties>
</file>