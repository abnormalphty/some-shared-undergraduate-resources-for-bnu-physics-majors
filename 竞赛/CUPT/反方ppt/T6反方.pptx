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9" r:id="rId2"/>
  </p:sldMasterIdLst>
  <p:notesMasterIdLst>
    <p:notesMasterId r:id="rId19"/>
  </p:notesMasterIdLst>
  <p:sldIdLst>
    <p:sldId id="339" r:id="rId3"/>
    <p:sldId id="1867" r:id="rId4"/>
    <p:sldId id="1868" r:id="rId5"/>
    <p:sldId id="1845" r:id="rId6"/>
    <p:sldId id="1856" r:id="rId7"/>
    <p:sldId id="1882" r:id="rId8"/>
    <p:sldId id="1883" r:id="rId9"/>
    <p:sldId id="1869" r:id="rId10"/>
    <p:sldId id="1875" r:id="rId11"/>
    <p:sldId id="1884" r:id="rId12"/>
    <p:sldId id="1870" r:id="rId13"/>
    <p:sldId id="1887" r:id="rId14"/>
    <p:sldId id="1886" r:id="rId15"/>
    <p:sldId id="1871" r:id="rId16"/>
    <p:sldId id="1880" r:id="rId17"/>
    <p:sldId id="1844" r:id="rId18"/>
  </p:sldIdLst>
  <p:sldSz cx="12192000" cy="6858000"/>
  <p:notesSz cx="6858000" cy="9144000"/>
  <p:custDataLst>
    <p:tags r:id="rId2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6" userDrawn="1">
          <p15:clr>
            <a:srgbClr val="A4A3A4"/>
          </p15:clr>
        </p15:guide>
        <p15:guide id="2" pos="7242" userDrawn="1">
          <p15:clr>
            <a:srgbClr val="A4A3A4"/>
          </p15:clr>
        </p15:guide>
        <p15:guide id="3" orient="horz" pos="1661" userDrawn="1">
          <p15:clr>
            <a:srgbClr val="A4A3A4"/>
          </p15:clr>
        </p15:guide>
        <p15:guide id="4" orient="horz" pos="935" userDrawn="1">
          <p15:clr>
            <a:srgbClr val="A4A3A4"/>
          </p15:clr>
        </p15:guide>
        <p15:guide id="5" orient="horz" pos="3929" userDrawn="1">
          <p15:clr>
            <a:srgbClr val="A4A3A4"/>
          </p15:clr>
        </p15:guide>
        <p15:guide id="6" orient="horz" pos="390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7EE2"/>
    <a:srgbClr val="B7FFFC"/>
    <a:srgbClr val="E9FFFE"/>
    <a:srgbClr val="4CC4D7"/>
    <a:srgbClr val="FFFFFF"/>
    <a:srgbClr val="229FDC"/>
    <a:srgbClr val="0B7EE2"/>
    <a:srgbClr val="0480E1"/>
    <a:srgbClr val="0280E1"/>
    <a:srgbClr val="509C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520" y="52"/>
      </p:cViewPr>
      <p:guideLst>
        <p:guide pos="416"/>
        <p:guide pos="7242"/>
        <p:guide orient="horz" pos="1661"/>
        <p:guide orient="horz" pos="935"/>
        <p:guide orient="horz" pos="3929"/>
        <p:guide orient="horz" pos="3906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50" d="100"/>
        <a:sy n="50" d="100"/>
      </p:scale>
      <p:origin x="0" y="-343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648D04-835A-452C-992E-5A42CB908460}" type="datetimeFigureOut">
              <a:rPr lang="zh-CN" altLang="en-US" smtClean="0"/>
              <a:t>2024/8/17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45535B-18B8-41A7-B6F1-8B34A6C9EB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995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45535B-18B8-41A7-B6F1-8B34A6C9EB4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70011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26C325E3-9A67-4205-8E7E-6EC9FEAC40F9}"/>
              </a:ext>
            </a:extLst>
          </p:cNvPr>
          <p:cNvSpPr/>
          <p:nvPr userDrawn="1"/>
        </p:nvSpPr>
        <p:spPr>
          <a:xfrm rot="1534757">
            <a:off x="-961648" y="-603802"/>
            <a:ext cx="5772470" cy="6535941"/>
          </a:xfrm>
          <a:custGeom>
            <a:avLst/>
            <a:gdLst>
              <a:gd name="connsiteX0" fmla="*/ 0 w 5772470"/>
              <a:gd name="connsiteY0" fmla="*/ 1695879 h 6535941"/>
              <a:gd name="connsiteX1" fmla="*/ 3542860 w 5772470"/>
              <a:gd name="connsiteY1" fmla="*/ 0 h 6535941"/>
              <a:gd name="connsiteX2" fmla="*/ 5243255 w 5772470"/>
              <a:gd name="connsiteY2" fmla="*/ 0 h 6535941"/>
              <a:gd name="connsiteX3" fmla="*/ 5772470 w 5772470"/>
              <a:gd name="connsiteY3" fmla="*/ 529215 h 6535941"/>
              <a:gd name="connsiteX4" fmla="*/ 5772470 w 5772470"/>
              <a:gd name="connsiteY4" fmla="*/ 6006726 h 6535941"/>
              <a:gd name="connsiteX5" fmla="*/ 5243255 w 5772470"/>
              <a:gd name="connsiteY5" fmla="*/ 6535941 h 6535941"/>
              <a:gd name="connsiteX6" fmla="*/ 2316817 w 5772470"/>
              <a:gd name="connsiteY6" fmla="*/ 6535941 h 6535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72470" h="6535941">
                <a:moveTo>
                  <a:pt x="0" y="1695879"/>
                </a:moveTo>
                <a:lnTo>
                  <a:pt x="3542860" y="0"/>
                </a:lnTo>
                <a:lnTo>
                  <a:pt x="5243255" y="0"/>
                </a:lnTo>
                <a:cubicBezTo>
                  <a:pt x="5535532" y="0"/>
                  <a:pt x="5772470" y="236938"/>
                  <a:pt x="5772470" y="529215"/>
                </a:cubicBezTo>
                <a:lnTo>
                  <a:pt x="5772470" y="6006726"/>
                </a:lnTo>
                <a:cubicBezTo>
                  <a:pt x="5772470" y="6299003"/>
                  <a:pt x="5535532" y="6535941"/>
                  <a:pt x="5243255" y="6535941"/>
                </a:cubicBezTo>
                <a:lnTo>
                  <a:pt x="2316817" y="653594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0C1A216E-368A-4FE7-B1D3-549CE5D3487C}"/>
              </a:ext>
            </a:extLst>
          </p:cNvPr>
          <p:cNvSpPr/>
          <p:nvPr userDrawn="1"/>
        </p:nvSpPr>
        <p:spPr>
          <a:xfrm rot="1534757">
            <a:off x="2508072" y="406960"/>
            <a:ext cx="10630047" cy="6535942"/>
          </a:xfrm>
          <a:custGeom>
            <a:avLst/>
            <a:gdLst>
              <a:gd name="connsiteX0" fmla="*/ 0 w 10630047"/>
              <a:gd name="connsiteY0" fmla="*/ 1737887 h 6535942"/>
              <a:gd name="connsiteX1" fmla="*/ 3630618 w 10630047"/>
              <a:gd name="connsiteY1" fmla="*/ 0 h 6535942"/>
              <a:gd name="connsiteX2" fmla="*/ 8594363 w 10630047"/>
              <a:gd name="connsiteY2" fmla="*/ 0 h 6535942"/>
              <a:gd name="connsiteX3" fmla="*/ 10630047 w 10630047"/>
              <a:gd name="connsiteY3" fmla="*/ 4252746 h 6535942"/>
              <a:gd name="connsiteX4" fmla="*/ 5860227 w 10630047"/>
              <a:gd name="connsiteY4" fmla="*/ 6535941 h 6535942"/>
              <a:gd name="connsiteX5" fmla="*/ 529216 w 10630047"/>
              <a:gd name="connsiteY5" fmla="*/ 6535942 h 6535942"/>
              <a:gd name="connsiteX6" fmla="*/ 0 w 10630047"/>
              <a:gd name="connsiteY6" fmla="*/ 6006726 h 6535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30047" h="6535942">
                <a:moveTo>
                  <a:pt x="0" y="1737887"/>
                </a:moveTo>
                <a:lnTo>
                  <a:pt x="3630618" y="0"/>
                </a:lnTo>
                <a:lnTo>
                  <a:pt x="8594363" y="0"/>
                </a:lnTo>
                <a:lnTo>
                  <a:pt x="10630047" y="4252746"/>
                </a:lnTo>
                <a:lnTo>
                  <a:pt x="5860227" y="6535941"/>
                </a:lnTo>
                <a:lnTo>
                  <a:pt x="529216" y="6535942"/>
                </a:lnTo>
                <a:cubicBezTo>
                  <a:pt x="236938" y="6535941"/>
                  <a:pt x="0" y="6299003"/>
                  <a:pt x="0" y="600672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D7E85841-083E-4151-9BD7-F6F7E770DEF2}"/>
              </a:ext>
            </a:extLst>
          </p:cNvPr>
          <p:cNvSpPr/>
          <p:nvPr userDrawn="1"/>
        </p:nvSpPr>
        <p:spPr>
          <a:xfrm rot="1534757">
            <a:off x="1618494" y="-2035876"/>
            <a:ext cx="11079226" cy="6878693"/>
          </a:xfrm>
          <a:custGeom>
            <a:avLst/>
            <a:gdLst>
              <a:gd name="connsiteX0" fmla="*/ 0 w 11079226"/>
              <a:gd name="connsiteY0" fmla="*/ 4535048 h 6878693"/>
              <a:gd name="connsiteX1" fmla="*/ 9474166 w 11079226"/>
              <a:gd name="connsiteY1" fmla="*/ 0 h 6878693"/>
              <a:gd name="connsiteX2" fmla="*/ 11079226 w 11079226"/>
              <a:gd name="connsiteY2" fmla="*/ 3353130 h 6878693"/>
              <a:gd name="connsiteX3" fmla="*/ 11079226 w 11079226"/>
              <a:gd name="connsiteY3" fmla="*/ 6257922 h 6878693"/>
              <a:gd name="connsiteX4" fmla="*/ 10458455 w 11079226"/>
              <a:gd name="connsiteY4" fmla="*/ 6878693 h 6878693"/>
              <a:gd name="connsiteX5" fmla="*/ 620771 w 11079226"/>
              <a:gd name="connsiteY5" fmla="*/ 6878693 h 6878693"/>
              <a:gd name="connsiteX6" fmla="*/ 0 w 11079226"/>
              <a:gd name="connsiteY6" fmla="*/ 6257922 h 687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079226" h="6878693">
                <a:moveTo>
                  <a:pt x="0" y="4535048"/>
                </a:moveTo>
                <a:lnTo>
                  <a:pt x="9474166" y="0"/>
                </a:lnTo>
                <a:lnTo>
                  <a:pt x="11079226" y="3353130"/>
                </a:lnTo>
                <a:lnTo>
                  <a:pt x="11079226" y="6257922"/>
                </a:lnTo>
                <a:cubicBezTo>
                  <a:pt x="11079226" y="6600764"/>
                  <a:pt x="10801297" y="6878693"/>
                  <a:pt x="10458455" y="6878693"/>
                </a:cubicBezTo>
                <a:lnTo>
                  <a:pt x="620771" y="6878693"/>
                </a:lnTo>
                <a:cubicBezTo>
                  <a:pt x="277929" y="6878693"/>
                  <a:pt x="0" y="6600764"/>
                  <a:pt x="0" y="625792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53100">
                <a:srgbClr val="4988EB"/>
              </a:gs>
              <a:gs pos="100000">
                <a:srgbClr val="8160EB"/>
              </a:gs>
            </a:gsLst>
            <a:lin ang="8100000" scaled="1"/>
            <a:tileRect/>
          </a:gra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53AF6FBD-F21B-4092-993A-045253DDF332}"/>
              </a:ext>
            </a:extLst>
          </p:cNvPr>
          <p:cNvGrpSpPr/>
          <p:nvPr userDrawn="1"/>
        </p:nvGrpSpPr>
        <p:grpSpPr>
          <a:xfrm flipH="1" flipV="1">
            <a:off x="-3820047" y="2622701"/>
            <a:ext cx="6521450" cy="3311525"/>
            <a:chOff x="2946400" y="3860800"/>
            <a:chExt cx="6521450" cy="3311525"/>
          </a:xfrm>
        </p:grpSpPr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BDF0B779-9F5D-4CFD-BFCD-FE8C8C69E9E3}"/>
                </a:ext>
              </a:extLst>
            </p:cNvPr>
            <p:cNvCxnSpPr>
              <a:cxnSpLocks/>
            </p:cNvCxnSpPr>
            <p:nvPr/>
          </p:nvCxnSpPr>
          <p:spPr>
            <a:xfrm>
              <a:off x="3255169" y="4161763"/>
              <a:ext cx="6212681" cy="3010562"/>
            </a:xfrm>
            <a:prstGeom prst="line">
              <a:avLst/>
            </a:prstGeom>
            <a:ln>
              <a:solidFill>
                <a:schemeClr val="tx2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D57793C9-302B-498D-BEE5-77DFA3605460}"/>
                </a:ext>
              </a:extLst>
            </p:cNvPr>
            <p:cNvSpPr/>
            <p:nvPr/>
          </p:nvSpPr>
          <p:spPr>
            <a:xfrm>
              <a:off x="2946400" y="3860800"/>
              <a:ext cx="508000" cy="508000"/>
            </a:xfrm>
            <a:prstGeom prst="ellipse">
              <a:avLst/>
            </a:prstGeom>
            <a:ln>
              <a:solidFill>
                <a:schemeClr val="tx2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E7AB9E21-C9FD-4745-BBF2-129CAC5F31F5}"/>
                </a:ext>
              </a:extLst>
            </p:cNvPr>
            <p:cNvSpPr/>
            <p:nvPr/>
          </p:nvSpPr>
          <p:spPr>
            <a:xfrm flipH="1">
              <a:off x="3109912" y="4024312"/>
              <a:ext cx="180976" cy="180976"/>
            </a:xfrm>
            <a:prstGeom prst="ellipse">
              <a:avLst/>
            </a:prstGeom>
            <a:solidFill>
              <a:srgbClr val="DADD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E7CA67EC-B02E-4D8E-B6CD-68352198635D}"/>
              </a:ext>
            </a:extLst>
          </p:cNvPr>
          <p:cNvSpPr/>
          <p:nvPr userDrawn="1"/>
        </p:nvSpPr>
        <p:spPr>
          <a:xfrm rot="1534757">
            <a:off x="4582434" y="5782725"/>
            <a:ext cx="4874134" cy="470296"/>
          </a:xfrm>
          <a:custGeom>
            <a:avLst/>
            <a:gdLst>
              <a:gd name="connsiteX0" fmla="*/ 143618 w 4874134"/>
              <a:gd name="connsiteY0" fmla="*/ 18479 h 470296"/>
              <a:gd name="connsiteX1" fmla="*/ 235148 w 4874134"/>
              <a:gd name="connsiteY1" fmla="*/ 0 h 470296"/>
              <a:gd name="connsiteX2" fmla="*/ 4874134 w 4874134"/>
              <a:gd name="connsiteY2" fmla="*/ 0 h 470296"/>
              <a:gd name="connsiteX3" fmla="*/ 3891639 w 4874134"/>
              <a:gd name="connsiteY3" fmla="*/ 470296 h 470296"/>
              <a:gd name="connsiteX4" fmla="*/ 235148 w 4874134"/>
              <a:gd name="connsiteY4" fmla="*/ 470295 h 470296"/>
              <a:gd name="connsiteX5" fmla="*/ 0 w 4874134"/>
              <a:gd name="connsiteY5" fmla="*/ 235147 h 470296"/>
              <a:gd name="connsiteX6" fmla="*/ 0 w 4874134"/>
              <a:gd name="connsiteY6" fmla="*/ 235148 h 470296"/>
              <a:gd name="connsiteX7" fmla="*/ 143618 w 4874134"/>
              <a:gd name="connsiteY7" fmla="*/ 18479 h 470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874134" h="470296">
                <a:moveTo>
                  <a:pt x="143618" y="18479"/>
                </a:moveTo>
                <a:cubicBezTo>
                  <a:pt x="171751" y="6580"/>
                  <a:pt x="202681" y="0"/>
                  <a:pt x="235148" y="0"/>
                </a:cubicBezTo>
                <a:lnTo>
                  <a:pt x="4874134" y="0"/>
                </a:lnTo>
                <a:lnTo>
                  <a:pt x="3891639" y="470296"/>
                </a:lnTo>
                <a:lnTo>
                  <a:pt x="235148" y="470295"/>
                </a:lnTo>
                <a:cubicBezTo>
                  <a:pt x="105280" y="470295"/>
                  <a:pt x="0" y="365016"/>
                  <a:pt x="0" y="235147"/>
                </a:cubicBezTo>
                <a:lnTo>
                  <a:pt x="0" y="235148"/>
                </a:lnTo>
                <a:cubicBezTo>
                  <a:pt x="0" y="137747"/>
                  <a:pt x="59220" y="54176"/>
                  <a:pt x="143618" y="184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F8A1321F-06E2-45E9-8879-4A56FE0ED7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31542" y="-178312"/>
            <a:ext cx="9043085" cy="1107996"/>
          </a:xfrm>
        </p:spPr>
        <p:txBody>
          <a:bodyPr wrap="square">
            <a:sp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zh-CN" altLang="en-US" sz="6600" b="1" kern="1200" noProof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6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时尚简约风格模板</a:t>
            </a:r>
          </a:p>
        </p:txBody>
      </p:sp>
      <p:sp>
        <p:nvSpPr>
          <p:cNvPr id="19" name="文本占位符 18">
            <a:extLst>
              <a:ext uri="{FF2B5EF4-FFF2-40B4-BE49-F238E27FC236}">
                <a16:creationId xmlns:a16="http://schemas.microsoft.com/office/drawing/2014/main" id="{71A3F5F6-480C-4154-BA21-EA8D793857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04769" y="2552849"/>
            <a:ext cx="3924300" cy="369332"/>
          </a:xfrm>
        </p:spPr>
        <p:txBody>
          <a:bodyPr wrap="square">
            <a:sp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af-ZA" altLang="zh-CN" sz="1800" b="1" kern="1200" noProof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汇报人：</a:t>
            </a:r>
            <a:r>
              <a:rPr kumimoji="0" lang="af-ZA" altLang="zh-CN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OfficePLUS</a:t>
            </a:r>
          </a:p>
        </p:txBody>
      </p:sp>
    </p:spTree>
    <p:extLst>
      <p:ext uri="{BB962C8B-B14F-4D97-AF65-F5344CB8AC3E}">
        <p14:creationId xmlns:p14="http://schemas.microsoft.com/office/powerpoint/2010/main" val="29745723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7666967C-6376-4B37-A5D7-2280C3932BE5}"/>
              </a:ext>
            </a:extLst>
          </p:cNvPr>
          <p:cNvSpPr/>
          <p:nvPr userDrawn="1"/>
        </p:nvSpPr>
        <p:spPr>
          <a:xfrm rot="19317930">
            <a:off x="-206426" y="-1058701"/>
            <a:ext cx="3958486" cy="2533744"/>
          </a:xfrm>
          <a:custGeom>
            <a:avLst/>
            <a:gdLst>
              <a:gd name="connsiteX0" fmla="*/ 719464 w 3958486"/>
              <a:gd name="connsiteY0" fmla="*/ 0 h 2533744"/>
              <a:gd name="connsiteX1" fmla="*/ 3958486 w 3958486"/>
              <a:gd name="connsiteY1" fmla="*/ 2533744 h 2533744"/>
              <a:gd name="connsiteX2" fmla="*/ 469762 w 3958486"/>
              <a:gd name="connsiteY2" fmla="*/ 2533744 h 2533744"/>
              <a:gd name="connsiteX3" fmla="*/ 0 w 3958486"/>
              <a:gd name="connsiteY3" fmla="*/ 2063982 h 2533744"/>
              <a:gd name="connsiteX4" fmla="*/ 0 w 3958486"/>
              <a:gd name="connsiteY4" fmla="*/ 919730 h 2533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58486" h="2533744">
                <a:moveTo>
                  <a:pt x="719464" y="0"/>
                </a:moveTo>
                <a:lnTo>
                  <a:pt x="3958486" y="2533744"/>
                </a:lnTo>
                <a:lnTo>
                  <a:pt x="469762" y="2533744"/>
                </a:lnTo>
                <a:cubicBezTo>
                  <a:pt x="210320" y="2533744"/>
                  <a:pt x="0" y="2323424"/>
                  <a:pt x="0" y="2063982"/>
                </a:cubicBezTo>
                <a:lnTo>
                  <a:pt x="0" y="91973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FD73F90-0606-4908-ABFA-812052F2FA14}"/>
              </a:ext>
            </a:extLst>
          </p:cNvPr>
          <p:cNvSpPr/>
          <p:nvPr userDrawn="1"/>
        </p:nvSpPr>
        <p:spPr>
          <a:xfrm>
            <a:off x="5335219" y="1388817"/>
            <a:ext cx="163841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b="1" spc="3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</a:t>
            </a:r>
            <a:endParaRPr lang="zh-CN" altLang="en-US" sz="1600" b="1" spc="30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09D598D-8C80-409F-AF3D-FE5050423840}"/>
              </a:ext>
            </a:extLst>
          </p:cNvPr>
          <p:cNvSpPr txBox="1"/>
          <p:nvPr userDrawn="1"/>
        </p:nvSpPr>
        <p:spPr>
          <a:xfrm>
            <a:off x="4930454" y="515787"/>
            <a:ext cx="23296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en-US" altLang="zh-CN" sz="4800" b="1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F2AD5E4E-D8C0-457C-9C6B-323CFA025CBF}"/>
              </a:ext>
            </a:extLst>
          </p:cNvPr>
          <p:cNvCxnSpPr/>
          <p:nvPr userDrawn="1"/>
        </p:nvCxnSpPr>
        <p:spPr>
          <a:xfrm>
            <a:off x="5492252" y="1329454"/>
            <a:ext cx="1313398" cy="0"/>
          </a:xfrm>
          <a:prstGeom prst="line">
            <a:avLst/>
          </a:prstGeom>
          <a:ln w="635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椭圆 21">
            <a:extLst>
              <a:ext uri="{FF2B5EF4-FFF2-40B4-BE49-F238E27FC236}">
                <a16:creationId xmlns:a16="http://schemas.microsoft.com/office/drawing/2014/main" id="{EFDCBC30-90EF-4999-935C-6C70C356BF1D}"/>
              </a:ext>
            </a:extLst>
          </p:cNvPr>
          <p:cNvSpPr/>
          <p:nvPr userDrawn="1"/>
        </p:nvSpPr>
        <p:spPr>
          <a:xfrm>
            <a:off x="7088699" y="708505"/>
            <a:ext cx="841374" cy="841374"/>
          </a:xfrm>
          <a:prstGeom prst="ellipse">
            <a:avLst/>
          </a:prstGeom>
          <a:gradFill flip="none" rotWithShape="1">
            <a:gsLst>
              <a:gs pos="0">
                <a:schemeClr val="accent3"/>
              </a:gs>
              <a:gs pos="71000">
                <a:schemeClr val="accent4"/>
              </a:gs>
              <a:gs pos="100000">
                <a:schemeClr val="accent5"/>
              </a:gs>
            </a:gsLst>
            <a:lin ang="8100000" scaled="1"/>
            <a:tileRect/>
          </a:gra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A8EE616F-83DC-4396-941A-CE7E028BCB75}"/>
              </a:ext>
            </a:extLst>
          </p:cNvPr>
          <p:cNvSpPr/>
          <p:nvPr userDrawn="1"/>
        </p:nvSpPr>
        <p:spPr>
          <a:xfrm>
            <a:off x="7662504" y="1236460"/>
            <a:ext cx="319651" cy="319651"/>
          </a:xfrm>
          <a:prstGeom prst="ellipse">
            <a:avLst/>
          </a:prstGeom>
          <a:gradFill flip="none" rotWithShape="1">
            <a:gsLst>
              <a:gs pos="0">
                <a:schemeClr val="accent3"/>
              </a:gs>
              <a:gs pos="71000">
                <a:schemeClr val="accent4"/>
              </a:gs>
              <a:gs pos="100000">
                <a:schemeClr val="accent5"/>
              </a:gs>
            </a:gsLst>
            <a:lin ang="8100000" scaled="1"/>
            <a:tileRect/>
          </a:gra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943A73ED-F065-4B72-83EB-6682D5FE636B}"/>
              </a:ext>
            </a:extLst>
          </p:cNvPr>
          <p:cNvSpPr/>
          <p:nvPr userDrawn="1"/>
        </p:nvSpPr>
        <p:spPr>
          <a:xfrm rot="19317930">
            <a:off x="-875421" y="5109"/>
            <a:ext cx="2397897" cy="2015181"/>
          </a:xfrm>
          <a:custGeom>
            <a:avLst/>
            <a:gdLst>
              <a:gd name="connsiteX0" fmla="*/ 1576387 w 2397897"/>
              <a:gd name="connsiteY0" fmla="*/ 0 h 2015181"/>
              <a:gd name="connsiteX1" fmla="*/ 2397897 w 2397897"/>
              <a:gd name="connsiteY1" fmla="*/ 642631 h 2015181"/>
              <a:gd name="connsiteX2" fmla="*/ 2397897 w 2397897"/>
              <a:gd name="connsiteY2" fmla="*/ 1545419 h 2015181"/>
              <a:gd name="connsiteX3" fmla="*/ 1928135 w 2397897"/>
              <a:gd name="connsiteY3" fmla="*/ 2015181 h 2015181"/>
              <a:gd name="connsiteX4" fmla="*/ 0 w 2397897"/>
              <a:gd name="connsiteY4" fmla="*/ 2015181 h 2015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97897" h="2015181">
                <a:moveTo>
                  <a:pt x="1576387" y="0"/>
                </a:moveTo>
                <a:lnTo>
                  <a:pt x="2397897" y="642631"/>
                </a:lnTo>
                <a:lnTo>
                  <a:pt x="2397897" y="1545419"/>
                </a:lnTo>
                <a:cubicBezTo>
                  <a:pt x="2397897" y="1804861"/>
                  <a:pt x="2187577" y="2015181"/>
                  <a:pt x="1928135" y="2015181"/>
                </a:cubicBezTo>
                <a:lnTo>
                  <a:pt x="0" y="201518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5" name="任意多边形: 形状 24">
            <a:extLst>
              <a:ext uri="{FF2B5EF4-FFF2-40B4-BE49-F238E27FC236}">
                <a16:creationId xmlns:a16="http://schemas.microsoft.com/office/drawing/2014/main" id="{EA2759D9-2366-4283-81E0-16D2EC420698}"/>
              </a:ext>
            </a:extLst>
          </p:cNvPr>
          <p:cNvSpPr/>
          <p:nvPr userDrawn="1"/>
        </p:nvSpPr>
        <p:spPr>
          <a:xfrm rot="19333288">
            <a:off x="-383456" y="-476607"/>
            <a:ext cx="2422640" cy="1346307"/>
          </a:xfrm>
          <a:custGeom>
            <a:avLst/>
            <a:gdLst>
              <a:gd name="connsiteX0" fmla="*/ 685649 w 2422640"/>
              <a:gd name="connsiteY0" fmla="*/ 0 h 1346307"/>
              <a:gd name="connsiteX1" fmla="*/ 2422640 w 2422640"/>
              <a:gd name="connsiteY1" fmla="*/ 1346307 h 1346307"/>
              <a:gd name="connsiteX2" fmla="*/ 521221 w 2422640"/>
              <a:gd name="connsiteY2" fmla="*/ 1346307 h 1346307"/>
              <a:gd name="connsiteX3" fmla="*/ 4051 w 2422640"/>
              <a:gd name="connsiteY3" fmla="*/ 924801 h 1346307"/>
              <a:gd name="connsiteX4" fmla="*/ 0 w 2422640"/>
              <a:gd name="connsiteY4" fmla="*/ 884617 h 13463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2640" h="1346307">
                <a:moveTo>
                  <a:pt x="685649" y="0"/>
                </a:moveTo>
                <a:lnTo>
                  <a:pt x="2422640" y="1346307"/>
                </a:lnTo>
                <a:lnTo>
                  <a:pt x="521221" y="1346307"/>
                </a:lnTo>
                <a:cubicBezTo>
                  <a:pt x="266116" y="1346307"/>
                  <a:pt x="53275" y="1165354"/>
                  <a:pt x="4051" y="924801"/>
                </a:cubicBezTo>
                <a:lnTo>
                  <a:pt x="0" y="884617"/>
                </a:ln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53100">
                <a:srgbClr val="4988EB"/>
              </a:gs>
              <a:gs pos="100000">
                <a:srgbClr val="8160EB"/>
              </a:gs>
            </a:gsLst>
            <a:lin ang="8100000" scaled="1"/>
            <a:tileRect/>
          </a:gra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2E2C6827-43A0-4007-80CB-7C4D4CAF3391}"/>
              </a:ext>
            </a:extLst>
          </p:cNvPr>
          <p:cNvSpPr/>
          <p:nvPr userDrawn="1"/>
        </p:nvSpPr>
        <p:spPr>
          <a:xfrm rot="19317930">
            <a:off x="10383262" y="4827181"/>
            <a:ext cx="2760000" cy="2098615"/>
          </a:xfrm>
          <a:custGeom>
            <a:avLst/>
            <a:gdLst>
              <a:gd name="connsiteX0" fmla="*/ 2760000 w 2760000"/>
              <a:gd name="connsiteY0" fmla="*/ 0 h 2098615"/>
              <a:gd name="connsiteX1" fmla="*/ 1118347 w 2760000"/>
              <a:gd name="connsiteY1" fmla="*/ 2098615 h 2098615"/>
              <a:gd name="connsiteX2" fmla="*/ 0 w 2760000"/>
              <a:gd name="connsiteY2" fmla="*/ 1223782 h 2098615"/>
              <a:gd name="connsiteX3" fmla="*/ 0 w 2760000"/>
              <a:gd name="connsiteY3" fmla="*/ 469762 h 2098615"/>
              <a:gd name="connsiteX4" fmla="*/ 469762 w 2760000"/>
              <a:gd name="connsiteY4" fmla="*/ 0 h 2098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0000" h="2098615">
                <a:moveTo>
                  <a:pt x="2760000" y="0"/>
                </a:moveTo>
                <a:lnTo>
                  <a:pt x="1118347" y="2098615"/>
                </a:lnTo>
                <a:lnTo>
                  <a:pt x="0" y="1223782"/>
                </a:lnTo>
                <a:lnTo>
                  <a:pt x="0" y="469762"/>
                </a:lnTo>
                <a:cubicBezTo>
                  <a:pt x="0" y="210320"/>
                  <a:pt x="210320" y="0"/>
                  <a:pt x="46976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7" name="任意多边形: 形状 26">
            <a:extLst>
              <a:ext uri="{FF2B5EF4-FFF2-40B4-BE49-F238E27FC236}">
                <a16:creationId xmlns:a16="http://schemas.microsoft.com/office/drawing/2014/main" id="{CEBDAC50-192B-4545-A03D-2EC4BBF65006}"/>
              </a:ext>
            </a:extLst>
          </p:cNvPr>
          <p:cNvSpPr/>
          <p:nvPr userDrawn="1"/>
        </p:nvSpPr>
        <p:spPr>
          <a:xfrm rot="19317930">
            <a:off x="10232169" y="6103326"/>
            <a:ext cx="2008903" cy="1337096"/>
          </a:xfrm>
          <a:custGeom>
            <a:avLst/>
            <a:gdLst>
              <a:gd name="connsiteX0" fmla="*/ 1801789 w 2008903"/>
              <a:gd name="connsiteY0" fmla="*/ 80229 h 1337096"/>
              <a:gd name="connsiteX1" fmla="*/ 2008903 w 2008903"/>
              <a:gd name="connsiteY1" fmla="*/ 469762 h 1337096"/>
              <a:gd name="connsiteX2" fmla="*/ 2008903 w 2008903"/>
              <a:gd name="connsiteY2" fmla="*/ 954073 h 1337096"/>
              <a:gd name="connsiteX3" fmla="*/ 1709282 w 2008903"/>
              <a:gd name="connsiteY3" fmla="*/ 1337096 h 1337096"/>
              <a:gd name="connsiteX4" fmla="*/ 0 w 2008903"/>
              <a:gd name="connsiteY4" fmla="*/ 0 h 1337096"/>
              <a:gd name="connsiteX5" fmla="*/ 1539141 w 2008903"/>
              <a:gd name="connsiteY5" fmla="*/ 0 h 1337096"/>
              <a:gd name="connsiteX6" fmla="*/ 1801789 w 2008903"/>
              <a:gd name="connsiteY6" fmla="*/ 80229 h 1337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08903" h="1337096">
                <a:moveTo>
                  <a:pt x="1801789" y="80229"/>
                </a:moveTo>
                <a:cubicBezTo>
                  <a:pt x="1926746" y="164648"/>
                  <a:pt x="2008904" y="307611"/>
                  <a:pt x="2008903" y="469762"/>
                </a:cubicBezTo>
                <a:lnTo>
                  <a:pt x="2008903" y="954073"/>
                </a:lnTo>
                <a:lnTo>
                  <a:pt x="1709282" y="1337096"/>
                </a:lnTo>
                <a:lnTo>
                  <a:pt x="0" y="0"/>
                </a:lnTo>
                <a:lnTo>
                  <a:pt x="1539141" y="0"/>
                </a:lnTo>
                <a:cubicBezTo>
                  <a:pt x="1636432" y="0"/>
                  <a:pt x="1726814" y="29576"/>
                  <a:pt x="1801789" y="8022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63D76CC3-C00A-46A9-9277-1C54FE59FACF}"/>
              </a:ext>
            </a:extLst>
          </p:cNvPr>
          <p:cNvSpPr/>
          <p:nvPr userDrawn="1"/>
        </p:nvSpPr>
        <p:spPr>
          <a:xfrm rot="19333288">
            <a:off x="11349172" y="6046887"/>
            <a:ext cx="1254668" cy="877072"/>
          </a:xfrm>
          <a:custGeom>
            <a:avLst/>
            <a:gdLst>
              <a:gd name="connsiteX0" fmla="*/ 1254668 w 1254668"/>
              <a:gd name="connsiteY0" fmla="*/ 0 h 877072"/>
              <a:gd name="connsiteX1" fmla="*/ 574866 w 1254668"/>
              <a:gd name="connsiteY1" fmla="*/ 877072 h 877072"/>
              <a:gd name="connsiteX2" fmla="*/ 0 w 1254668"/>
              <a:gd name="connsiteY2" fmla="*/ 431506 h 877072"/>
              <a:gd name="connsiteX3" fmla="*/ 1008 w 1254668"/>
              <a:gd name="connsiteY3" fmla="*/ 421506 h 877072"/>
              <a:gd name="connsiteX4" fmla="*/ 518178 w 1254668"/>
              <a:gd name="connsiteY4" fmla="*/ 0 h 877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4668" h="877072">
                <a:moveTo>
                  <a:pt x="1254668" y="0"/>
                </a:moveTo>
                <a:lnTo>
                  <a:pt x="574866" y="877072"/>
                </a:lnTo>
                <a:lnTo>
                  <a:pt x="0" y="431506"/>
                </a:lnTo>
                <a:lnTo>
                  <a:pt x="1008" y="421506"/>
                </a:lnTo>
                <a:cubicBezTo>
                  <a:pt x="50232" y="180953"/>
                  <a:pt x="263073" y="0"/>
                  <a:pt x="51817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53100">
                <a:srgbClr val="4988EB"/>
              </a:gs>
              <a:gs pos="100000">
                <a:srgbClr val="8160EB"/>
              </a:gs>
            </a:gsLst>
            <a:lin ang="8100000" scaled="1"/>
            <a:tileRect/>
          </a:gra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7618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6C6D9F24-3291-4052-94DE-B222333D819F}"/>
              </a:ext>
            </a:extLst>
          </p:cNvPr>
          <p:cNvSpPr/>
          <p:nvPr userDrawn="1"/>
        </p:nvSpPr>
        <p:spPr>
          <a:xfrm rot="1461033">
            <a:off x="-905369" y="-648426"/>
            <a:ext cx="5738706" cy="6535941"/>
          </a:xfrm>
          <a:custGeom>
            <a:avLst/>
            <a:gdLst>
              <a:gd name="connsiteX0" fmla="*/ 0 w 5738706"/>
              <a:gd name="connsiteY0" fmla="*/ 1691248 h 6535941"/>
              <a:gd name="connsiteX1" fmla="*/ 3736904 w 5738706"/>
              <a:gd name="connsiteY1" fmla="*/ 0 h 6535941"/>
              <a:gd name="connsiteX2" fmla="*/ 5209490 w 5738706"/>
              <a:gd name="connsiteY2" fmla="*/ 0 h 6535941"/>
              <a:gd name="connsiteX3" fmla="*/ 5738706 w 5738706"/>
              <a:gd name="connsiteY3" fmla="*/ 529215 h 6535941"/>
              <a:gd name="connsiteX4" fmla="*/ 5738705 w 5738706"/>
              <a:gd name="connsiteY4" fmla="*/ 6006726 h 6535941"/>
              <a:gd name="connsiteX5" fmla="*/ 5209490 w 5738706"/>
              <a:gd name="connsiteY5" fmla="*/ 6535941 h 6535941"/>
              <a:gd name="connsiteX6" fmla="*/ 2192610 w 5738706"/>
              <a:gd name="connsiteY6" fmla="*/ 6535941 h 6535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38706" h="6535941">
                <a:moveTo>
                  <a:pt x="0" y="1691248"/>
                </a:moveTo>
                <a:lnTo>
                  <a:pt x="3736904" y="0"/>
                </a:lnTo>
                <a:lnTo>
                  <a:pt x="5209490" y="0"/>
                </a:lnTo>
                <a:cubicBezTo>
                  <a:pt x="5501767" y="0"/>
                  <a:pt x="5738705" y="236938"/>
                  <a:pt x="5738706" y="529215"/>
                </a:cubicBezTo>
                <a:lnTo>
                  <a:pt x="5738705" y="6006726"/>
                </a:lnTo>
                <a:cubicBezTo>
                  <a:pt x="5738705" y="6299003"/>
                  <a:pt x="5501767" y="6535941"/>
                  <a:pt x="5209490" y="6535941"/>
                </a:cubicBezTo>
                <a:lnTo>
                  <a:pt x="2192610" y="653594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4AC81769-B89F-4E89-861C-F83015CD9903}"/>
              </a:ext>
            </a:extLst>
          </p:cNvPr>
          <p:cNvSpPr/>
          <p:nvPr userDrawn="1"/>
        </p:nvSpPr>
        <p:spPr>
          <a:xfrm rot="1461033">
            <a:off x="2923317" y="-1389685"/>
            <a:ext cx="10578993" cy="8422484"/>
          </a:xfrm>
          <a:custGeom>
            <a:avLst/>
            <a:gdLst>
              <a:gd name="connsiteX0" fmla="*/ 0 w 10578993"/>
              <a:gd name="connsiteY0" fmla="*/ 3508089 h 8422484"/>
              <a:gd name="connsiteX1" fmla="*/ 7751314 w 10578993"/>
              <a:gd name="connsiteY1" fmla="*/ 0 h 8422484"/>
              <a:gd name="connsiteX2" fmla="*/ 10578993 w 10578993"/>
              <a:gd name="connsiteY2" fmla="*/ 6247912 h 8422484"/>
              <a:gd name="connsiteX3" fmla="*/ 5774156 w 10578993"/>
              <a:gd name="connsiteY3" fmla="*/ 8422484 h 8422484"/>
              <a:gd name="connsiteX4" fmla="*/ 746456 w 10578993"/>
              <a:gd name="connsiteY4" fmla="*/ 8422484 h 8422484"/>
              <a:gd name="connsiteX5" fmla="*/ 0 w 10578993"/>
              <a:gd name="connsiteY5" fmla="*/ 7676028 h 8422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578993" h="8422484">
                <a:moveTo>
                  <a:pt x="0" y="3508089"/>
                </a:moveTo>
                <a:lnTo>
                  <a:pt x="7751314" y="0"/>
                </a:lnTo>
                <a:lnTo>
                  <a:pt x="10578993" y="6247912"/>
                </a:lnTo>
                <a:lnTo>
                  <a:pt x="5774156" y="8422484"/>
                </a:lnTo>
                <a:lnTo>
                  <a:pt x="746456" y="8422484"/>
                </a:lnTo>
                <a:cubicBezTo>
                  <a:pt x="334200" y="8422484"/>
                  <a:pt x="1" y="8088284"/>
                  <a:pt x="0" y="767602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7D1FB5B0-3B9E-4611-A71F-3300E7CCFBA9}"/>
              </a:ext>
            </a:extLst>
          </p:cNvPr>
          <p:cNvSpPr/>
          <p:nvPr userDrawn="1"/>
        </p:nvSpPr>
        <p:spPr>
          <a:xfrm rot="1461033">
            <a:off x="8514966" y="-398236"/>
            <a:ext cx="4721210" cy="4046278"/>
          </a:xfrm>
          <a:custGeom>
            <a:avLst/>
            <a:gdLst>
              <a:gd name="connsiteX0" fmla="*/ 1 w 4721210"/>
              <a:gd name="connsiteY0" fmla="*/ 1307931 h 4046278"/>
              <a:gd name="connsiteX1" fmla="*/ 2889946 w 4721210"/>
              <a:gd name="connsiteY1" fmla="*/ 0 h 4046278"/>
              <a:gd name="connsiteX2" fmla="*/ 4721210 w 4721210"/>
              <a:gd name="connsiteY2" fmla="*/ 4046278 h 4046278"/>
              <a:gd name="connsiteX3" fmla="*/ 529215 w 4721210"/>
              <a:gd name="connsiteY3" fmla="*/ 4046278 h 4046278"/>
              <a:gd name="connsiteX4" fmla="*/ 0 w 4721210"/>
              <a:gd name="connsiteY4" fmla="*/ 3517063 h 4046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21210" h="4046278">
                <a:moveTo>
                  <a:pt x="1" y="1307931"/>
                </a:moveTo>
                <a:lnTo>
                  <a:pt x="2889946" y="0"/>
                </a:lnTo>
                <a:lnTo>
                  <a:pt x="4721210" y="4046278"/>
                </a:lnTo>
                <a:lnTo>
                  <a:pt x="529215" y="4046278"/>
                </a:lnTo>
                <a:cubicBezTo>
                  <a:pt x="236938" y="4046278"/>
                  <a:pt x="0" y="3809340"/>
                  <a:pt x="0" y="3517063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53100">
                <a:srgbClr val="4988EB"/>
              </a:gs>
              <a:gs pos="100000">
                <a:srgbClr val="8160EB"/>
              </a:gs>
            </a:gsLst>
            <a:lin ang="8100000" scaled="1"/>
            <a:tileRect/>
          </a:gra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9182188C-C240-44CD-AC8B-4343170F88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95725" y="1220398"/>
            <a:ext cx="3905250" cy="2646878"/>
          </a:xfrm>
        </p:spPr>
        <p:txBody>
          <a:bodyPr wrap="square">
            <a:sp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zh-CN" altLang="en-US" sz="16600" b="1" i="0" kern="1200" noProof="0">
                <a:gradFill flip="none" rotWithShape="1">
                  <a:gsLst>
                    <a:gs pos="0">
                      <a:schemeClr val="accent3"/>
                    </a:gs>
                    <a:gs pos="100000">
                      <a:srgbClr val="8160EB"/>
                    </a:gs>
                    <a:gs pos="64000">
                      <a:schemeClr val="accent4"/>
                    </a:gs>
                  </a:gsLst>
                  <a:lin ang="5400000" scaled="1"/>
                  <a:tileRect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6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66DDD5"/>
                    </a:gs>
                    <a:gs pos="100000">
                      <a:srgbClr val="8160EB"/>
                    </a:gs>
                    <a:gs pos="64000">
                      <a:srgbClr val="0081E1"/>
                    </a:gs>
                  </a:gsLst>
                  <a:lin ang="5400000" scaled="1"/>
                  <a:tileRect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01</a:t>
            </a:r>
            <a:endParaRPr kumimoji="0" lang="zh-CN" altLang="en-US" sz="16600" b="1" i="1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66DDD5"/>
                  </a:gs>
                  <a:gs pos="100000">
                    <a:srgbClr val="8160EB"/>
                  </a:gs>
                  <a:gs pos="64000">
                    <a:srgbClr val="0081E1"/>
                  </a:gs>
                </a:gsLst>
                <a:lin ang="5400000" scaled="1"/>
                <a:tileRect/>
              </a:gra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文本占位符 13">
            <a:extLst>
              <a:ext uri="{FF2B5EF4-FFF2-40B4-BE49-F238E27FC236}">
                <a16:creationId xmlns:a16="http://schemas.microsoft.com/office/drawing/2014/main" id="{BB746B37-BF8F-4C5B-9A06-C9F4C118300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662237" y="3727855"/>
            <a:ext cx="6867526" cy="1107996"/>
          </a:xfrm>
        </p:spPr>
        <p:txBody>
          <a:bodyPr wrap="square">
            <a:sp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af-ZA" altLang="zh-CN" sz="6600" b="1" kern="1200" noProof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f-ZA" altLang="zh-CN" sz="6600" b="1" i="0" u="none" strike="noStrike" kern="120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2844695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276CEB83-52D0-4C35-B39F-58B8958F0B9E}"/>
              </a:ext>
            </a:extLst>
          </p:cNvPr>
          <p:cNvCxnSpPr>
            <a:cxnSpLocks/>
          </p:cNvCxnSpPr>
          <p:nvPr userDrawn="1"/>
        </p:nvCxnSpPr>
        <p:spPr>
          <a:xfrm flipH="1">
            <a:off x="1191491" y="806220"/>
            <a:ext cx="10360210" cy="0"/>
          </a:xfrm>
          <a:prstGeom prst="line">
            <a:avLst/>
          </a:prstGeom>
          <a:ln>
            <a:gradFill flip="none" rotWithShape="1"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>
            <a:extLst>
              <a:ext uri="{FF2B5EF4-FFF2-40B4-BE49-F238E27FC236}">
                <a16:creationId xmlns:a16="http://schemas.microsoft.com/office/drawing/2014/main" id="{BE67CEC5-F540-49F0-33BC-E6B7CDF17F36}"/>
              </a:ext>
            </a:extLst>
          </p:cNvPr>
          <p:cNvGrpSpPr/>
          <p:nvPr userDrawn="1"/>
        </p:nvGrpSpPr>
        <p:grpSpPr>
          <a:xfrm>
            <a:off x="298035" y="118833"/>
            <a:ext cx="893456" cy="847606"/>
            <a:chOff x="350117" y="385533"/>
            <a:chExt cx="893456" cy="847606"/>
          </a:xfrm>
        </p:grpSpPr>
        <p:sp>
          <p:nvSpPr>
            <p:cNvPr id="5" name="椭圆 4">
              <a:hlinkClick r:id="" action="ppaction://noaction"/>
              <a:extLst>
                <a:ext uri="{FF2B5EF4-FFF2-40B4-BE49-F238E27FC236}">
                  <a16:creationId xmlns:a16="http://schemas.microsoft.com/office/drawing/2014/main" id="{E3E2AAF1-BC00-F5BB-3EEB-05EC91817748}"/>
                </a:ext>
              </a:extLst>
            </p:cNvPr>
            <p:cNvSpPr/>
            <p:nvPr userDrawn="1"/>
          </p:nvSpPr>
          <p:spPr>
            <a:xfrm>
              <a:off x="350117" y="385533"/>
              <a:ext cx="841374" cy="841374"/>
            </a:xfrm>
            <a:prstGeom prst="ellipse">
              <a:avLst/>
            </a:prstGeom>
            <a:gradFill flip="none" rotWithShape="1">
              <a:gsLst>
                <a:gs pos="0">
                  <a:schemeClr val="accent3"/>
                </a:gs>
                <a:gs pos="71000">
                  <a:schemeClr val="accent4"/>
                </a:gs>
                <a:gs pos="100000">
                  <a:schemeClr val="accent5"/>
                </a:gs>
              </a:gsLst>
              <a:lin ang="8100000" scaled="1"/>
              <a:tileRect/>
            </a:gradFill>
            <a:ln>
              <a:noFill/>
            </a:ln>
            <a:effectLst>
              <a:outerShdw blurRad="368300" sx="103000" sy="103000" algn="ctr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椭圆 5">
              <a:hlinkClick r:id="" action="ppaction://noaction"/>
              <a:extLst>
                <a:ext uri="{FF2B5EF4-FFF2-40B4-BE49-F238E27FC236}">
                  <a16:creationId xmlns:a16="http://schemas.microsoft.com/office/drawing/2014/main" id="{FA5FE3E4-BA35-784B-0BF6-46AC9DEC73DC}"/>
                </a:ext>
              </a:extLst>
            </p:cNvPr>
            <p:cNvSpPr/>
            <p:nvPr userDrawn="1"/>
          </p:nvSpPr>
          <p:spPr>
            <a:xfrm>
              <a:off x="923922" y="913488"/>
              <a:ext cx="319651" cy="319651"/>
            </a:xfrm>
            <a:prstGeom prst="ellipse">
              <a:avLst/>
            </a:prstGeom>
            <a:gradFill flip="none" rotWithShape="1">
              <a:gsLst>
                <a:gs pos="0">
                  <a:schemeClr val="accent3"/>
                </a:gs>
                <a:gs pos="71000">
                  <a:schemeClr val="accent4"/>
                </a:gs>
                <a:gs pos="100000">
                  <a:schemeClr val="accent5"/>
                </a:gs>
              </a:gsLst>
              <a:lin ang="8100000" scaled="1"/>
              <a:tileRect/>
            </a:gradFill>
            <a:ln>
              <a:noFill/>
            </a:ln>
            <a:effectLst>
              <a:outerShdw blurRad="368300" sx="103000" sy="103000" algn="ctr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BF6E37FC-FB6B-AF19-9001-539462C91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63050" y="6250927"/>
            <a:ext cx="2743200" cy="461665"/>
          </a:xfrm>
        </p:spPr>
        <p:txBody>
          <a:bodyPr/>
          <a:lstStyle>
            <a:lvl1pPr>
              <a:defRPr kumimoji="0" lang="zh-CN" altLang="en-US" sz="2400" b="0" i="0" u="none" strike="noStrike" kern="1200" cap="none" spc="0" normalizeH="0" baseline="0" smtClean="0">
                <a:ln>
                  <a:noFill/>
                </a:ln>
                <a:gradFill>
                  <a:gsLst>
                    <a:gs pos="49000">
                      <a:srgbClr val="2AA7DC"/>
                    </a:gs>
                    <a:gs pos="0">
                      <a:srgbClr val="66DDD5"/>
                    </a:gs>
                    <a:gs pos="100000">
                      <a:srgbClr val="8160EB"/>
                    </a:gs>
                  </a:gsLst>
                  <a:lin ang="5400000" scaled="1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fld id="{A86B3AB6-3DCE-4D14-AA80-0D566E9A0DB8}" type="slidenum">
              <a:rPr lang="en-US" altLang="zh-CN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604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26C325E3-9A67-4205-8E7E-6EC9FEAC40F9}"/>
              </a:ext>
            </a:extLst>
          </p:cNvPr>
          <p:cNvSpPr/>
          <p:nvPr userDrawn="1"/>
        </p:nvSpPr>
        <p:spPr>
          <a:xfrm rot="1534757">
            <a:off x="-961648" y="-603802"/>
            <a:ext cx="5772470" cy="6535941"/>
          </a:xfrm>
          <a:custGeom>
            <a:avLst/>
            <a:gdLst>
              <a:gd name="connsiteX0" fmla="*/ 0 w 5772470"/>
              <a:gd name="connsiteY0" fmla="*/ 1695879 h 6535941"/>
              <a:gd name="connsiteX1" fmla="*/ 3542860 w 5772470"/>
              <a:gd name="connsiteY1" fmla="*/ 0 h 6535941"/>
              <a:gd name="connsiteX2" fmla="*/ 5243255 w 5772470"/>
              <a:gd name="connsiteY2" fmla="*/ 0 h 6535941"/>
              <a:gd name="connsiteX3" fmla="*/ 5772470 w 5772470"/>
              <a:gd name="connsiteY3" fmla="*/ 529215 h 6535941"/>
              <a:gd name="connsiteX4" fmla="*/ 5772470 w 5772470"/>
              <a:gd name="connsiteY4" fmla="*/ 6006726 h 6535941"/>
              <a:gd name="connsiteX5" fmla="*/ 5243255 w 5772470"/>
              <a:gd name="connsiteY5" fmla="*/ 6535941 h 6535941"/>
              <a:gd name="connsiteX6" fmla="*/ 2316817 w 5772470"/>
              <a:gd name="connsiteY6" fmla="*/ 6535941 h 6535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72470" h="6535941">
                <a:moveTo>
                  <a:pt x="0" y="1695879"/>
                </a:moveTo>
                <a:lnTo>
                  <a:pt x="3542860" y="0"/>
                </a:lnTo>
                <a:lnTo>
                  <a:pt x="5243255" y="0"/>
                </a:lnTo>
                <a:cubicBezTo>
                  <a:pt x="5535532" y="0"/>
                  <a:pt x="5772470" y="236938"/>
                  <a:pt x="5772470" y="529215"/>
                </a:cubicBezTo>
                <a:lnTo>
                  <a:pt x="5772470" y="6006726"/>
                </a:lnTo>
                <a:cubicBezTo>
                  <a:pt x="5772470" y="6299003"/>
                  <a:pt x="5535532" y="6535941"/>
                  <a:pt x="5243255" y="6535941"/>
                </a:cubicBezTo>
                <a:lnTo>
                  <a:pt x="2316817" y="653594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0C1A216E-368A-4FE7-B1D3-549CE5D3487C}"/>
              </a:ext>
            </a:extLst>
          </p:cNvPr>
          <p:cNvSpPr/>
          <p:nvPr userDrawn="1"/>
        </p:nvSpPr>
        <p:spPr>
          <a:xfrm rot="1534757">
            <a:off x="2508072" y="406960"/>
            <a:ext cx="10630047" cy="6535942"/>
          </a:xfrm>
          <a:custGeom>
            <a:avLst/>
            <a:gdLst>
              <a:gd name="connsiteX0" fmla="*/ 0 w 10630047"/>
              <a:gd name="connsiteY0" fmla="*/ 1737887 h 6535942"/>
              <a:gd name="connsiteX1" fmla="*/ 3630618 w 10630047"/>
              <a:gd name="connsiteY1" fmla="*/ 0 h 6535942"/>
              <a:gd name="connsiteX2" fmla="*/ 8594363 w 10630047"/>
              <a:gd name="connsiteY2" fmla="*/ 0 h 6535942"/>
              <a:gd name="connsiteX3" fmla="*/ 10630047 w 10630047"/>
              <a:gd name="connsiteY3" fmla="*/ 4252746 h 6535942"/>
              <a:gd name="connsiteX4" fmla="*/ 5860227 w 10630047"/>
              <a:gd name="connsiteY4" fmla="*/ 6535941 h 6535942"/>
              <a:gd name="connsiteX5" fmla="*/ 529216 w 10630047"/>
              <a:gd name="connsiteY5" fmla="*/ 6535942 h 6535942"/>
              <a:gd name="connsiteX6" fmla="*/ 0 w 10630047"/>
              <a:gd name="connsiteY6" fmla="*/ 6006726 h 6535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30047" h="6535942">
                <a:moveTo>
                  <a:pt x="0" y="1737887"/>
                </a:moveTo>
                <a:lnTo>
                  <a:pt x="3630618" y="0"/>
                </a:lnTo>
                <a:lnTo>
                  <a:pt x="8594363" y="0"/>
                </a:lnTo>
                <a:lnTo>
                  <a:pt x="10630047" y="4252746"/>
                </a:lnTo>
                <a:lnTo>
                  <a:pt x="5860227" y="6535941"/>
                </a:lnTo>
                <a:lnTo>
                  <a:pt x="529216" y="6535942"/>
                </a:lnTo>
                <a:cubicBezTo>
                  <a:pt x="236938" y="6535941"/>
                  <a:pt x="0" y="6299003"/>
                  <a:pt x="0" y="600672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D7E85841-083E-4151-9BD7-F6F7E770DEF2}"/>
              </a:ext>
            </a:extLst>
          </p:cNvPr>
          <p:cNvSpPr/>
          <p:nvPr userDrawn="1"/>
        </p:nvSpPr>
        <p:spPr>
          <a:xfrm rot="1534757">
            <a:off x="1603979" y="-2037486"/>
            <a:ext cx="11079226" cy="6878693"/>
          </a:xfrm>
          <a:custGeom>
            <a:avLst/>
            <a:gdLst>
              <a:gd name="connsiteX0" fmla="*/ 0 w 11079226"/>
              <a:gd name="connsiteY0" fmla="*/ 4535048 h 6878693"/>
              <a:gd name="connsiteX1" fmla="*/ 9474166 w 11079226"/>
              <a:gd name="connsiteY1" fmla="*/ 0 h 6878693"/>
              <a:gd name="connsiteX2" fmla="*/ 11079226 w 11079226"/>
              <a:gd name="connsiteY2" fmla="*/ 3353130 h 6878693"/>
              <a:gd name="connsiteX3" fmla="*/ 11079226 w 11079226"/>
              <a:gd name="connsiteY3" fmla="*/ 6257922 h 6878693"/>
              <a:gd name="connsiteX4" fmla="*/ 10458455 w 11079226"/>
              <a:gd name="connsiteY4" fmla="*/ 6878693 h 6878693"/>
              <a:gd name="connsiteX5" fmla="*/ 620771 w 11079226"/>
              <a:gd name="connsiteY5" fmla="*/ 6878693 h 6878693"/>
              <a:gd name="connsiteX6" fmla="*/ 0 w 11079226"/>
              <a:gd name="connsiteY6" fmla="*/ 6257922 h 687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079226" h="6878693">
                <a:moveTo>
                  <a:pt x="0" y="4535048"/>
                </a:moveTo>
                <a:lnTo>
                  <a:pt x="9474166" y="0"/>
                </a:lnTo>
                <a:lnTo>
                  <a:pt x="11079226" y="3353130"/>
                </a:lnTo>
                <a:lnTo>
                  <a:pt x="11079226" y="6257922"/>
                </a:lnTo>
                <a:cubicBezTo>
                  <a:pt x="11079226" y="6600764"/>
                  <a:pt x="10801297" y="6878693"/>
                  <a:pt x="10458455" y="6878693"/>
                </a:cubicBezTo>
                <a:lnTo>
                  <a:pt x="620771" y="6878693"/>
                </a:lnTo>
                <a:cubicBezTo>
                  <a:pt x="277929" y="6878693"/>
                  <a:pt x="0" y="6600764"/>
                  <a:pt x="0" y="625792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53100">
                <a:srgbClr val="4988EB"/>
              </a:gs>
              <a:gs pos="100000">
                <a:srgbClr val="8160EB"/>
              </a:gs>
            </a:gsLst>
            <a:lin ang="8100000" scaled="1"/>
            <a:tileRect/>
          </a:gra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956CF7EF-AC1E-4956-A4A7-E7537704A387}"/>
              </a:ext>
            </a:extLst>
          </p:cNvPr>
          <p:cNvCxnSpPr>
            <a:cxnSpLocks/>
          </p:cNvCxnSpPr>
          <p:nvPr userDrawn="1"/>
        </p:nvCxnSpPr>
        <p:spPr>
          <a:xfrm>
            <a:off x="4198256" y="3132571"/>
            <a:ext cx="663487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53AF6FBD-F21B-4092-993A-045253DDF332}"/>
              </a:ext>
            </a:extLst>
          </p:cNvPr>
          <p:cNvGrpSpPr/>
          <p:nvPr userDrawn="1"/>
        </p:nvGrpSpPr>
        <p:grpSpPr>
          <a:xfrm flipH="1" flipV="1">
            <a:off x="-3820047" y="2622701"/>
            <a:ext cx="6521450" cy="3311525"/>
            <a:chOff x="2946400" y="3860800"/>
            <a:chExt cx="6521450" cy="3311525"/>
          </a:xfrm>
        </p:grpSpPr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BDF0B779-9F5D-4CFD-BFCD-FE8C8C69E9E3}"/>
                </a:ext>
              </a:extLst>
            </p:cNvPr>
            <p:cNvCxnSpPr>
              <a:cxnSpLocks/>
            </p:cNvCxnSpPr>
            <p:nvPr/>
          </p:nvCxnSpPr>
          <p:spPr>
            <a:xfrm>
              <a:off x="3255169" y="4161763"/>
              <a:ext cx="6212681" cy="3010562"/>
            </a:xfrm>
            <a:prstGeom prst="line">
              <a:avLst/>
            </a:prstGeom>
            <a:ln>
              <a:solidFill>
                <a:schemeClr val="tx2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D57793C9-302B-498D-BEE5-77DFA3605460}"/>
                </a:ext>
              </a:extLst>
            </p:cNvPr>
            <p:cNvSpPr/>
            <p:nvPr/>
          </p:nvSpPr>
          <p:spPr>
            <a:xfrm>
              <a:off x="2946400" y="3860800"/>
              <a:ext cx="508000" cy="508000"/>
            </a:xfrm>
            <a:prstGeom prst="ellipse">
              <a:avLst/>
            </a:prstGeom>
            <a:ln>
              <a:solidFill>
                <a:schemeClr val="tx2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E7AB9E21-C9FD-4745-BBF2-129CAC5F31F5}"/>
                </a:ext>
              </a:extLst>
            </p:cNvPr>
            <p:cNvSpPr/>
            <p:nvPr/>
          </p:nvSpPr>
          <p:spPr>
            <a:xfrm flipH="1">
              <a:off x="3109912" y="4024312"/>
              <a:ext cx="180976" cy="180976"/>
            </a:xfrm>
            <a:prstGeom prst="ellipse">
              <a:avLst/>
            </a:prstGeom>
            <a:solidFill>
              <a:srgbClr val="DADD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E7CA67EC-B02E-4D8E-B6CD-68352198635D}"/>
              </a:ext>
            </a:extLst>
          </p:cNvPr>
          <p:cNvSpPr/>
          <p:nvPr userDrawn="1"/>
        </p:nvSpPr>
        <p:spPr>
          <a:xfrm rot="1534757">
            <a:off x="4582434" y="5782725"/>
            <a:ext cx="4874134" cy="470296"/>
          </a:xfrm>
          <a:custGeom>
            <a:avLst/>
            <a:gdLst>
              <a:gd name="connsiteX0" fmla="*/ 143618 w 4874134"/>
              <a:gd name="connsiteY0" fmla="*/ 18479 h 470296"/>
              <a:gd name="connsiteX1" fmla="*/ 235148 w 4874134"/>
              <a:gd name="connsiteY1" fmla="*/ 0 h 470296"/>
              <a:gd name="connsiteX2" fmla="*/ 4874134 w 4874134"/>
              <a:gd name="connsiteY2" fmla="*/ 0 h 470296"/>
              <a:gd name="connsiteX3" fmla="*/ 3891639 w 4874134"/>
              <a:gd name="connsiteY3" fmla="*/ 470296 h 470296"/>
              <a:gd name="connsiteX4" fmla="*/ 235148 w 4874134"/>
              <a:gd name="connsiteY4" fmla="*/ 470295 h 470296"/>
              <a:gd name="connsiteX5" fmla="*/ 0 w 4874134"/>
              <a:gd name="connsiteY5" fmla="*/ 235147 h 470296"/>
              <a:gd name="connsiteX6" fmla="*/ 0 w 4874134"/>
              <a:gd name="connsiteY6" fmla="*/ 235148 h 470296"/>
              <a:gd name="connsiteX7" fmla="*/ 143618 w 4874134"/>
              <a:gd name="connsiteY7" fmla="*/ 18479 h 470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874134" h="470296">
                <a:moveTo>
                  <a:pt x="143618" y="18479"/>
                </a:moveTo>
                <a:cubicBezTo>
                  <a:pt x="171751" y="6580"/>
                  <a:pt x="202681" y="0"/>
                  <a:pt x="235148" y="0"/>
                </a:cubicBezTo>
                <a:lnTo>
                  <a:pt x="4874134" y="0"/>
                </a:lnTo>
                <a:lnTo>
                  <a:pt x="3891639" y="470296"/>
                </a:lnTo>
                <a:lnTo>
                  <a:pt x="235148" y="470295"/>
                </a:lnTo>
                <a:cubicBezTo>
                  <a:pt x="105280" y="470295"/>
                  <a:pt x="0" y="365016"/>
                  <a:pt x="0" y="235147"/>
                </a:cubicBezTo>
                <a:lnTo>
                  <a:pt x="0" y="235148"/>
                </a:lnTo>
                <a:cubicBezTo>
                  <a:pt x="0" y="137747"/>
                  <a:pt x="59220" y="54176"/>
                  <a:pt x="143618" y="184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F8A1321F-06E2-45E9-8879-4A56FE0ED7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57829" y="1181635"/>
            <a:ext cx="9043085" cy="1862048"/>
          </a:xfrm>
        </p:spPr>
        <p:txBody>
          <a:bodyPr wrap="square">
            <a:sp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zh-CN" altLang="en-US" sz="11500" b="1" kern="1200" noProof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5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谢谢</a:t>
            </a:r>
          </a:p>
        </p:txBody>
      </p:sp>
      <p:sp>
        <p:nvSpPr>
          <p:cNvPr id="19" name="文本占位符 18">
            <a:extLst>
              <a:ext uri="{FF2B5EF4-FFF2-40B4-BE49-F238E27FC236}">
                <a16:creationId xmlns:a16="http://schemas.microsoft.com/office/drawing/2014/main" id="{71A3F5F6-480C-4154-BA21-EA8D793857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73019" y="3309407"/>
            <a:ext cx="3924300" cy="369332"/>
          </a:xfrm>
        </p:spPr>
        <p:txBody>
          <a:bodyPr wrap="square">
            <a:sp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af-ZA" altLang="zh-CN" sz="1800" b="1" kern="1200" noProof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汇报人：</a:t>
            </a:r>
            <a:r>
              <a:rPr kumimoji="0" lang="af-ZA" altLang="zh-CN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OfficePLUS</a:t>
            </a:r>
          </a:p>
        </p:txBody>
      </p:sp>
    </p:spTree>
    <p:extLst>
      <p:ext uri="{BB962C8B-B14F-4D97-AF65-F5344CB8AC3E}">
        <p14:creationId xmlns:p14="http://schemas.microsoft.com/office/powerpoint/2010/main" val="3685688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4">
            <a:extLst>
              <a:ext uri="{FF2B5EF4-FFF2-40B4-BE49-F238E27FC236}">
                <a16:creationId xmlns:a16="http://schemas.microsoft.com/office/drawing/2014/main" id="{26C325E3-9A67-4205-8E7E-6EC9FEAC40F9}"/>
              </a:ext>
            </a:extLst>
          </p:cNvPr>
          <p:cNvSpPr/>
          <p:nvPr userDrawn="1"/>
        </p:nvSpPr>
        <p:spPr>
          <a:xfrm rot="1534757">
            <a:off x="-961648" y="-603802"/>
            <a:ext cx="5772470" cy="6535941"/>
          </a:xfrm>
          <a:prstGeom prst="roundRect">
            <a:avLst>
              <a:gd name="adj" fmla="val 8069"/>
            </a:avLst>
          </a:pr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0C1A216E-368A-4FE7-B1D3-549CE5D3487C}"/>
              </a:ext>
            </a:extLst>
          </p:cNvPr>
          <p:cNvSpPr/>
          <p:nvPr userDrawn="1"/>
        </p:nvSpPr>
        <p:spPr>
          <a:xfrm rot="1534757">
            <a:off x="2508072" y="406960"/>
            <a:ext cx="10630047" cy="6535942"/>
          </a:xfrm>
          <a:prstGeom prst="roundRect">
            <a:avLst>
              <a:gd name="adj" fmla="val 8139"/>
            </a:avLst>
          </a:pr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D7E85841-083E-4151-9BD7-F6F7E770DEF2}"/>
              </a:ext>
            </a:extLst>
          </p:cNvPr>
          <p:cNvSpPr/>
          <p:nvPr userDrawn="1"/>
        </p:nvSpPr>
        <p:spPr>
          <a:xfrm rot="1534757">
            <a:off x="1618494" y="-2035876"/>
            <a:ext cx="11079226" cy="6878693"/>
          </a:xfrm>
          <a:prstGeom prst="roundRect">
            <a:avLst>
              <a:gd name="adj" fmla="val 5116"/>
            </a:avLst>
          </a:prstGeom>
          <a:gradFill flip="none" rotWithShape="1">
            <a:gsLst>
              <a:gs pos="0">
                <a:schemeClr val="accent3"/>
              </a:gs>
              <a:gs pos="53100">
                <a:srgbClr val="4988EB"/>
              </a:gs>
              <a:gs pos="100000">
                <a:srgbClr val="8160EB"/>
              </a:gs>
            </a:gsLst>
            <a:lin ang="8100000" scaled="1"/>
            <a:tileRect/>
          </a:gra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53AF6FBD-F21B-4092-993A-045253DDF332}"/>
              </a:ext>
            </a:extLst>
          </p:cNvPr>
          <p:cNvGrpSpPr/>
          <p:nvPr userDrawn="1"/>
        </p:nvGrpSpPr>
        <p:grpSpPr>
          <a:xfrm flipH="1" flipV="1">
            <a:off x="-3820047" y="2622701"/>
            <a:ext cx="6521450" cy="3311525"/>
            <a:chOff x="2946400" y="3860800"/>
            <a:chExt cx="6521450" cy="3311525"/>
          </a:xfrm>
        </p:grpSpPr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BDF0B779-9F5D-4CFD-BFCD-FE8C8C69E9E3}"/>
                </a:ext>
              </a:extLst>
            </p:cNvPr>
            <p:cNvCxnSpPr>
              <a:cxnSpLocks/>
            </p:cNvCxnSpPr>
            <p:nvPr/>
          </p:nvCxnSpPr>
          <p:spPr>
            <a:xfrm>
              <a:off x="3255169" y="4161763"/>
              <a:ext cx="6212681" cy="3010562"/>
            </a:xfrm>
            <a:prstGeom prst="line">
              <a:avLst/>
            </a:prstGeom>
            <a:ln>
              <a:solidFill>
                <a:schemeClr val="tx2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D57793C9-302B-498D-BEE5-77DFA3605460}"/>
                </a:ext>
              </a:extLst>
            </p:cNvPr>
            <p:cNvSpPr/>
            <p:nvPr/>
          </p:nvSpPr>
          <p:spPr>
            <a:xfrm>
              <a:off x="2946400" y="3860800"/>
              <a:ext cx="508000" cy="508000"/>
            </a:xfrm>
            <a:prstGeom prst="ellipse">
              <a:avLst/>
            </a:prstGeom>
            <a:ln>
              <a:solidFill>
                <a:schemeClr val="tx2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E7AB9E21-C9FD-4745-BBF2-129CAC5F31F5}"/>
                </a:ext>
              </a:extLst>
            </p:cNvPr>
            <p:cNvSpPr/>
            <p:nvPr/>
          </p:nvSpPr>
          <p:spPr>
            <a:xfrm flipH="1">
              <a:off x="3109912" y="4024312"/>
              <a:ext cx="180976" cy="180976"/>
            </a:xfrm>
            <a:prstGeom prst="ellipse">
              <a:avLst/>
            </a:prstGeom>
            <a:solidFill>
              <a:srgbClr val="DADD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E7CA67EC-B02E-4D8E-B6CD-68352198635D}"/>
              </a:ext>
            </a:extLst>
          </p:cNvPr>
          <p:cNvSpPr/>
          <p:nvPr userDrawn="1"/>
        </p:nvSpPr>
        <p:spPr>
          <a:xfrm rot="1534757">
            <a:off x="4582434" y="5782725"/>
            <a:ext cx="4874134" cy="470296"/>
          </a:xfrm>
          <a:custGeom>
            <a:avLst/>
            <a:gdLst>
              <a:gd name="connsiteX0" fmla="*/ 143618 w 4874134"/>
              <a:gd name="connsiteY0" fmla="*/ 18479 h 470296"/>
              <a:gd name="connsiteX1" fmla="*/ 235148 w 4874134"/>
              <a:gd name="connsiteY1" fmla="*/ 0 h 470296"/>
              <a:gd name="connsiteX2" fmla="*/ 4874134 w 4874134"/>
              <a:gd name="connsiteY2" fmla="*/ 0 h 470296"/>
              <a:gd name="connsiteX3" fmla="*/ 3891639 w 4874134"/>
              <a:gd name="connsiteY3" fmla="*/ 470296 h 470296"/>
              <a:gd name="connsiteX4" fmla="*/ 235148 w 4874134"/>
              <a:gd name="connsiteY4" fmla="*/ 470295 h 470296"/>
              <a:gd name="connsiteX5" fmla="*/ 0 w 4874134"/>
              <a:gd name="connsiteY5" fmla="*/ 235147 h 470296"/>
              <a:gd name="connsiteX6" fmla="*/ 0 w 4874134"/>
              <a:gd name="connsiteY6" fmla="*/ 235148 h 470296"/>
              <a:gd name="connsiteX7" fmla="*/ 143618 w 4874134"/>
              <a:gd name="connsiteY7" fmla="*/ 18479 h 470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874134" h="470296">
                <a:moveTo>
                  <a:pt x="143618" y="18479"/>
                </a:moveTo>
                <a:cubicBezTo>
                  <a:pt x="171751" y="6580"/>
                  <a:pt x="202681" y="0"/>
                  <a:pt x="235148" y="0"/>
                </a:cubicBezTo>
                <a:lnTo>
                  <a:pt x="4874134" y="0"/>
                </a:lnTo>
                <a:lnTo>
                  <a:pt x="3891639" y="470296"/>
                </a:lnTo>
                <a:lnTo>
                  <a:pt x="235148" y="470295"/>
                </a:lnTo>
                <a:cubicBezTo>
                  <a:pt x="105280" y="470295"/>
                  <a:pt x="0" y="365016"/>
                  <a:pt x="0" y="235147"/>
                </a:cubicBezTo>
                <a:lnTo>
                  <a:pt x="0" y="235148"/>
                </a:lnTo>
                <a:cubicBezTo>
                  <a:pt x="0" y="137747"/>
                  <a:pt x="59220" y="54176"/>
                  <a:pt x="143618" y="184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F8A1321F-06E2-45E9-8879-4A56FE0ED7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31542" y="-178312"/>
            <a:ext cx="9043085" cy="1107996"/>
          </a:xfrm>
        </p:spPr>
        <p:txBody>
          <a:bodyPr wrap="square">
            <a:sp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zh-CN" altLang="en-US" sz="6600" b="1" kern="1200" noProof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6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时尚简约风格模板</a:t>
            </a:r>
          </a:p>
        </p:txBody>
      </p:sp>
      <p:sp>
        <p:nvSpPr>
          <p:cNvPr id="19" name="文本占位符 18">
            <a:extLst>
              <a:ext uri="{FF2B5EF4-FFF2-40B4-BE49-F238E27FC236}">
                <a16:creationId xmlns:a16="http://schemas.microsoft.com/office/drawing/2014/main" id="{71A3F5F6-480C-4154-BA21-EA8D793857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04769" y="2552849"/>
            <a:ext cx="3924300" cy="369332"/>
          </a:xfrm>
        </p:spPr>
        <p:txBody>
          <a:bodyPr wrap="square">
            <a:sp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af-ZA" altLang="zh-CN" sz="1800" b="1" kern="1200" noProof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汇报人：</a:t>
            </a:r>
            <a:r>
              <a:rPr kumimoji="0" lang="af-ZA" altLang="zh-CN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OfficePLUS</a:t>
            </a:r>
          </a:p>
        </p:txBody>
      </p:sp>
    </p:spTree>
    <p:extLst>
      <p:ext uri="{BB962C8B-B14F-4D97-AF65-F5344CB8AC3E}">
        <p14:creationId xmlns:p14="http://schemas.microsoft.com/office/powerpoint/2010/main" val="30562181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7666967C-6376-4B37-A5D7-2280C3932BE5}"/>
              </a:ext>
            </a:extLst>
          </p:cNvPr>
          <p:cNvSpPr/>
          <p:nvPr userDrawn="1"/>
        </p:nvSpPr>
        <p:spPr>
          <a:xfrm rot="19317930">
            <a:off x="-206426" y="-1058701"/>
            <a:ext cx="3958486" cy="2533744"/>
          </a:xfrm>
          <a:custGeom>
            <a:avLst/>
            <a:gdLst>
              <a:gd name="connsiteX0" fmla="*/ 719464 w 3958486"/>
              <a:gd name="connsiteY0" fmla="*/ 0 h 2533744"/>
              <a:gd name="connsiteX1" fmla="*/ 3958486 w 3958486"/>
              <a:gd name="connsiteY1" fmla="*/ 2533744 h 2533744"/>
              <a:gd name="connsiteX2" fmla="*/ 469762 w 3958486"/>
              <a:gd name="connsiteY2" fmla="*/ 2533744 h 2533744"/>
              <a:gd name="connsiteX3" fmla="*/ 0 w 3958486"/>
              <a:gd name="connsiteY3" fmla="*/ 2063982 h 2533744"/>
              <a:gd name="connsiteX4" fmla="*/ 0 w 3958486"/>
              <a:gd name="connsiteY4" fmla="*/ 919730 h 2533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58486" h="2533744">
                <a:moveTo>
                  <a:pt x="719464" y="0"/>
                </a:moveTo>
                <a:lnTo>
                  <a:pt x="3958486" y="2533744"/>
                </a:lnTo>
                <a:lnTo>
                  <a:pt x="469762" y="2533744"/>
                </a:lnTo>
                <a:cubicBezTo>
                  <a:pt x="210320" y="2533744"/>
                  <a:pt x="0" y="2323424"/>
                  <a:pt x="0" y="2063982"/>
                </a:cubicBezTo>
                <a:lnTo>
                  <a:pt x="0" y="91973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FD73F90-0606-4908-ABFA-812052F2FA14}"/>
              </a:ext>
            </a:extLst>
          </p:cNvPr>
          <p:cNvSpPr/>
          <p:nvPr userDrawn="1"/>
        </p:nvSpPr>
        <p:spPr>
          <a:xfrm>
            <a:off x="824767" y="3463801"/>
            <a:ext cx="163841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b="1" spc="3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sz="1600" b="1" spc="3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09D598D-8C80-409F-AF3D-FE5050423840}"/>
              </a:ext>
            </a:extLst>
          </p:cNvPr>
          <p:cNvSpPr txBox="1"/>
          <p:nvPr userDrawn="1"/>
        </p:nvSpPr>
        <p:spPr>
          <a:xfrm>
            <a:off x="428794" y="2590771"/>
            <a:ext cx="23296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en-US" altLang="zh-CN" sz="48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F2AD5E4E-D8C0-457C-9C6B-323CFA025CBF}"/>
              </a:ext>
            </a:extLst>
          </p:cNvPr>
          <p:cNvCxnSpPr/>
          <p:nvPr userDrawn="1"/>
        </p:nvCxnSpPr>
        <p:spPr>
          <a:xfrm>
            <a:off x="981800" y="3404438"/>
            <a:ext cx="1313398" cy="0"/>
          </a:xfrm>
          <a:prstGeom prst="line">
            <a:avLst/>
          </a:prstGeom>
          <a:ln w="635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943A73ED-F065-4B72-83EB-6682D5FE636B}"/>
              </a:ext>
            </a:extLst>
          </p:cNvPr>
          <p:cNvSpPr/>
          <p:nvPr userDrawn="1"/>
        </p:nvSpPr>
        <p:spPr>
          <a:xfrm rot="19317930">
            <a:off x="-875421" y="5109"/>
            <a:ext cx="2397897" cy="2015181"/>
          </a:xfrm>
          <a:custGeom>
            <a:avLst/>
            <a:gdLst>
              <a:gd name="connsiteX0" fmla="*/ 1576387 w 2397897"/>
              <a:gd name="connsiteY0" fmla="*/ 0 h 2015181"/>
              <a:gd name="connsiteX1" fmla="*/ 2397897 w 2397897"/>
              <a:gd name="connsiteY1" fmla="*/ 642631 h 2015181"/>
              <a:gd name="connsiteX2" fmla="*/ 2397897 w 2397897"/>
              <a:gd name="connsiteY2" fmla="*/ 1545419 h 2015181"/>
              <a:gd name="connsiteX3" fmla="*/ 1928135 w 2397897"/>
              <a:gd name="connsiteY3" fmla="*/ 2015181 h 2015181"/>
              <a:gd name="connsiteX4" fmla="*/ 0 w 2397897"/>
              <a:gd name="connsiteY4" fmla="*/ 2015181 h 2015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97897" h="2015181">
                <a:moveTo>
                  <a:pt x="1576387" y="0"/>
                </a:moveTo>
                <a:lnTo>
                  <a:pt x="2397897" y="642631"/>
                </a:lnTo>
                <a:lnTo>
                  <a:pt x="2397897" y="1545419"/>
                </a:lnTo>
                <a:cubicBezTo>
                  <a:pt x="2397897" y="1804861"/>
                  <a:pt x="2187577" y="2015181"/>
                  <a:pt x="1928135" y="2015181"/>
                </a:cubicBezTo>
                <a:lnTo>
                  <a:pt x="0" y="201518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5" name="任意多边形: 形状 24">
            <a:extLst>
              <a:ext uri="{FF2B5EF4-FFF2-40B4-BE49-F238E27FC236}">
                <a16:creationId xmlns:a16="http://schemas.microsoft.com/office/drawing/2014/main" id="{EA2759D9-2366-4283-81E0-16D2EC420698}"/>
              </a:ext>
            </a:extLst>
          </p:cNvPr>
          <p:cNvSpPr/>
          <p:nvPr userDrawn="1"/>
        </p:nvSpPr>
        <p:spPr>
          <a:xfrm rot="19333288">
            <a:off x="-383456" y="-476607"/>
            <a:ext cx="2422640" cy="1346307"/>
          </a:xfrm>
          <a:custGeom>
            <a:avLst/>
            <a:gdLst>
              <a:gd name="connsiteX0" fmla="*/ 685649 w 2422640"/>
              <a:gd name="connsiteY0" fmla="*/ 0 h 1346307"/>
              <a:gd name="connsiteX1" fmla="*/ 2422640 w 2422640"/>
              <a:gd name="connsiteY1" fmla="*/ 1346307 h 1346307"/>
              <a:gd name="connsiteX2" fmla="*/ 521221 w 2422640"/>
              <a:gd name="connsiteY2" fmla="*/ 1346307 h 1346307"/>
              <a:gd name="connsiteX3" fmla="*/ 4051 w 2422640"/>
              <a:gd name="connsiteY3" fmla="*/ 924801 h 1346307"/>
              <a:gd name="connsiteX4" fmla="*/ 0 w 2422640"/>
              <a:gd name="connsiteY4" fmla="*/ 884617 h 13463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2640" h="1346307">
                <a:moveTo>
                  <a:pt x="685649" y="0"/>
                </a:moveTo>
                <a:lnTo>
                  <a:pt x="2422640" y="1346307"/>
                </a:lnTo>
                <a:lnTo>
                  <a:pt x="521221" y="1346307"/>
                </a:lnTo>
                <a:cubicBezTo>
                  <a:pt x="266116" y="1346307"/>
                  <a:pt x="53275" y="1165354"/>
                  <a:pt x="4051" y="924801"/>
                </a:cubicBezTo>
                <a:lnTo>
                  <a:pt x="0" y="884617"/>
                </a:ln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53100">
                <a:srgbClr val="4988EB"/>
              </a:gs>
              <a:gs pos="100000">
                <a:srgbClr val="8160EB"/>
              </a:gs>
            </a:gsLst>
            <a:lin ang="8100000" scaled="1"/>
            <a:tileRect/>
          </a:gra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2E2C6827-43A0-4007-80CB-7C4D4CAF3391}"/>
              </a:ext>
            </a:extLst>
          </p:cNvPr>
          <p:cNvSpPr/>
          <p:nvPr userDrawn="1"/>
        </p:nvSpPr>
        <p:spPr>
          <a:xfrm rot="19317930">
            <a:off x="10383262" y="4827181"/>
            <a:ext cx="2760000" cy="2098615"/>
          </a:xfrm>
          <a:custGeom>
            <a:avLst/>
            <a:gdLst>
              <a:gd name="connsiteX0" fmla="*/ 2760000 w 2760000"/>
              <a:gd name="connsiteY0" fmla="*/ 0 h 2098615"/>
              <a:gd name="connsiteX1" fmla="*/ 1118347 w 2760000"/>
              <a:gd name="connsiteY1" fmla="*/ 2098615 h 2098615"/>
              <a:gd name="connsiteX2" fmla="*/ 0 w 2760000"/>
              <a:gd name="connsiteY2" fmla="*/ 1223782 h 2098615"/>
              <a:gd name="connsiteX3" fmla="*/ 0 w 2760000"/>
              <a:gd name="connsiteY3" fmla="*/ 469762 h 2098615"/>
              <a:gd name="connsiteX4" fmla="*/ 469762 w 2760000"/>
              <a:gd name="connsiteY4" fmla="*/ 0 h 2098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0000" h="2098615">
                <a:moveTo>
                  <a:pt x="2760000" y="0"/>
                </a:moveTo>
                <a:lnTo>
                  <a:pt x="1118347" y="2098615"/>
                </a:lnTo>
                <a:lnTo>
                  <a:pt x="0" y="1223782"/>
                </a:lnTo>
                <a:lnTo>
                  <a:pt x="0" y="469762"/>
                </a:lnTo>
                <a:cubicBezTo>
                  <a:pt x="0" y="210320"/>
                  <a:pt x="210320" y="0"/>
                  <a:pt x="46976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7" name="任意多边形: 形状 26">
            <a:extLst>
              <a:ext uri="{FF2B5EF4-FFF2-40B4-BE49-F238E27FC236}">
                <a16:creationId xmlns:a16="http://schemas.microsoft.com/office/drawing/2014/main" id="{CEBDAC50-192B-4545-A03D-2EC4BBF65006}"/>
              </a:ext>
            </a:extLst>
          </p:cNvPr>
          <p:cNvSpPr/>
          <p:nvPr userDrawn="1"/>
        </p:nvSpPr>
        <p:spPr>
          <a:xfrm rot="19317930">
            <a:off x="10232169" y="6103326"/>
            <a:ext cx="2008903" cy="1337096"/>
          </a:xfrm>
          <a:custGeom>
            <a:avLst/>
            <a:gdLst>
              <a:gd name="connsiteX0" fmla="*/ 1801789 w 2008903"/>
              <a:gd name="connsiteY0" fmla="*/ 80229 h 1337096"/>
              <a:gd name="connsiteX1" fmla="*/ 2008903 w 2008903"/>
              <a:gd name="connsiteY1" fmla="*/ 469762 h 1337096"/>
              <a:gd name="connsiteX2" fmla="*/ 2008903 w 2008903"/>
              <a:gd name="connsiteY2" fmla="*/ 954073 h 1337096"/>
              <a:gd name="connsiteX3" fmla="*/ 1709282 w 2008903"/>
              <a:gd name="connsiteY3" fmla="*/ 1337096 h 1337096"/>
              <a:gd name="connsiteX4" fmla="*/ 0 w 2008903"/>
              <a:gd name="connsiteY4" fmla="*/ 0 h 1337096"/>
              <a:gd name="connsiteX5" fmla="*/ 1539141 w 2008903"/>
              <a:gd name="connsiteY5" fmla="*/ 0 h 1337096"/>
              <a:gd name="connsiteX6" fmla="*/ 1801789 w 2008903"/>
              <a:gd name="connsiteY6" fmla="*/ 80229 h 1337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08903" h="1337096">
                <a:moveTo>
                  <a:pt x="1801789" y="80229"/>
                </a:moveTo>
                <a:cubicBezTo>
                  <a:pt x="1926746" y="164648"/>
                  <a:pt x="2008904" y="307611"/>
                  <a:pt x="2008903" y="469762"/>
                </a:cubicBezTo>
                <a:lnTo>
                  <a:pt x="2008903" y="954073"/>
                </a:lnTo>
                <a:lnTo>
                  <a:pt x="1709282" y="1337096"/>
                </a:lnTo>
                <a:lnTo>
                  <a:pt x="0" y="0"/>
                </a:lnTo>
                <a:lnTo>
                  <a:pt x="1539141" y="0"/>
                </a:lnTo>
                <a:cubicBezTo>
                  <a:pt x="1636432" y="0"/>
                  <a:pt x="1726814" y="29576"/>
                  <a:pt x="1801789" y="8022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63D76CC3-C00A-46A9-9277-1C54FE59FACF}"/>
              </a:ext>
            </a:extLst>
          </p:cNvPr>
          <p:cNvSpPr/>
          <p:nvPr userDrawn="1"/>
        </p:nvSpPr>
        <p:spPr>
          <a:xfrm rot="19333288">
            <a:off x="11349172" y="6046887"/>
            <a:ext cx="1254668" cy="877072"/>
          </a:xfrm>
          <a:custGeom>
            <a:avLst/>
            <a:gdLst>
              <a:gd name="connsiteX0" fmla="*/ 1254668 w 1254668"/>
              <a:gd name="connsiteY0" fmla="*/ 0 h 877072"/>
              <a:gd name="connsiteX1" fmla="*/ 574866 w 1254668"/>
              <a:gd name="connsiteY1" fmla="*/ 877072 h 877072"/>
              <a:gd name="connsiteX2" fmla="*/ 0 w 1254668"/>
              <a:gd name="connsiteY2" fmla="*/ 431506 h 877072"/>
              <a:gd name="connsiteX3" fmla="*/ 1008 w 1254668"/>
              <a:gd name="connsiteY3" fmla="*/ 421506 h 877072"/>
              <a:gd name="connsiteX4" fmla="*/ 518178 w 1254668"/>
              <a:gd name="connsiteY4" fmla="*/ 0 h 877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4668" h="877072">
                <a:moveTo>
                  <a:pt x="1254668" y="0"/>
                </a:moveTo>
                <a:lnTo>
                  <a:pt x="574866" y="877072"/>
                </a:lnTo>
                <a:lnTo>
                  <a:pt x="0" y="431506"/>
                </a:lnTo>
                <a:lnTo>
                  <a:pt x="1008" y="421506"/>
                </a:lnTo>
                <a:cubicBezTo>
                  <a:pt x="50232" y="180953"/>
                  <a:pt x="263073" y="0"/>
                  <a:pt x="51817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53100">
                <a:srgbClr val="4988EB"/>
              </a:gs>
              <a:gs pos="100000">
                <a:srgbClr val="8160EB"/>
              </a:gs>
            </a:gsLst>
            <a:lin ang="8100000" scaled="1"/>
            <a:tileRect/>
          </a:gra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5164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6C6D9F24-3291-4052-94DE-B222333D819F}"/>
              </a:ext>
            </a:extLst>
          </p:cNvPr>
          <p:cNvSpPr/>
          <p:nvPr userDrawn="1"/>
        </p:nvSpPr>
        <p:spPr>
          <a:xfrm rot="1461033">
            <a:off x="3755140" y="-356669"/>
            <a:ext cx="8532557" cy="714221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4AC81769-B89F-4E89-861C-F83015CD9903}"/>
              </a:ext>
            </a:extLst>
          </p:cNvPr>
          <p:cNvSpPr/>
          <p:nvPr userDrawn="1"/>
        </p:nvSpPr>
        <p:spPr>
          <a:xfrm rot="1461033">
            <a:off x="3562706" y="-1820090"/>
            <a:ext cx="11744819" cy="9312052"/>
          </a:xfrm>
          <a:prstGeom prst="roundRect">
            <a:avLst>
              <a:gd name="adj" fmla="val 1913"/>
            </a:avLst>
          </a:pr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7D1FB5B0-3B9E-4611-A71F-3300E7CCFBA9}"/>
              </a:ext>
            </a:extLst>
          </p:cNvPr>
          <p:cNvSpPr/>
          <p:nvPr userDrawn="1"/>
        </p:nvSpPr>
        <p:spPr>
          <a:xfrm rot="1461033">
            <a:off x="8771527" y="-353675"/>
            <a:ext cx="5695918" cy="4867429"/>
          </a:xfrm>
          <a:prstGeom prst="roundRect">
            <a:avLst>
              <a:gd name="adj" fmla="val 3890"/>
            </a:avLst>
          </a:prstGeom>
          <a:gradFill flip="none" rotWithShape="1">
            <a:gsLst>
              <a:gs pos="0">
                <a:schemeClr val="accent3"/>
              </a:gs>
              <a:gs pos="53100">
                <a:srgbClr val="4988EB"/>
              </a:gs>
              <a:gs pos="100000">
                <a:srgbClr val="8160EB"/>
              </a:gs>
            </a:gsLst>
            <a:lin ang="8100000" scaled="1"/>
            <a:tileRect/>
          </a:gra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9182188C-C240-44CD-AC8B-4343170F88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95725" y="1220398"/>
            <a:ext cx="3905250" cy="2646878"/>
          </a:xfrm>
        </p:spPr>
        <p:txBody>
          <a:bodyPr wrap="square">
            <a:sp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zh-CN" altLang="en-US" sz="16600" b="1" i="0" kern="1200" noProof="0">
                <a:gradFill flip="none" rotWithShape="1">
                  <a:gsLst>
                    <a:gs pos="0">
                      <a:schemeClr val="accent3"/>
                    </a:gs>
                    <a:gs pos="100000">
                      <a:srgbClr val="8160EB"/>
                    </a:gs>
                    <a:gs pos="64000">
                      <a:schemeClr val="accent4"/>
                    </a:gs>
                  </a:gsLst>
                  <a:lin ang="5400000" scaled="1"/>
                  <a:tileRect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6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66DDD5"/>
                    </a:gs>
                    <a:gs pos="100000">
                      <a:srgbClr val="8160EB"/>
                    </a:gs>
                    <a:gs pos="64000">
                      <a:srgbClr val="0081E1"/>
                    </a:gs>
                  </a:gsLst>
                  <a:lin ang="5400000" scaled="1"/>
                  <a:tileRect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01</a:t>
            </a:r>
            <a:endParaRPr kumimoji="0" lang="zh-CN" altLang="en-US" sz="16600" b="1" i="1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66DDD5"/>
                  </a:gs>
                  <a:gs pos="100000">
                    <a:srgbClr val="8160EB"/>
                  </a:gs>
                  <a:gs pos="64000">
                    <a:srgbClr val="0081E1"/>
                  </a:gs>
                </a:gsLst>
                <a:lin ang="5400000" scaled="1"/>
                <a:tileRect/>
              </a:gra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文本占位符 13">
            <a:extLst>
              <a:ext uri="{FF2B5EF4-FFF2-40B4-BE49-F238E27FC236}">
                <a16:creationId xmlns:a16="http://schemas.microsoft.com/office/drawing/2014/main" id="{BB746B37-BF8F-4C5B-9A06-C9F4C118300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662237" y="3727855"/>
            <a:ext cx="6867526" cy="1107996"/>
          </a:xfrm>
        </p:spPr>
        <p:txBody>
          <a:bodyPr wrap="square">
            <a:sp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af-ZA" altLang="zh-CN" sz="6600" b="1" kern="1200" noProof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f-ZA" altLang="zh-CN" sz="6600" b="1" i="0" u="none" strike="noStrike" kern="120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0086379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hlinkClick r:id="" action="ppaction://noaction"/>
            <a:extLst>
              <a:ext uri="{FF2B5EF4-FFF2-40B4-BE49-F238E27FC236}">
                <a16:creationId xmlns:a16="http://schemas.microsoft.com/office/drawing/2014/main" id="{482E827E-84EC-6E36-FA77-8791F50907F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604" t="2131"/>
          <a:stretch/>
        </p:blipFill>
        <p:spPr>
          <a:xfrm>
            <a:off x="-1" y="-1"/>
            <a:ext cx="1275483" cy="804442"/>
          </a:xfrm>
          <a:prstGeom prst="rect">
            <a:avLst/>
          </a:prstGeom>
        </p:spPr>
      </p:pic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BF6E37FC-FB6B-AF19-9001-539462C91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01226" y="6283338"/>
            <a:ext cx="2743200" cy="461665"/>
          </a:xfrm>
        </p:spPr>
        <p:txBody>
          <a:bodyPr/>
          <a:lstStyle>
            <a:lvl1pPr>
              <a:defRPr kumimoji="0" lang="zh-CN" altLang="en-US" sz="2400" b="1" i="0" u="none" strike="noStrike" kern="1200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fld id="{A86B3AB6-3DCE-4D14-AA80-0D566E9A0DB8}" type="slidenum">
              <a:rPr lang="en-US" altLang="zh-CN" smtClean="0"/>
              <a:pPr/>
              <a:t>‹#›</a:t>
            </a:fld>
            <a:endParaRPr 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0647B0E-1A9D-27D0-0971-D7BECFCF8FA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0810" y="146608"/>
            <a:ext cx="2290030" cy="734033"/>
          </a:xfrm>
          <a:prstGeom prst="rect">
            <a:avLst/>
          </a:prstGeom>
        </p:spPr>
      </p:pic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3577468E-4EF5-D8B2-9E43-C91B9E4182A8}"/>
              </a:ext>
            </a:extLst>
          </p:cNvPr>
          <p:cNvCxnSpPr/>
          <p:nvPr userDrawn="1"/>
        </p:nvCxnSpPr>
        <p:spPr>
          <a:xfrm>
            <a:off x="600807" y="973016"/>
            <a:ext cx="10990385" cy="0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37288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26C325E3-9A67-4205-8E7E-6EC9FEAC40F9}"/>
              </a:ext>
            </a:extLst>
          </p:cNvPr>
          <p:cNvSpPr/>
          <p:nvPr userDrawn="1"/>
        </p:nvSpPr>
        <p:spPr>
          <a:xfrm rot="1534757">
            <a:off x="-961648" y="-603802"/>
            <a:ext cx="5772470" cy="6535941"/>
          </a:xfrm>
          <a:custGeom>
            <a:avLst/>
            <a:gdLst>
              <a:gd name="connsiteX0" fmla="*/ 0 w 5772470"/>
              <a:gd name="connsiteY0" fmla="*/ 1695879 h 6535941"/>
              <a:gd name="connsiteX1" fmla="*/ 3542860 w 5772470"/>
              <a:gd name="connsiteY1" fmla="*/ 0 h 6535941"/>
              <a:gd name="connsiteX2" fmla="*/ 5243255 w 5772470"/>
              <a:gd name="connsiteY2" fmla="*/ 0 h 6535941"/>
              <a:gd name="connsiteX3" fmla="*/ 5772470 w 5772470"/>
              <a:gd name="connsiteY3" fmla="*/ 529215 h 6535941"/>
              <a:gd name="connsiteX4" fmla="*/ 5772470 w 5772470"/>
              <a:gd name="connsiteY4" fmla="*/ 6006726 h 6535941"/>
              <a:gd name="connsiteX5" fmla="*/ 5243255 w 5772470"/>
              <a:gd name="connsiteY5" fmla="*/ 6535941 h 6535941"/>
              <a:gd name="connsiteX6" fmla="*/ 2316817 w 5772470"/>
              <a:gd name="connsiteY6" fmla="*/ 6535941 h 6535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72470" h="6535941">
                <a:moveTo>
                  <a:pt x="0" y="1695879"/>
                </a:moveTo>
                <a:lnTo>
                  <a:pt x="3542860" y="0"/>
                </a:lnTo>
                <a:lnTo>
                  <a:pt x="5243255" y="0"/>
                </a:lnTo>
                <a:cubicBezTo>
                  <a:pt x="5535532" y="0"/>
                  <a:pt x="5772470" y="236938"/>
                  <a:pt x="5772470" y="529215"/>
                </a:cubicBezTo>
                <a:lnTo>
                  <a:pt x="5772470" y="6006726"/>
                </a:lnTo>
                <a:cubicBezTo>
                  <a:pt x="5772470" y="6299003"/>
                  <a:pt x="5535532" y="6535941"/>
                  <a:pt x="5243255" y="6535941"/>
                </a:cubicBezTo>
                <a:lnTo>
                  <a:pt x="2316817" y="653594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0C1A216E-368A-4FE7-B1D3-549CE5D3487C}"/>
              </a:ext>
            </a:extLst>
          </p:cNvPr>
          <p:cNvSpPr/>
          <p:nvPr userDrawn="1"/>
        </p:nvSpPr>
        <p:spPr>
          <a:xfrm rot="1534757">
            <a:off x="2508072" y="406960"/>
            <a:ext cx="10630047" cy="6535942"/>
          </a:xfrm>
          <a:custGeom>
            <a:avLst/>
            <a:gdLst>
              <a:gd name="connsiteX0" fmla="*/ 0 w 10630047"/>
              <a:gd name="connsiteY0" fmla="*/ 1737887 h 6535942"/>
              <a:gd name="connsiteX1" fmla="*/ 3630618 w 10630047"/>
              <a:gd name="connsiteY1" fmla="*/ 0 h 6535942"/>
              <a:gd name="connsiteX2" fmla="*/ 8594363 w 10630047"/>
              <a:gd name="connsiteY2" fmla="*/ 0 h 6535942"/>
              <a:gd name="connsiteX3" fmla="*/ 10630047 w 10630047"/>
              <a:gd name="connsiteY3" fmla="*/ 4252746 h 6535942"/>
              <a:gd name="connsiteX4" fmla="*/ 5860227 w 10630047"/>
              <a:gd name="connsiteY4" fmla="*/ 6535941 h 6535942"/>
              <a:gd name="connsiteX5" fmla="*/ 529216 w 10630047"/>
              <a:gd name="connsiteY5" fmla="*/ 6535942 h 6535942"/>
              <a:gd name="connsiteX6" fmla="*/ 0 w 10630047"/>
              <a:gd name="connsiteY6" fmla="*/ 6006726 h 6535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30047" h="6535942">
                <a:moveTo>
                  <a:pt x="0" y="1737887"/>
                </a:moveTo>
                <a:lnTo>
                  <a:pt x="3630618" y="0"/>
                </a:lnTo>
                <a:lnTo>
                  <a:pt x="8594363" y="0"/>
                </a:lnTo>
                <a:lnTo>
                  <a:pt x="10630047" y="4252746"/>
                </a:lnTo>
                <a:lnTo>
                  <a:pt x="5860227" y="6535941"/>
                </a:lnTo>
                <a:lnTo>
                  <a:pt x="529216" y="6535942"/>
                </a:lnTo>
                <a:cubicBezTo>
                  <a:pt x="236938" y="6535941"/>
                  <a:pt x="0" y="6299003"/>
                  <a:pt x="0" y="600672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D7E85841-083E-4151-9BD7-F6F7E770DEF2}"/>
              </a:ext>
            </a:extLst>
          </p:cNvPr>
          <p:cNvSpPr/>
          <p:nvPr userDrawn="1"/>
        </p:nvSpPr>
        <p:spPr>
          <a:xfrm rot="1534757">
            <a:off x="1603979" y="-2037486"/>
            <a:ext cx="11079226" cy="6878693"/>
          </a:xfrm>
          <a:custGeom>
            <a:avLst/>
            <a:gdLst>
              <a:gd name="connsiteX0" fmla="*/ 0 w 11079226"/>
              <a:gd name="connsiteY0" fmla="*/ 4535048 h 6878693"/>
              <a:gd name="connsiteX1" fmla="*/ 9474166 w 11079226"/>
              <a:gd name="connsiteY1" fmla="*/ 0 h 6878693"/>
              <a:gd name="connsiteX2" fmla="*/ 11079226 w 11079226"/>
              <a:gd name="connsiteY2" fmla="*/ 3353130 h 6878693"/>
              <a:gd name="connsiteX3" fmla="*/ 11079226 w 11079226"/>
              <a:gd name="connsiteY3" fmla="*/ 6257922 h 6878693"/>
              <a:gd name="connsiteX4" fmla="*/ 10458455 w 11079226"/>
              <a:gd name="connsiteY4" fmla="*/ 6878693 h 6878693"/>
              <a:gd name="connsiteX5" fmla="*/ 620771 w 11079226"/>
              <a:gd name="connsiteY5" fmla="*/ 6878693 h 6878693"/>
              <a:gd name="connsiteX6" fmla="*/ 0 w 11079226"/>
              <a:gd name="connsiteY6" fmla="*/ 6257922 h 687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079226" h="6878693">
                <a:moveTo>
                  <a:pt x="0" y="4535048"/>
                </a:moveTo>
                <a:lnTo>
                  <a:pt x="9474166" y="0"/>
                </a:lnTo>
                <a:lnTo>
                  <a:pt x="11079226" y="3353130"/>
                </a:lnTo>
                <a:lnTo>
                  <a:pt x="11079226" y="6257922"/>
                </a:lnTo>
                <a:cubicBezTo>
                  <a:pt x="11079226" y="6600764"/>
                  <a:pt x="10801297" y="6878693"/>
                  <a:pt x="10458455" y="6878693"/>
                </a:cubicBezTo>
                <a:lnTo>
                  <a:pt x="620771" y="6878693"/>
                </a:lnTo>
                <a:cubicBezTo>
                  <a:pt x="277929" y="6878693"/>
                  <a:pt x="0" y="6600764"/>
                  <a:pt x="0" y="625792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53100">
                <a:srgbClr val="4988EB"/>
              </a:gs>
              <a:gs pos="100000">
                <a:srgbClr val="8160EB"/>
              </a:gs>
            </a:gsLst>
            <a:lin ang="8100000" scaled="1"/>
            <a:tileRect/>
          </a:gra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956CF7EF-AC1E-4956-A4A7-E7537704A387}"/>
              </a:ext>
            </a:extLst>
          </p:cNvPr>
          <p:cNvCxnSpPr>
            <a:cxnSpLocks/>
          </p:cNvCxnSpPr>
          <p:nvPr userDrawn="1"/>
        </p:nvCxnSpPr>
        <p:spPr>
          <a:xfrm>
            <a:off x="4198256" y="3132571"/>
            <a:ext cx="663487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53AF6FBD-F21B-4092-993A-045253DDF332}"/>
              </a:ext>
            </a:extLst>
          </p:cNvPr>
          <p:cNvGrpSpPr/>
          <p:nvPr userDrawn="1"/>
        </p:nvGrpSpPr>
        <p:grpSpPr>
          <a:xfrm flipH="1" flipV="1">
            <a:off x="-3820047" y="2622701"/>
            <a:ext cx="6521450" cy="3311525"/>
            <a:chOff x="2946400" y="3860800"/>
            <a:chExt cx="6521450" cy="3311525"/>
          </a:xfrm>
        </p:grpSpPr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BDF0B779-9F5D-4CFD-BFCD-FE8C8C69E9E3}"/>
                </a:ext>
              </a:extLst>
            </p:cNvPr>
            <p:cNvCxnSpPr>
              <a:cxnSpLocks/>
            </p:cNvCxnSpPr>
            <p:nvPr/>
          </p:nvCxnSpPr>
          <p:spPr>
            <a:xfrm>
              <a:off x="3255169" y="4161763"/>
              <a:ext cx="6212681" cy="3010562"/>
            </a:xfrm>
            <a:prstGeom prst="line">
              <a:avLst/>
            </a:prstGeom>
            <a:ln>
              <a:solidFill>
                <a:schemeClr val="tx2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D57793C9-302B-498D-BEE5-77DFA3605460}"/>
                </a:ext>
              </a:extLst>
            </p:cNvPr>
            <p:cNvSpPr/>
            <p:nvPr/>
          </p:nvSpPr>
          <p:spPr>
            <a:xfrm>
              <a:off x="2946400" y="3860800"/>
              <a:ext cx="508000" cy="508000"/>
            </a:xfrm>
            <a:prstGeom prst="ellipse">
              <a:avLst/>
            </a:prstGeom>
            <a:ln>
              <a:solidFill>
                <a:schemeClr val="tx2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E7AB9E21-C9FD-4745-BBF2-129CAC5F31F5}"/>
                </a:ext>
              </a:extLst>
            </p:cNvPr>
            <p:cNvSpPr/>
            <p:nvPr/>
          </p:nvSpPr>
          <p:spPr>
            <a:xfrm flipH="1">
              <a:off x="3109912" y="4024312"/>
              <a:ext cx="180976" cy="180976"/>
            </a:xfrm>
            <a:prstGeom prst="ellipse">
              <a:avLst/>
            </a:prstGeom>
            <a:solidFill>
              <a:srgbClr val="DADD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E7CA67EC-B02E-4D8E-B6CD-68352198635D}"/>
              </a:ext>
            </a:extLst>
          </p:cNvPr>
          <p:cNvSpPr/>
          <p:nvPr userDrawn="1"/>
        </p:nvSpPr>
        <p:spPr>
          <a:xfrm rot="1534757">
            <a:off x="4582434" y="5782725"/>
            <a:ext cx="4874134" cy="470296"/>
          </a:xfrm>
          <a:custGeom>
            <a:avLst/>
            <a:gdLst>
              <a:gd name="connsiteX0" fmla="*/ 143618 w 4874134"/>
              <a:gd name="connsiteY0" fmla="*/ 18479 h 470296"/>
              <a:gd name="connsiteX1" fmla="*/ 235148 w 4874134"/>
              <a:gd name="connsiteY1" fmla="*/ 0 h 470296"/>
              <a:gd name="connsiteX2" fmla="*/ 4874134 w 4874134"/>
              <a:gd name="connsiteY2" fmla="*/ 0 h 470296"/>
              <a:gd name="connsiteX3" fmla="*/ 3891639 w 4874134"/>
              <a:gd name="connsiteY3" fmla="*/ 470296 h 470296"/>
              <a:gd name="connsiteX4" fmla="*/ 235148 w 4874134"/>
              <a:gd name="connsiteY4" fmla="*/ 470295 h 470296"/>
              <a:gd name="connsiteX5" fmla="*/ 0 w 4874134"/>
              <a:gd name="connsiteY5" fmla="*/ 235147 h 470296"/>
              <a:gd name="connsiteX6" fmla="*/ 0 w 4874134"/>
              <a:gd name="connsiteY6" fmla="*/ 235148 h 470296"/>
              <a:gd name="connsiteX7" fmla="*/ 143618 w 4874134"/>
              <a:gd name="connsiteY7" fmla="*/ 18479 h 470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874134" h="470296">
                <a:moveTo>
                  <a:pt x="143618" y="18479"/>
                </a:moveTo>
                <a:cubicBezTo>
                  <a:pt x="171751" y="6580"/>
                  <a:pt x="202681" y="0"/>
                  <a:pt x="235148" y="0"/>
                </a:cubicBezTo>
                <a:lnTo>
                  <a:pt x="4874134" y="0"/>
                </a:lnTo>
                <a:lnTo>
                  <a:pt x="3891639" y="470296"/>
                </a:lnTo>
                <a:lnTo>
                  <a:pt x="235148" y="470295"/>
                </a:lnTo>
                <a:cubicBezTo>
                  <a:pt x="105280" y="470295"/>
                  <a:pt x="0" y="365016"/>
                  <a:pt x="0" y="235147"/>
                </a:cubicBezTo>
                <a:lnTo>
                  <a:pt x="0" y="235148"/>
                </a:lnTo>
                <a:cubicBezTo>
                  <a:pt x="0" y="137747"/>
                  <a:pt x="59220" y="54176"/>
                  <a:pt x="143618" y="184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F8A1321F-06E2-45E9-8879-4A56FE0ED7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57829" y="1181635"/>
            <a:ext cx="9043085" cy="1862048"/>
          </a:xfrm>
        </p:spPr>
        <p:txBody>
          <a:bodyPr wrap="square">
            <a:sp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zh-CN" altLang="en-US" sz="11500" b="1" kern="1200" noProof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5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谢谢</a:t>
            </a:r>
          </a:p>
        </p:txBody>
      </p:sp>
      <p:sp>
        <p:nvSpPr>
          <p:cNvPr id="19" name="文本占位符 18">
            <a:extLst>
              <a:ext uri="{FF2B5EF4-FFF2-40B4-BE49-F238E27FC236}">
                <a16:creationId xmlns:a16="http://schemas.microsoft.com/office/drawing/2014/main" id="{71A3F5F6-480C-4154-BA21-EA8D793857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73019" y="3309407"/>
            <a:ext cx="3924300" cy="369332"/>
          </a:xfrm>
        </p:spPr>
        <p:txBody>
          <a:bodyPr wrap="square">
            <a:sp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af-ZA" altLang="zh-CN" sz="1800" b="1" kern="1200" noProof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汇报人：</a:t>
            </a:r>
            <a:r>
              <a:rPr kumimoji="0" lang="af-ZA" altLang="zh-CN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OfficePLUS</a:t>
            </a:r>
          </a:p>
        </p:txBody>
      </p:sp>
    </p:spTree>
    <p:extLst>
      <p:ext uri="{BB962C8B-B14F-4D97-AF65-F5344CB8AC3E}">
        <p14:creationId xmlns:p14="http://schemas.microsoft.com/office/powerpoint/2010/main" val="308460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BAA1079-13FF-4C87-97F3-24088AD1C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E036A60-4E67-4902-B74C-AA0C45D556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28C8D7-6EA4-469A-A4C7-8602360125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3E52F5-D62D-45C7-809C-F9AE87C712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C3F597-31A6-43D0-8A44-5F340D315A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B3AB6-3DCE-4D14-AA80-0D566E9A0D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9172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55" r:id="rId3"/>
    <p:sldLayoutId id="2147483656" r:id="rId4"/>
    <p:sldLayoutId id="2147483668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BAA1079-13FF-4C87-97F3-24088AD1C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E036A60-4E67-4902-B74C-AA0C45D556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28C8D7-6EA4-469A-A4C7-8602360125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3E52F5-D62D-45C7-809C-F9AE87C712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C3F597-31A6-43D0-8A44-5F340D315A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B3AB6-3DCE-4D14-AA80-0D566E9A0D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267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927037C7-0C6C-47C2-A50D-7532CF72FB3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91299" y="4619751"/>
            <a:ext cx="3924300" cy="523220"/>
          </a:xfrm>
        </p:spPr>
        <p:txBody>
          <a:bodyPr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主控：学生</a:t>
            </a:r>
            <a:endParaRPr lang="af-ZA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占位符 3">
            <a:extLst>
              <a:ext uri="{FF2B5EF4-FFF2-40B4-BE49-F238E27FC236}">
                <a16:creationId xmlns:a16="http://schemas.microsoft.com/office/drawing/2014/main" id="{736BDC45-43F2-2CEC-9CE2-845897612459}"/>
              </a:ext>
            </a:extLst>
          </p:cNvPr>
          <p:cNvSpPr txBox="1">
            <a:spLocks/>
          </p:cNvSpPr>
          <p:nvPr/>
        </p:nvSpPr>
        <p:spPr>
          <a:xfrm>
            <a:off x="2814320" y="1007594"/>
            <a:ext cx="9377680" cy="1107996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zh-CN" altLang="en-US" sz="6600" b="1" kern="1200" noProof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Non-contact Resistance</a:t>
            </a:r>
          </a:p>
        </p:txBody>
      </p: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CEDABD5B-D36C-8260-A0AF-EB2A9AA2C90B}"/>
              </a:ext>
            </a:extLst>
          </p:cNvPr>
          <p:cNvCxnSpPr>
            <a:cxnSpLocks/>
          </p:cNvCxnSpPr>
          <p:nvPr/>
        </p:nvCxnSpPr>
        <p:spPr>
          <a:xfrm>
            <a:off x="4297840" y="2439416"/>
            <a:ext cx="6634879" cy="0"/>
          </a:xfrm>
          <a:prstGeom prst="line">
            <a:avLst/>
          </a:prstGeom>
          <a:ln w="1905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占位符 6">
            <a:extLst>
              <a:ext uri="{FF2B5EF4-FFF2-40B4-BE49-F238E27FC236}">
                <a16:creationId xmlns:a16="http://schemas.microsoft.com/office/drawing/2014/main" id="{6A4D61CA-89BE-5B2C-6649-1100985AE299}"/>
              </a:ext>
            </a:extLst>
          </p:cNvPr>
          <p:cNvSpPr txBox="1">
            <a:spLocks/>
          </p:cNvSpPr>
          <p:nvPr/>
        </p:nvSpPr>
        <p:spPr>
          <a:xfrm>
            <a:off x="3822286" y="3033796"/>
            <a:ext cx="7874973" cy="52322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af-ZA" altLang="zh-CN" sz="1800" b="1" kern="1200" noProof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队员：李雅馨、姚夏臻、赵恩泽、张梓阳、学生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EAB30A5F-93AD-2172-30E8-9CF776D682D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71" t="573" r="14319" b="40227"/>
          <a:stretch/>
        </p:blipFill>
        <p:spPr>
          <a:xfrm>
            <a:off x="590855" y="500888"/>
            <a:ext cx="2121408" cy="2121408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1684685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2E49EE41-094F-F273-FACE-3C6439F9DC8E}"/>
              </a:ext>
            </a:extLst>
          </p:cNvPr>
          <p:cNvGrpSpPr/>
          <p:nvPr/>
        </p:nvGrpSpPr>
        <p:grpSpPr>
          <a:xfrm>
            <a:off x="3697074" y="1200432"/>
            <a:ext cx="5561336" cy="635077"/>
            <a:chOff x="6096000" y="1080475"/>
            <a:chExt cx="5154584" cy="464516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7BD29E90-A49C-9999-D51B-115CD3730DAC}"/>
                </a:ext>
              </a:extLst>
            </p:cNvPr>
            <p:cNvSpPr/>
            <p:nvPr/>
          </p:nvSpPr>
          <p:spPr>
            <a:xfrm>
              <a:off x="6096000" y="1080475"/>
              <a:ext cx="1013381" cy="464516"/>
            </a:xfrm>
            <a:prstGeom prst="roundRect">
              <a:avLst/>
            </a:prstGeom>
            <a:solidFill>
              <a:srgbClr val="4D85EB"/>
            </a:solidFill>
            <a:ln>
              <a:noFill/>
            </a:ln>
            <a:effectLst>
              <a:outerShdw blurRad="406400" dist="241300" dir="2700000" algn="tl" rotWithShape="0">
                <a:prstClr val="black">
                  <a:alpha val="1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225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1</a:t>
              </a:r>
              <a:endParaRPr kumimoji="0" lang="zh-CN" altLang="en-US" sz="2800" b="1" i="0" u="none" strike="noStrike" kern="1200" cap="none" spc="225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7" name="矩形: 圆角 6">
              <a:hlinkClick r:id="rId2" action="ppaction://hlinksldjump"/>
              <a:extLst>
                <a:ext uri="{FF2B5EF4-FFF2-40B4-BE49-F238E27FC236}">
                  <a16:creationId xmlns:a16="http://schemas.microsoft.com/office/drawing/2014/main" id="{C34F86C8-F46B-6BDC-F8A6-0F7A2ABE655C}"/>
                </a:ext>
              </a:extLst>
            </p:cNvPr>
            <p:cNvSpPr/>
            <p:nvPr/>
          </p:nvSpPr>
          <p:spPr>
            <a:xfrm>
              <a:off x="7193552" y="1080475"/>
              <a:ext cx="4057032" cy="464516"/>
            </a:xfrm>
            <a:prstGeom prst="roundRect">
              <a:avLst/>
            </a:prstGeom>
            <a:noFill/>
            <a:ln w="15875"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1435" tIns="25718" rIns="51435" bIns="25718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题目</a:t>
              </a:r>
              <a:r>
                <a:rPr lang="zh-CN" altLang="en-US" sz="2800" b="1" dirty="0">
                  <a:solidFill>
                    <a:srgbClr val="4454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重述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0825198D-9FCF-6CE3-F25C-9AD9F6D184FB}"/>
              </a:ext>
            </a:extLst>
          </p:cNvPr>
          <p:cNvGrpSpPr/>
          <p:nvPr/>
        </p:nvGrpSpPr>
        <p:grpSpPr>
          <a:xfrm>
            <a:off x="3697074" y="2068064"/>
            <a:ext cx="5561336" cy="635077"/>
            <a:chOff x="6096000" y="1080475"/>
            <a:chExt cx="5154584" cy="464516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9EE782F4-4AB2-73DB-8D8F-B0141FFBBA62}"/>
                </a:ext>
              </a:extLst>
            </p:cNvPr>
            <p:cNvSpPr/>
            <p:nvPr/>
          </p:nvSpPr>
          <p:spPr>
            <a:xfrm>
              <a:off x="6096000" y="1080475"/>
              <a:ext cx="1013381" cy="464516"/>
            </a:xfrm>
            <a:prstGeom prst="roundRect">
              <a:avLst/>
            </a:prstGeom>
            <a:solidFill>
              <a:srgbClr val="4D85EB"/>
            </a:solidFill>
            <a:ln>
              <a:noFill/>
            </a:ln>
            <a:effectLst>
              <a:outerShdw blurRad="406400" dist="241300" dir="2700000" algn="tl" rotWithShape="0">
                <a:prstClr val="black">
                  <a:alpha val="1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225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2</a:t>
              </a:r>
              <a:endParaRPr kumimoji="0" lang="zh-CN" altLang="en-US" sz="2800" b="1" i="0" u="none" strike="noStrike" kern="1200" cap="none" spc="225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3" name="矩形: 圆角 12">
              <a:hlinkClick r:id="rId2" action="ppaction://hlinksldjump"/>
              <a:extLst>
                <a:ext uri="{FF2B5EF4-FFF2-40B4-BE49-F238E27FC236}">
                  <a16:creationId xmlns:a16="http://schemas.microsoft.com/office/drawing/2014/main" id="{BF5A0F46-D6BB-7191-6174-377D9707ADFB}"/>
                </a:ext>
              </a:extLst>
            </p:cNvPr>
            <p:cNvSpPr/>
            <p:nvPr/>
          </p:nvSpPr>
          <p:spPr>
            <a:xfrm>
              <a:off x="7193552" y="1080475"/>
              <a:ext cx="4057032" cy="464516"/>
            </a:xfrm>
            <a:prstGeom prst="roundRect">
              <a:avLst/>
            </a:prstGeom>
            <a:noFill/>
            <a:ln w="15875"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1435" tIns="25718" rIns="51435" bIns="25718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正方思路回顾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AAEE29B7-DCBF-FCFD-F07D-BA7CB1EE0444}"/>
              </a:ext>
            </a:extLst>
          </p:cNvPr>
          <p:cNvGrpSpPr/>
          <p:nvPr/>
        </p:nvGrpSpPr>
        <p:grpSpPr>
          <a:xfrm>
            <a:off x="3697074" y="2935696"/>
            <a:ext cx="5561336" cy="635077"/>
            <a:chOff x="6096000" y="1080475"/>
            <a:chExt cx="5154584" cy="464516"/>
          </a:xfrm>
        </p:grpSpPr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C4FED1A7-1F9F-6439-CBA2-965E2F598F52}"/>
                </a:ext>
              </a:extLst>
            </p:cNvPr>
            <p:cNvSpPr/>
            <p:nvPr/>
          </p:nvSpPr>
          <p:spPr>
            <a:xfrm>
              <a:off x="6096000" y="1080475"/>
              <a:ext cx="1013381" cy="464516"/>
            </a:xfrm>
            <a:prstGeom prst="roundRect">
              <a:avLst/>
            </a:prstGeom>
            <a:solidFill>
              <a:srgbClr val="4D85EB"/>
            </a:solidFill>
            <a:ln>
              <a:noFill/>
            </a:ln>
            <a:effectLst>
              <a:outerShdw blurRad="406400" dist="241300" dir="2700000" algn="tl" rotWithShape="0">
                <a:prstClr val="black">
                  <a:alpha val="1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225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3</a:t>
              </a:r>
              <a:endParaRPr kumimoji="0" lang="zh-CN" altLang="en-US" sz="2800" b="1" i="0" u="none" strike="noStrike" kern="1200" cap="none" spc="225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6" name="矩形: 圆角 15">
              <a:hlinkClick r:id="rId2" action="ppaction://hlinksldjump"/>
              <a:extLst>
                <a:ext uri="{FF2B5EF4-FFF2-40B4-BE49-F238E27FC236}">
                  <a16:creationId xmlns:a16="http://schemas.microsoft.com/office/drawing/2014/main" id="{B632D31C-C1B5-F9F0-D06C-0AF441C988D0}"/>
                </a:ext>
              </a:extLst>
            </p:cNvPr>
            <p:cNvSpPr/>
            <p:nvPr/>
          </p:nvSpPr>
          <p:spPr>
            <a:xfrm>
              <a:off x="7193552" y="1080475"/>
              <a:ext cx="4057032" cy="464516"/>
            </a:xfrm>
            <a:prstGeom prst="roundRect">
              <a:avLst/>
            </a:prstGeom>
            <a:noFill/>
            <a:ln w="15875"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1435" tIns="25718" rIns="51435" bIns="25718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正方理论分析</a:t>
              </a: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14515405-B345-00C2-4B75-84A61A4AE79A}"/>
              </a:ext>
            </a:extLst>
          </p:cNvPr>
          <p:cNvGrpSpPr/>
          <p:nvPr/>
        </p:nvGrpSpPr>
        <p:grpSpPr>
          <a:xfrm>
            <a:off x="3700159" y="3802714"/>
            <a:ext cx="5561336" cy="635077"/>
            <a:chOff x="6096000" y="1080475"/>
            <a:chExt cx="5154584" cy="464516"/>
          </a:xfrm>
        </p:grpSpPr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28363245-66FA-79CC-37BA-7F12C86BFF2C}"/>
                </a:ext>
              </a:extLst>
            </p:cNvPr>
            <p:cNvSpPr/>
            <p:nvPr/>
          </p:nvSpPr>
          <p:spPr>
            <a:xfrm>
              <a:off x="6096000" y="1080475"/>
              <a:ext cx="1013381" cy="464516"/>
            </a:xfrm>
            <a:prstGeom prst="roundRect">
              <a:avLst/>
            </a:prstGeom>
            <a:solidFill>
              <a:srgbClr val="4D85EB"/>
            </a:solidFill>
            <a:ln>
              <a:noFill/>
            </a:ln>
            <a:effectLst>
              <a:outerShdw blurRad="406400" dist="241300" dir="2700000" algn="tl" rotWithShape="0">
                <a:prstClr val="black">
                  <a:alpha val="1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225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4</a:t>
              </a:r>
              <a:endParaRPr kumimoji="0" lang="zh-CN" altLang="en-US" sz="2800" b="1" i="0" u="none" strike="noStrike" kern="1200" cap="none" spc="225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2" name="矩形: 圆角 21">
              <a:hlinkClick r:id="rId2" action="ppaction://hlinksldjump"/>
              <a:extLst>
                <a:ext uri="{FF2B5EF4-FFF2-40B4-BE49-F238E27FC236}">
                  <a16:creationId xmlns:a16="http://schemas.microsoft.com/office/drawing/2014/main" id="{808014F2-75FE-1141-F69E-354669FFE834}"/>
                </a:ext>
              </a:extLst>
            </p:cNvPr>
            <p:cNvSpPr/>
            <p:nvPr/>
          </p:nvSpPr>
          <p:spPr>
            <a:xfrm>
              <a:off x="7193552" y="1080475"/>
              <a:ext cx="4057032" cy="464516"/>
            </a:xfrm>
            <a:prstGeom prst="roundRect">
              <a:avLst/>
            </a:prstGeom>
            <a:noFill/>
            <a:ln w="15875"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1435" tIns="25718" rIns="51435" bIns="25718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800" b="1" dirty="0">
                  <a:solidFill>
                    <a:srgbClr val="4454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正方实验分析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19A179A3-8531-C976-0AA0-BBEB0887AA1B}"/>
              </a:ext>
            </a:extLst>
          </p:cNvPr>
          <p:cNvGrpSpPr/>
          <p:nvPr/>
        </p:nvGrpSpPr>
        <p:grpSpPr>
          <a:xfrm>
            <a:off x="3697074" y="4671031"/>
            <a:ext cx="5561336" cy="635077"/>
            <a:chOff x="6096000" y="1080475"/>
            <a:chExt cx="5154584" cy="464516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70C2C75-8CA7-C451-D301-4A310518353C}"/>
                </a:ext>
              </a:extLst>
            </p:cNvPr>
            <p:cNvSpPr/>
            <p:nvPr/>
          </p:nvSpPr>
          <p:spPr>
            <a:xfrm>
              <a:off x="6096000" y="1080475"/>
              <a:ext cx="1013381" cy="464516"/>
            </a:xfrm>
            <a:prstGeom prst="roundRect">
              <a:avLst/>
            </a:prstGeom>
            <a:solidFill>
              <a:srgbClr val="4D85EB"/>
            </a:solidFill>
            <a:ln>
              <a:noFill/>
            </a:ln>
            <a:effectLst>
              <a:outerShdw blurRad="406400" dist="241300" dir="2700000" algn="tl" rotWithShape="0">
                <a:prstClr val="black">
                  <a:alpha val="1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225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5</a:t>
              </a:r>
              <a:endParaRPr kumimoji="0" lang="zh-CN" altLang="en-US" sz="2800" b="1" i="0" u="none" strike="noStrike" kern="1200" cap="none" spc="225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5" name="矩形: 圆角 24">
              <a:hlinkClick r:id="rId2" action="ppaction://hlinksldjump"/>
              <a:extLst>
                <a:ext uri="{FF2B5EF4-FFF2-40B4-BE49-F238E27FC236}">
                  <a16:creationId xmlns:a16="http://schemas.microsoft.com/office/drawing/2014/main" id="{19683FA7-2966-7FA8-84D5-CE6C4C3A0614}"/>
                </a:ext>
              </a:extLst>
            </p:cNvPr>
            <p:cNvSpPr/>
            <p:nvPr/>
          </p:nvSpPr>
          <p:spPr>
            <a:xfrm>
              <a:off x="7193552" y="1080475"/>
              <a:ext cx="4057032" cy="464516"/>
            </a:xfrm>
            <a:prstGeom prst="roundRect">
              <a:avLst/>
            </a:prstGeom>
            <a:noFill/>
            <a:ln w="15875"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1435" tIns="25718" rIns="51435" bIns="25718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800" b="1" dirty="0">
                  <a:solidFill>
                    <a:srgbClr val="4454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待讨论问题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47554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占位符 21">
            <a:extLst>
              <a:ext uri="{FF2B5EF4-FFF2-40B4-BE49-F238E27FC236}">
                <a16:creationId xmlns:a16="http://schemas.microsoft.com/office/drawing/2014/main" id="{C73A759D-B876-4C91-A003-3FE9B4821C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spAutoFit/>
          </a:bodyPr>
          <a:lstStyle/>
          <a:p>
            <a:r>
              <a:rPr lang="en-US" altLang="zh-CN"/>
              <a:t>01</a:t>
            </a:r>
            <a:endParaRPr lang="zh-CN" altLang="en-US"/>
          </a:p>
        </p:txBody>
      </p:sp>
      <p:sp>
        <p:nvSpPr>
          <p:cNvPr id="24" name="文本占位符 23">
            <a:extLst>
              <a:ext uri="{FF2B5EF4-FFF2-40B4-BE49-F238E27FC236}">
                <a16:creationId xmlns:a16="http://schemas.microsoft.com/office/drawing/2014/main" id="{C2E54D50-30EE-4B38-BA79-F0DAE5EF3532}"/>
              </a:ext>
            </a:extLst>
          </p:cNvPr>
          <p:cNvSpPr txBox="1">
            <a:spLocks noGrp="1"/>
          </p:cNvSpPr>
          <p:nvPr>
            <p:ph type="body" sz="quarter" idx="11"/>
          </p:nvPr>
        </p:nvSpPr>
        <p:spPr/>
        <p:txBody>
          <a:bodyPr>
            <a:spAutoFit/>
          </a:bodyPr>
          <a:lstStyle/>
          <a:p>
            <a:r>
              <a:rPr lang="zh-CN" altLang="en-US" dirty="0"/>
              <a:t>题目重述</a:t>
            </a:r>
            <a:endParaRPr lang="af-ZA" altLang="zh-CN" dirty="0"/>
          </a:p>
        </p:txBody>
      </p:sp>
    </p:spTree>
    <p:extLst>
      <p:ext uri="{BB962C8B-B14F-4D97-AF65-F5344CB8AC3E}">
        <p14:creationId xmlns:p14="http://schemas.microsoft.com/office/powerpoint/2010/main" val="2844423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27A950-71D8-8BDB-C767-7A8C91B92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B3AB6-3DCE-4D14-AA80-0D566E9A0DB8}" type="slidenum">
              <a:rPr lang="zh-CN" altLang="en-US" smtClean="0"/>
              <a:t>4</a:t>
            </a:fld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4544AA1-D684-8516-2AAA-72C191F0D9DC}"/>
              </a:ext>
            </a:extLst>
          </p:cNvPr>
          <p:cNvSpPr txBox="1"/>
          <p:nvPr/>
        </p:nvSpPr>
        <p:spPr>
          <a:xfrm>
            <a:off x="429380" y="989581"/>
            <a:ext cx="5340908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The </a:t>
            </a:r>
            <a:r>
              <a:rPr lang="en-US" altLang="zh-CN" sz="26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responses of a LRC circuit</a:t>
            </a:r>
            <a:r>
              <a:rPr lang="en-US" altLang="zh-CN" sz="2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driven by an AC source can be changed by </a:t>
            </a:r>
            <a:r>
              <a:rPr lang="en-US" altLang="zh-CN" sz="26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inserting either a non-magnetic metal rod or a ferromagnetic rod</a:t>
            </a:r>
            <a:r>
              <a:rPr lang="en-US" altLang="zh-CN" sz="2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into the inductor coil. How can we obtain the </a:t>
            </a:r>
            <a:r>
              <a:rPr lang="en-US" altLang="zh-CN" sz="26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magnetic and electric properties </a:t>
            </a:r>
            <a:r>
              <a:rPr lang="en-US" altLang="zh-CN" sz="2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of the inserted rod from the circuit’s responses?</a:t>
            </a:r>
          </a:p>
          <a:p>
            <a:pPr algn="just"/>
            <a:r>
              <a:rPr lang="zh-CN" altLang="en-US" sz="26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通过在电感线圈中</a:t>
            </a:r>
            <a:r>
              <a:rPr lang="zh-CN" altLang="en-US" sz="26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插入非磁性金属棒或铁磁性棒</a:t>
            </a:r>
            <a:r>
              <a:rPr lang="zh-CN" altLang="en-US" sz="26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，可以改变由交流源驱动的</a:t>
            </a:r>
            <a:r>
              <a:rPr lang="en-US" altLang="zh-CN" sz="2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LRC</a:t>
            </a:r>
            <a:r>
              <a:rPr lang="zh-CN" altLang="en-US" sz="26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电路的响应</a:t>
            </a:r>
            <a:r>
              <a:rPr lang="zh-CN" altLang="en-US" sz="26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。我们如何从电路的响应中获得插入棒的</a:t>
            </a:r>
            <a:r>
              <a:rPr lang="zh-CN" altLang="en-US" sz="26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磁性和电学性质</a:t>
            </a:r>
            <a:r>
              <a:rPr lang="en-US" altLang="zh-CN" sz="26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en-US" sz="26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765D353-43D5-ACD4-8EFE-7CBE87131300}"/>
              </a:ext>
            </a:extLst>
          </p:cNvPr>
          <p:cNvSpPr txBox="1"/>
          <p:nvPr/>
        </p:nvSpPr>
        <p:spPr>
          <a:xfrm>
            <a:off x="6233806" y="1015500"/>
            <a:ext cx="15338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关键词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DE4C5C5-4207-51DA-920D-7B435A8E2C38}"/>
              </a:ext>
            </a:extLst>
          </p:cNvPr>
          <p:cNvSpPr txBox="1"/>
          <p:nvPr/>
        </p:nvSpPr>
        <p:spPr>
          <a:xfrm>
            <a:off x="1414687" y="252230"/>
            <a:ext cx="20077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题目回顾</a:t>
            </a: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2A7550FE-7EA9-F965-5A0C-54C6FCDE99DC}"/>
              </a:ext>
            </a:extLst>
          </p:cNvPr>
          <p:cNvGrpSpPr/>
          <p:nvPr/>
        </p:nvGrpSpPr>
        <p:grpSpPr>
          <a:xfrm>
            <a:off x="6186733" y="3464589"/>
            <a:ext cx="5828986" cy="1107996"/>
            <a:chOff x="6351511" y="1782756"/>
            <a:chExt cx="5170556" cy="1107996"/>
          </a:xfrm>
        </p:grpSpPr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22DE4C87-2896-C4A6-4D76-EC228A5565A0}"/>
                </a:ext>
              </a:extLst>
            </p:cNvPr>
            <p:cNvSpPr txBox="1"/>
            <p:nvPr/>
          </p:nvSpPr>
          <p:spPr>
            <a:xfrm>
              <a:off x="7223709" y="1782756"/>
              <a:ext cx="4298358" cy="1107996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28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“responses of a LRC circuit”</a:t>
              </a:r>
            </a:p>
            <a:p>
              <a:pPr algn="ctr"/>
              <a:r>
                <a: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实验观察对象：</a:t>
              </a: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LRC</a:t>
              </a: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电路的响应</a:t>
              </a:r>
              <a:endPara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33A98F8C-6AF7-683E-7BB5-19D12031A8DE}"/>
                </a:ext>
              </a:extLst>
            </p:cNvPr>
            <p:cNvSpPr/>
            <p:nvPr/>
          </p:nvSpPr>
          <p:spPr>
            <a:xfrm>
              <a:off x="6351511" y="1955094"/>
              <a:ext cx="720000" cy="72000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AB047B3B-77C0-07AA-0AF9-A5231247DFCF}"/>
              </a:ext>
            </a:extLst>
          </p:cNvPr>
          <p:cNvCxnSpPr/>
          <p:nvPr/>
        </p:nvCxnSpPr>
        <p:spPr>
          <a:xfrm>
            <a:off x="5958195" y="1089720"/>
            <a:ext cx="0" cy="5399857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C4007D34-45A4-9653-821D-B8E57BA67621}"/>
              </a:ext>
            </a:extLst>
          </p:cNvPr>
          <p:cNvGrpSpPr/>
          <p:nvPr/>
        </p:nvGrpSpPr>
        <p:grpSpPr>
          <a:xfrm>
            <a:off x="6163602" y="1599878"/>
            <a:ext cx="5862744" cy="1692771"/>
            <a:chOff x="6169531" y="1797931"/>
            <a:chExt cx="5131742" cy="1692771"/>
          </a:xfrm>
        </p:grpSpPr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C172FAB1-69FA-DEBA-B877-80BF3B9F58FE}"/>
                </a:ext>
              </a:extLst>
            </p:cNvPr>
            <p:cNvSpPr txBox="1"/>
            <p:nvPr/>
          </p:nvSpPr>
          <p:spPr>
            <a:xfrm>
              <a:off x="7054010" y="1797931"/>
              <a:ext cx="4247263" cy="1692771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“inserting either a non-magnetic metal rod or a ferromagnetic rod”</a:t>
              </a:r>
            </a:p>
            <a:p>
              <a:pPr algn="ctr"/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实验操作：插入非磁性金属棒或铁磁性棒</a:t>
              </a:r>
              <a:endPara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4" name="矩形: 圆角 33">
              <a:extLst>
                <a:ext uri="{FF2B5EF4-FFF2-40B4-BE49-F238E27FC236}">
                  <a16:creationId xmlns:a16="http://schemas.microsoft.com/office/drawing/2014/main" id="{CBB38124-4A3A-A232-B2BC-C2EDBC0CE6BC}"/>
                </a:ext>
              </a:extLst>
            </p:cNvPr>
            <p:cNvSpPr/>
            <p:nvPr/>
          </p:nvSpPr>
          <p:spPr>
            <a:xfrm>
              <a:off x="6169531" y="2099650"/>
              <a:ext cx="720000" cy="72000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5" name="矩形 34">
            <a:extLst>
              <a:ext uri="{FF2B5EF4-FFF2-40B4-BE49-F238E27FC236}">
                <a16:creationId xmlns:a16="http://schemas.microsoft.com/office/drawing/2014/main" id="{99E5253C-E9CE-DBE8-D0C0-83B1F6415297}"/>
              </a:ext>
            </a:extLst>
          </p:cNvPr>
          <p:cNvSpPr/>
          <p:nvPr/>
        </p:nvSpPr>
        <p:spPr>
          <a:xfrm>
            <a:off x="146604" y="6236041"/>
            <a:ext cx="58115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27304F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Ref: Preparation to the Young Physicists’ Tournaments’ 2024</a:t>
            </a:r>
            <a:endParaRPr lang="zh-CN" altLang="en-US" dirty="0">
              <a:solidFill>
                <a:srgbClr val="27304F"/>
              </a:solidFill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CBDAD087-A7CE-252A-CB6B-91117877AA0F}"/>
              </a:ext>
            </a:extLst>
          </p:cNvPr>
          <p:cNvGrpSpPr/>
          <p:nvPr/>
        </p:nvGrpSpPr>
        <p:grpSpPr>
          <a:xfrm>
            <a:off x="6163603" y="4903832"/>
            <a:ext cx="5862743" cy="1323439"/>
            <a:chOff x="6334010" y="1797931"/>
            <a:chExt cx="4967263" cy="1261754"/>
          </a:xfrm>
        </p:grpSpPr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EA2C1CDE-434D-C1AF-74B5-6E6CDB7A3122}"/>
                </a:ext>
              </a:extLst>
            </p:cNvPr>
            <p:cNvSpPr txBox="1"/>
            <p:nvPr/>
          </p:nvSpPr>
          <p:spPr>
            <a:xfrm>
              <a:off x="7223708" y="1797931"/>
              <a:ext cx="4077565" cy="1261754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“magnetic and electric properties”</a:t>
              </a:r>
            </a:p>
            <a:p>
              <a:pPr algn="ctr"/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实验目的：磁性和电学性质</a:t>
              </a:r>
              <a:endPara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7D7E2BD7-219B-2EFD-D76E-DCBCF4024EBC}"/>
                </a:ext>
              </a:extLst>
            </p:cNvPr>
            <p:cNvSpPr/>
            <p:nvPr/>
          </p:nvSpPr>
          <p:spPr>
            <a:xfrm>
              <a:off x="6334010" y="2099650"/>
              <a:ext cx="720000" cy="72000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34025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占位符 21">
            <a:extLst>
              <a:ext uri="{FF2B5EF4-FFF2-40B4-BE49-F238E27FC236}">
                <a16:creationId xmlns:a16="http://schemas.microsoft.com/office/drawing/2014/main" id="{C73A759D-B876-4C91-A003-3FE9B4821C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spAutoFit/>
          </a:bodyPr>
          <a:lstStyle/>
          <a:p>
            <a:r>
              <a:rPr lang="en-US" altLang="zh-CN" dirty="0"/>
              <a:t>02</a:t>
            </a:r>
            <a:endParaRPr lang="zh-CN" altLang="en-US" dirty="0"/>
          </a:p>
        </p:txBody>
      </p:sp>
      <p:sp>
        <p:nvSpPr>
          <p:cNvPr id="24" name="文本占位符 23">
            <a:extLst>
              <a:ext uri="{FF2B5EF4-FFF2-40B4-BE49-F238E27FC236}">
                <a16:creationId xmlns:a16="http://schemas.microsoft.com/office/drawing/2014/main" id="{C2E54D50-30EE-4B38-BA79-F0DAE5EF3532}"/>
              </a:ext>
            </a:extLst>
          </p:cNvPr>
          <p:cNvSpPr txBox="1">
            <a:spLocks noGrp="1"/>
          </p:cNvSpPr>
          <p:nvPr>
            <p:ph type="body" sz="quarter" idx="11"/>
          </p:nvPr>
        </p:nvSpPr>
        <p:spPr/>
        <p:txBody>
          <a:bodyPr>
            <a:spAutoFit/>
          </a:bodyPr>
          <a:lstStyle/>
          <a:p>
            <a:r>
              <a:rPr lang="zh-CN" altLang="en-US" dirty="0"/>
              <a:t>正方思路回顾</a:t>
            </a:r>
            <a:endParaRPr lang="af-ZA" altLang="zh-CN" dirty="0"/>
          </a:p>
        </p:txBody>
      </p:sp>
    </p:spTree>
    <p:extLst>
      <p:ext uri="{BB962C8B-B14F-4D97-AF65-F5344CB8AC3E}">
        <p14:creationId xmlns:p14="http://schemas.microsoft.com/office/powerpoint/2010/main" val="8678986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27A950-71D8-8BDB-C767-7A8C91B92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6B3AB6-3DCE-4D14-AA80-0D566E9A0DB8}" type="slidenum">
              <a:rPr kumimoji="0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DE4C5C5-4207-51DA-920D-7B435A8E2C38}"/>
              </a:ext>
            </a:extLst>
          </p:cNvPr>
          <p:cNvSpPr txBox="1"/>
          <p:nvPr/>
        </p:nvSpPr>
        <p:spPr>
          <a:xfrm>
            <a:off x="1414686" y="252230"/>
            <a:ext cx="26347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正方思路回顾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080B58C9-BE6B-D3DD-0B1D-05E5DDDCEDB6}"/>
              </a:ext>
            </a:extLst>
          </p:cNvPr>
          <p:cNvGrpSpPr/>
          <p:nvPr/>
        </p:nvGrpSpPr>
        <p:grpSpPr>
          <a:xfrm>
            <a:off x="486288" y="1174512"/>
            <a:ext cx="5029957" cy="720000"/>
            <a:chOff x="486288" y="1174512"/>
            <a:chExt cx="5029957" cy="720000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A7441EE7-6B05-4426-E4E8-4EBE9F979122}"/>
                </a:ext>
              </a:extLst>
            </p:cNvPr>
            <p:cNvSpPr/>
            <p:nvPr/>
          </p:nvSpPr>
          <p:spPr>
            <a:xfrm>
              <a:off x="486288" y="1174512"/>
              <a:ext cx="720000" cy="72000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4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1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EF03E73C-8EC3-7920-2350-897BFFD6D837}"/>
                </a:ext>
              </a:extLst>
            </p:cNvPr>
            <p:cNvSpPr txBox="1"/>
            <p:nvPr/>
          </p:nvSpPr>
          <p:spPr>
            <a:xfrm>
              <a:off x="1535971" y="1291723"/>
              <a:ext cx="3980274" cy="461665"/>
            </a:xfrm>
            <a:prstGeom prst="rect">
              <a:avLst/>
            </a:prstGeom>
            <a:noFill/>
            <a:ln w="12700"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初步分析</a:t>
              </a:r>
              <a:r>
                <a:rPr lang="zh-CN" altLang="en-US" sz="2400" dirty="0">
                  <a:latin typeface="宋体" panose="02010600030101010101" pitchFamily="2" charset="-122"/>
                  <a:ea typeface="宋体" panose="02010600030101010101" pitchFamily="2" charset="-122"/>
                </a:rPr>
                <a:t>：关键词</a:t>
              </a:r>
              <a:endPara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81BDEC63-9F41-3391-F6C3-638187908986}"/>
              </a:ext>
            </a:extLst>
          </p:cNvPr>
          <p:cNvGrpSpPr/>
          <p:nvPr/>
        </p:nvGrpSpPr>
        <p:grpSpPr>
          <a:xfrm>
            <a:off x="486288" y="2527473"/>
            <a:ext cx="10199290" cy="768362"/>
            <a:chOff x="486288" y="2527473"/>
            <a:chExt cx="10199290" cy="768362"/>
          </a:xfrm>
        </p:grpSpPr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131B7EA3-9FAF-DA58-7453-89DCF06CB9D7}"/>
                </a:ext>
              </a:extLst>
            </p:cNvPr>
            <p:cNvSpPr/>
            <p:nvPr/>
          </p:nvSpPr>
          <p:spPr>
            <a:xfrm>
              <a:off x="486288" y="2575835"/>
              <a:ext cx="720000" cy="72000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40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0039FA42-92D0-7E9B-E177-1FDD5FFD41F5}"/>
                </a:ext>
              </a:extLst>
            </p:cNvPr>
            <p:cNvSpPr txBox="1"/>
            <p:nvPr/>
          </p:nvSpPr>
          <p:spPr>
            <a:xfrm>
              <a:off x="1509204" y="2527473"/>
              <a:ext cx="9176374" cy="461665"/>
            </a:xfrm>
            <a:prstGeom prst="rect">
              <a:avLst/>
            </a:prstGeom>
            <a:noFill/>
            <a:ln w="12700"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预实验</a:t>
              </a: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：</a:t>
              </a:r>
              <a:r>
                <a:rPr lang="zh-CN" altLang="en-US" sz="2400" dirty="0">
                  <a:latin typeface="宋体" panose="02010600030101010101" pitchFamily="2" charset="-122"/>
                  <a:ea typeface="宋体" panose="02010600030101010101" pitchFamily="2" charset="-122"/>
                </a:rPr>
                <a:t>现象</a:t>
              </a:r>
              <a:endPara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AB8445C5-CB1A-4292-4E7F-D79826DE9C69}"/>
              </a:ext>
            </a:extLst>
          </p:cNvPr>
          <p:cNvGrpSpPr/>
          <p:nvPr/>
        </p:nvGrpSpPr>
        <p:grpSpPr>
          <a:xfrm>
            <a:off x="486288" y="4112102"/>
            <a:ext cx="9856197" cy="807868"/>
            <a:chOff x="486288" y="4112102"/>
            <a:chExt cx="9856197" cy="807868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D2DDF41B-A65F-0639-1366-1956A4B16445}"/>
                </a:ext>
              </a:extLst>
            </p:cNvPr>
            <p:cNvSpPr/>
            <p:nvPr/>
          </p:nvSpPr>
          <p:spPr>
            <a:xfrm>
              <a:off x="486288" y="4199970"/>
              <a:ext cx="720000" cy="72000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4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3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E383BFD5-D483-64BF-FCE4-5A614B005B08}"/>
                </a:ext>
              </a:extLst>
            </p:cNvPr>
            <p:cNvSpPr txBox="1"/>
            <p:nvPr/>
          </p:nvSpPr>
          <p:spPr>
            <a:xfrm>
              <a:off x="1509204" y="4112102"/>
              <a:ext cx="8833281" cy="461665"/>
            </a:xfrm>
            <a:prstGeom prst="rect">
              <a:avLst/>
            </a:prstGeom>
            <a:noFill/>
            <a:ln w="12700"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理论分析</a:t>
              </a:r>
              <a:r>
                <a:rPr lang="zh-CN" altLang="en-US" sz="2400" dirty="0">
                  <a:latin typeface="宋体" panose="02010600030101010101" pitchFamily="2" charset="-122"/>
                  <a:ea typeface="宋体" panose="02010600030101010101" pitchFamily="2" charset="-122"/>
                </a:rPr>
                <a:t>：假设、重要公式、结论</a:t>
              </a:r>
              <a:endPara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459952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27A950-71D8-8BDB-C767-7A8C91B92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6B3AB6-3DCE-4D14-AA80-0D566E9A0DB8}" type="slidenum">
              <a:rPr kumimoji="0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DE4C5C5-4207-51DA-920D-7B435A8E2C38}"/>
              </a:ext>
            </a:extLst>
          </p:cNvPr>
          <p:cNvSpPr txBox="1"/>
          <p:nvPr/>
        </p:nvSpPr>
        <p:spPr>
          <a:xfrm>
            <a:off x="1414686" y="252230"/>
            <a:ext cx="26347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正方思路回顾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94A7D3FA-27EC-CA73-B5BF-4AFB67F591DE}"/>
              </a:ext>
            </a:extLst>
          </p:cNvPr>
          <p:cNvGrpSpPr/>
          <p:nvPr/>
        </p:nvGrpSpPr>
        <p:grpSpPr>
          <a:xfrm>
            <a:off x="486288" y="1174512"/>
            <a:ext cx="10877129" cy="720000"/>
            <a:chOff x="486288" y="1174512"/>
            <a:chExt cx="10877129" cy="720000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A7441EE7-6B05-4426-E4E8-4EBE9F979122}"/>
                </a:ext>
              </a:extLst>
            </p:cNvPr>
            <p:cNvSpPr/>
            <p:nvPr/>
          </p:nvSpPr>
          <p:spPr>
            <a:xfrm>
              <a:off x="486288" y="1174512"/>
              <a:ext cx="720000" cy="72000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40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EF03E73C-8EC3-7920-2350-897BFFD6D837}"/>
                </a:ext>
              </a:extLst>
            </p:cNvPr>
            <p:cNvSpPr txBox="1"/>
            <p:nvPr/>
          </p:nvSpPr>
          <p:spPr>
            <a:xfrm>
              <a:off x="1584731" y="1174512"/>
              <a:ext cx="9778686" cy="461665"/>
            </a:xfrm>
            <a:prstGeom prst="rect">
              <a:avLst/>
            </a:prstGeom>
            <a:noFill/>
            <a:ln w="12700"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正式实验</a:t>
              </a:r>
              <a:r>
                <a:rPr kumimoji="0" lang="zh-CN" altLang="en-US" sz="24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：探究变量及结论</a:t>
              </a:r>
              <a:endPara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9014017A-663D-AB88-B2D2-4BFBF6E8A4F4}"/>
              </a:ext>
            </a:extLst>
          </p:cNvPr>
          <p:cNvGrpSpPr/>
          <p:nvPr/>
        </p:nvGrpSpPr>
        <p:grpSpPr>
          <a:xfrm>
            <a:off x="486288" y="3133425"/>
            <a:ext cx="10706914" cy="775499"/>
            <a:chOff x="486288" y="3717433"/>
            <a:chExt cx="10706914" cy="775499"/>
          </a:xfrm>
        </p:grpSpPr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131B7EA3-9FAF-DA58-7453-89DCF06CB9D7}"/>
                </a:ext>
              </a:extLst>
            </p:cNvPr>
            <p:cNvSpPr/>
            <p:nvPr/>
          </p:nvSpPr>
          <p:spPr>
            <a:xfrm>
              <a:off x="486288" y="3772932"/>
              <a:ext cx="720000" cy="72000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40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0039FA42-92D0-7E9B-E177-1FDD5FFD41F5}"/>
                </a:ext>
              </a:extLst>
            </p:cNvPr>
            <p:cNvSpPr txBox="1"/>
            <p:nvPr/>
          </p:nvSpPr>
          <p:spPr>
            <a:xfrm>
              <a:off x="1584731" y="3717433"/>
              <a:ext cx="9608471" cy="461665"/>
            </a:xfrm>
            <a:prstGeom prst="rect">
              <a:avLst/>
            </a:prstGeom>
            <a:noFill/>
            <a:ln w="12700"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误差分析</a:t>
              </a:r>
              <a:r>
                <a:rPr kumimoji="0" lang="zh-CN" altLang="en-US" sz="24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：考虑因素</a:t>
              </a:r>
              <a:endPara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28AE289F-FA54-47A5-2F53-2D72FCDDF411}"/>
              </a:ext>
            </a:extLst>
          </p:cNvPr>
          <p:cNvGrpSpPr/>
          <p:nvPr/>
        </p:nvGrpSpPr>
        <p:grpSpPr>
          <a:xfrm>
            <a:off x="539003" y="5295738"/>
            <a:ext cx="11113994" cy="775499"/>
            <a:chOff x="486288" y="5867839"/>
            <a:chExt cx="11113994" cy="775499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D2DDF41B-A65F-0639-1366-1956A4B16445}"/>
                </a:ext>
              </a:extLst>
            </p:cNvPr>
            <p:cNvSpPr/>
            <p:nvPr/>
          </p:nvSpPr>
          <p:spPr>
            <a:xfrm>
              <a:off x="486288" y="5923338"/>
              <a:ext cx="720000" cy="72000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40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E383BFD5-D483-64BF-FCE4-5A614B005B08}"/>
                </a:ext>
              </a:extLst>
            </p:cNvPr>
            <p:cNvSpPr txBox="1"/>
            <p:nvPr/>
          </p:nvSpPr>
          <p:spPr>
            <a:xfrm>
              <a:off x="1546388" y="5867839"/>
              <a:ext cx="10053894" cy="461665"/>
            </a:xfrm>
            <a:prstGeom prst="rect">
              <a:avLst/>
            </a:prstGeom>
            <a:noFill/>
            <a:ln w="12700"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未来展望</a:t>
              </a:r>
              <a:r>
                <a:rPr kumimoji="0" lang="zh-CN" altLang="en-US" sz="24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：发展方向</a:t>
              </a:r>
              <a:endPara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815357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占位符 21">
            <a:extLst>
              <a:ext uri="{FF2B5EF4-FFF2-40B4-BE49-F238E27FC236}">
                <a16:creationId xmlns:a16="http://schemas.microsoft.com/office/drawing/2014/main" id="{C73A759D-B876-4C91-A003-3FE9B4821C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spAutoFit/>
          </a:bodyPr>
          <a:lstStyle/>
          <a:p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24" name="文本占位符 23">
            <a:extLst>
              <a:ext uri="{FF2B5EF4-FFF2-40B4-BE49-F238E27FC236}">
                <a16:creationId xmlns:a16="http://schemas.microsoft.com/office/drawing/2014/main" id="{C2E54D50-30EE-4B38-BA79-F0DAE5EF3532}"/>
              </a:ext>
            </a:extLst>
          </p:cNvPr>
          <p:cNvSpPr txBox="1">
            <a:spLocks noGrp="1"/>
          </p:cNvSpPr>
          <p:nvPr>
            <p:ph type="body" sz="quarter" idx="11"/>
          </p:nvPr>
        </p:nvSpPr>
        <p:spPr/>
        <p:txBody>
          <a:bodyPr>
            <a:spAutoFit/>
          </a:bodyPr>
          <a:lstStyle/>
          <a:p>
            <a:r>
              <a:rPr lang="zh-CN" altLang="en-US" dirty="0"/>
              <a:t>正方理论分析</a:t>
            </a:r>
            <a:endParaRPr lang="af-ZA" altLang="zh-CN" dirty="0"/>
          </a:p>
        </p:txBody>
      </p:sp>
    </p:spTree>
    <p:extLst>
      <p:ext uri="{BB962C8B-B14F-4D97-AF65-F5344CB8AC3E}">
        <p14:creationId xmlns:p14="http://schemas.microsoft.com/office/powerpoint/2010/main" val="2958535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27A950-71D8-8BDB-C767-7A8C91B92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6B3AB6-3DCE-4D14-AA80-0D566E9A0DB8}" type="slidenum">
              <a:rPr kumimoji="0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DE4C5C5-4207-51DA-920D-7B435A8E2C38}"/>
              </a:ext>
            </a:extLst>
          </p:cNvPr>
          <p:cNvSpPr txBox="1"/>
          <p:nvPr/>
        </p:nvSpPr>
        <p:spPr>
          <a:xfrm>
            <a:off x="1414686" y="252230"/>
            <a:ext cx="26347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正方理论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C91373B7-A8D1-8345-A15D-15CAB5447075}"/>
              </a:ext>
            </a:extLst>
          </p:cNvPr>
          <p:cNvGrpSpPr/>
          <p:nvPr/>
        </p:nvGrpSpPr>
        <p:grpSpPr>
          <a:xfrm>
            <a:off x="497165" y="1076858"/>
            <a:ext cx="4469840" cy="1858080"/>
            <a:chOff x="497165" y="1076858"/>
            <a:chExt cx="4469840" cy="1858080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A7441EE7-6B05-4426-E4E8-4EBE9F979122}"/>
                </a:ext>
              </a:extLst>
            </p:cNvPr>
            <p:cNvSpPr/>
            <p:nvPr/>
          </p:nvSpPr>
          <p:spPr>
            <a:xfrm>
              <a:off x="512922" y="1076858"/>
              <a:ext cx="1325734" cy="78723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40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优点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EF03E73C-8EC3-7920-2350-897BFFD6D837}"/>
                </a:ext>
              </a:extLst>
            </p:cNvPr>
            <p:cNvSpPr txBox="1"/>
            <p:nvPr/>
          </p:nvSpPr>
          <p:spPr>
            <a:xfrm>
              <a:off x="497165" y="2103941"/>
              <a:ext cx="4469840" cy="830997"/>
            </a:xfrm>
            <a:prstGeom prst="rect">
              <a:avLst/>
            </a:prstGeom>
            <a:noFill/>
            <a:ln w="12700"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ü"/>
                <a:tabLst/>
                <a:defRPr/>
              </a:pPr>
              <a:r>
                <a:rPr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1.</a:t>
              </a:r>
              <a:r>
                <a:rPr lang="zh-CN" altLang="en-US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endPara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ü"/>
                <a:tabLst/>
                <a:defRPr/>
              </a:pPr>
              <a:r>
                <a:rPr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2.</a:t>
              </a:r>
              <a:endPara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D0454F9B-1119-9A4F-7EA2-FA021C8DED83}"/>
              </a:ext>
            </a:extLst>
          </p:cNvPr>
          <p:cNvGrpSpPr/>
          <p:nvPr/>
        </p:nvGrpSpPr>
        <p:grpSpPr>
          <a:xfrm>
            <a:off x="5934218" y="1076858"/>
            <a:ext cx="5571242" cy="1858080"/>
            <a:chOff x="5934218" y="1076858"/>
            <a:chExt cx="5571242" cy="1858080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992A4D12-3E5F-64B5-3750-BA9A3801ABA3}"/>
                </a:ext>
              </a:extLst>
            </p:cNvPr>
            <p:cNvSpPr/>
            <p:nvPr/>
          </p:nvSpPr>
          <p:spPr>
            <a:xfrm>
              <a:off x="5934218" y="1076858"/>
              <a:ext cx="1325733" cy="78723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4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不足</a:t>
              </a: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F2195667-1AF2-89C8-EC43-583ED4310EC4}"/>
                </a:ext>
              </a:extLst>
            </p:cNvPr>
            <p:cNvSpPr txBox="1"/>
            <p:nvPr/>
          </p:nvSpPr>
          <p:spPr>
            <a:xfrm>
              <a:off x="5934218" y="2103941"/>
              <a:ext cx="5571242" cy="830997"/>
            </a:xfrm>
            <a:prstGeom prst="rect">
              <a:avLst/>
            </a:prstGeom>
            <a:noFill/>
            <a:ln w="12700"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p"/>
                <a:tabLst/>
                <a:defRPr/>
              </a:pPr>
              <a:r>
                <a:rPr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1.</a:t>
              </a:r>
              <a:r>
                <a:rPr lang="zh-CN" altLang="en-US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endPara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p"/>
                <a:tabLst/>
                <a:defRPr/>
              </a:pPr>
              <a:r>
                <a:rPr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2.</a:t>
              </a:r>
              <a:endPara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43537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27A950-71D8-8BDB-C767-7A8C91B92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6B3AB6-3DCE-4D14-AA80-0D566E9A0DB8}" type="slidenum">
              <a:rPr kumimoji="0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DE4C5C5-4207-51DA-920D-7B435A8E2C38}"/>
              </a:ext>
            </a:extLst>
          </p:cNvPr>
          <p:cNvSpPr txBox="1"/>
          <p:nvPr/>
        </p:nvSpPr>
        <p:spPr>
          <a:xfrm>
            <a:off x="1414686" y="252230"/>
            <a:ext cx="26347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正方理论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989761B8-A522-49D6-7046-E5CD25625CBF}"/>
              </a:ext>
            </a:extLst>
          </p:cNvPr>
          <p:cNvGrpSpPr/>
          <p:nvPr/>
        </p:nvGrpSpPr>
        <p:grpSpPr>
          <a:xfrm>
            <a:off x="1349310" y="1469454"/>
            <a:ext cx="4979175" cy="1073026"/>
            <a:chOff x="585830" y="4958379"/>
            <a:chExt cx="4979175" cy="1073026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3EEDF0EC-C4DF-DC64-DD79-0A7C07C1C219}"/>
                </a:ext>
              </a:extLst>
            </p:cNvPr>
            <p:cNvSpPr txBox="1"/>
            <p:nvPr/>
          </p:nvSpPr>
          <p:spPr>
            <a:xfrm>
              <a:off x="1584731" y="5264060"/>
              <a:ext cx="3980274" cy="461665"/>
            </a:xfrm>
            <a:prstGeom prst="rect">
              <a:avLst/>
            </a:prstGeom>
            <a:noFill/>
            <a:ln w="12700"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有就写，没有就删</a:t>
              </a:r>
              <a:endPara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556961BD-2CD5-80EE-670C-F886749955AD}"/>
                </a:ext>
              </a:extLst>
            </p:cNvPr>
            <p:cNvSpPr/>
            <p:nvPr/>
          </p:nvSpPr>
          <p:spPr>
            <a:xfrm>
              <a:off x="585830" y="4958379"/>
              <a:ext cx="616587" cy="1073026"/>
            </a:xfrm>
            <a:prstGeom prst="round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亮点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DC63BD91-983D-D337-F68B-3DDD37A7DF94}"/>
              </a:ext>
            </a:extLst>
          </p:cNvPr>
          <p:cNvGrpSpPr/>
          <p:nvPr/>
        </p:nvGrpSpPr>
        <p:grpSpPr>
          <a:xfrm>
            <a:off x="1220496" y="4315521"/>
            <a:ext cx="5170332" cy="1200329"/>
            <a:chOff x="394673" y="5000446"/>
            <a:chExt cx="5170332" cy="1200329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9590B362-622C-6E6E-F6E8-8220B5C6B566}"/>
                </a:ext>
              </a:extLst>
            </p:cNvPr>
            <p:cNvSpPr txBox="1"/>
            <p:nvPr/>
          </p:nvSpPr>
          <p:spPr>
            <a:xfrm>
              <a:off x="1584731" y="5264060"/>
              <a:ext cx="3980274" cy="461665"/>
            </a:xfrm>
            <a:prstGeom prst="rect">
              <a:avLst/>
            </a:prstGeom>
            <a:noFill/>
            <a:ln w="12700"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有就写，没有就删</a:t>
              </a:r>
              <a:endPara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7A25D75E-CB81-D1DE-93C4-97F5DC55E315}"/>
                </a:ext>
              </a:extLst>
            </p:cNvPr>
            <p:cNvSpPr/>
            <p:nvPr/>
          </p:nvSpPr>
          <p:spPr>
            <a:xfrm>
              <a:off x="394673" y="5000446"/>
              <a:ext cx="998901" cy="1200329"/>
            </a:xfrm>
            <a:prstGeom prst="round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8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改进建议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601609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占位符 21">
            <a:extLst>
              <a:ext uri="{FF2B5EF4-FFF2-40B4-BE49-F238E27FC236}">
                <a16:creationId xmlns:a16="http://schemas.microsoft.com/office/drawing/2014/main" id="{C73A759D-B876-4C91-A003-3FE9B4821C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spAutoFit/>
          </a:bodyPr>
          <a:lstStyle/>
          <a:p>
            <a:r>
              <a:rPr lang="en-US" altLang="zh-CN" dirty="0"/>
              <a:t>04</a:t>
            </a:r>
            <a:endParaRPr lang="zh-CN" altLang="en-US" dirty="0"/>
          </a:p>
        </p:txBody>
      </p:sp>
      <p:sp>
        <p:nvSpPr>
          <p:cNvPr id="24" name="文本占位符 23">
            <a:extLst>
              <a:ext uri="{FF2B5EF4-FFF2-40B4-BE49-F238E27FC236}">
                <a16:creationId xmlns:a16="http://schemas.microsoft.com/office/drawing/2014/main" id="{C2E54D50-30EE-4B38-BA79-F0DAE5EF3532}"/>
              </a:ext>
            </a:extLst>
          </p:cNvPr>
          <p:cNvSpPr txBox="1">
            <a:spLocks noGrp="1"/>
          </p:cNvSpPr>
          <p:nvPr>
            <p:ph type="body" sz="quarter" idx="11"/>
          </p:nvPr>
        </p:nvSpPr>
        <p:spPr/>
        <p:txBody>
          <a:bodyPr>
            <a:spAutoFit/>
          </a:bodyPr>
          <a:lstStyle/>
          <a:p>
            <a:r>
              <a:rPr lang="zh-CN" altLang="en-US" dirty="0"/>
              <a:t>正方实验分析</a:t>
            </a:r>
            <a:endParaRPr lang="af-ZA" altLang="zh-CN" dirty="0"/>
          </a:p>
        </p:txBody>
      </p:sp>
    </p:spTree>
    <p:extLst>
      <p:ext uri="{BB962C8B-B14F-4D97-AF65-F5344CB8AC3E}">
        <p14:creationId xmlns:p14="http://schemas.microsoft.com/office/powerpoint/2010/main" val="17073425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27A950-71D8-8BDB-C767-7A8C91B92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6B3AB6-3DCE-4D14-AA80-0D566E9A0DB8}" type="slidenum">
              <a:rPr kumimoji="0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DE4C5C5-4207-51DA-920D-7B435A8E2C38}"/>
              </a:ext>
            </a:extLst>
          </p:cNvPr>
          <p:cNvSpPr txBox="1"/>
          <p:nvPr/>
        </p:nvSpPr>
        <p:spPr>
          <a:xfrm>
            <a:off x="1414686" y="252230"/>
            <a:ext cx="26347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正方理论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C91373B7-A8D1-8345-A15D-15CAB5447075}"/>
              </a:ext>
            </a:extLst>
          </p:cNvPr>
          <p:cNvGrpSpPr/>
          <p:nvPr/>
        </p:nvGrpSpPr>
        <p:grpSpPr>
          <a:xfrm>
            <a:off x="497165" y="1076858"/>
            <a:ext cx="4469840" cy="1858080"/>
            <a:chOff x="497165" y="1076858"/>
            <a:chExt cx="4469840" cy="1858080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A7441EE7-6B05-4426-E4E8-4EBE9F979122}"/>
                </a:ext>
              </a:extLst>
            </p:cNvPr>
            <p:cNvSpPr/>
            <p:nvPr/>
          </p:nvSpPr>
          <p:spPr>
            <a:xfrm>
              <a:off x="512922" y="1076858"/>
              <a:ext cx="1325734" cy="78723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40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优点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EF03E73C-8EC3-7920-2350-897BFFD6D837}"/>
                </a:ext>
              </a:extLst>
            </p:cNvPr>
            <p:cNvSpPr txBox="1"/>
            <p:nvPr/>
          </p:nvSpPr>
          <p:spPr>
            <a:xfrm>
              <a:off x="497165" y="2103941"/>
              <a:ext cx="4469840" cy="830997"/>
            </a:xfrm>
            <a:prstGeom prst="rect">
              <a:avLst/>
            </a:prstGeom>
            <a:noFill/>
            <a:ln w="12700"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ü"/>
                <a:tabLst/>
                <a:defRPr/>
              </a:pPr>
              <a:r>
                <a:rPr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1.</a:t>
              </a:r>
              <a:r>
                <a:rPr lang="zh-CN" altLang="en-US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endPara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ü"/>
                <a:tabLst/>
                <a:defRPr/>
              </a:pPr>
              <a:r>
                <a:rPr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2.</a:t>
              </a:r>
              <a:endPara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D0454F9B-1119-9A4F-7EA2-FA021C8DED83}"/>
              </a:ext>
            </a:extLst>
          </p:cNvPr>
          <p:cNvGrpSpPr/>
          <p:nvPr/>
        </p:nvGrpSpPr>
        <p:grpSpPr>
          <a:xfrm>
            <a:off x="5934218" y="1076858"/>
            <a:ext cx="5571242" cy="1858080"/>
            <a:chOff x="5934218" y="1076858"/>
            <a:chExt cx="5571242" cy="1858080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992A4D12-3E5F-64B5-3750-BA9A3801ABA3}"/>
                </a:ext>
              </a:extLst>
            </p:cNvPr>
            <p:cNvSpPr/>
            <p:nvPr/>
          </p:nvSpPr>
          <p:spPr>
            <a:xfrm>
              <a:off x="5934218" y="1076858"/>
              <a:ext cx="1325733" cy="78723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4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不足</a:t>
              </a: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F2195667-1AF2-89C8-EC43-583ED4310EC4}"/>
                </a:ext>
              </a:extLst>
            </p:cNvPr>
            <p:cNvSpPr txBox="1"/>
            <p:nvPr/>
          </p:nvSpPr>
          <p:spPr>
            <a:xfrm>
              <a:off x="5934218" y="2103941"/>
              <a:ext cx="5571242" cy="830997"/>
            </a:xfrm>
            <a:prstGeom prst="rect">
              <a:avLst/>
            </a:prstGeom>
            <a:noFill/>
            <a:ln w="12700"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p"/>
                <a:tabLst/>
                <a:defRPr/>
              </a:pPr>
              <a:r>
                <a:rPr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1.</a:t>
              </a:r>
              <a:r>
                <a:rPr lang="zh-CN" altLang="en-US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endPara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p"/>
                <a:tabLst/>
                <a:defRPr/>
              </a:pPr>
              <a:r>
                <a:rPr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2.</a:t>
              </a:r>
              <a:endPara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776370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27A950-71D8-8BDB-C767-7A8C91B92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6B3AB6-3DCE-4D14-AA80-0D566E9A0DB8}" type="slidenum">
              <a:rPr kumimoji="0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DE4C5C5-4207-51DA-920D-7B435A8E2C38}"/>
              </a:ext>
            </a:extLst>
          </p:cNvPr>
          <p:cNvSpPr txBox="1"/>
          <p:nvPr/>
        </p:nvSpPr>
        <p:spPr>
          <a:xfrm>
            <a:off x="1414686" y="252230"/>
            <a:ext cx="26347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正方</a:t>
            </a:r>
            <a:r>
              <a:rPr lang="zh-CN" altLang="en-US" sz="3200" b="1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989761B8-A522-49D6-7046-E5CD25625CBF}"/>
              </a:ext>
            </a:extLst>
          </p:cNvPr>
          <p:cNvGrpSpPr/>
          <p:nvPr/>
        </p:nvGrpSpPr>
        <p:grpSpPr>
          <a:xfrm>
            <a:off x="1349310" y="1469454"/>
            <a:ext cx="4979175" cy="1073026"/>
            <a:chOff x="585830" y="4958379"/>
            <a:chExt cx="4979175" cy="1073026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3EEDF0EC-C4DF-DC64-DD79-0A7C07C1C219}"/>
                </a:ext>
              </a:extLst>
            </p:cNvPr>
            <p:cNvSpPr txBox="1"/>
            <p:nvPr/>
          </p:nvSpPr>
          <p:spPr>
            <a:xfrm>
              <a:off x="1584731" y="5264060"/>
              <a:ext cx="3980274" cy="461665"/>
            </a:xfrm>
            <a:prstGeom prst="rect">
              <a:avLst/>
            </a:prstGeom>
            <a:noFill/>
            <a:ln w="12700"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有就写，没有就删</a:t>
              </a:r>
              <a:endPara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556961BD-2CD5-80EE-670C-F886749955AD}"/>
                </a:ext>
              </a:extLst>
            </p:cNvPr>
            <p:cNvSpPr/>
            <p:nvPr/>
          </p:nvSpPr>
          <p:spPr>
            <a:xfrm>
              <a:off x="585830" y="4958379"/>
              <a:ext cx="616587" cy="1073026"/>
            </a:xfrm>
            <a:prstGeom prst="round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亮点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DC63BD91-983D-D337-F68B-3DDD37A7DF94}"/>
              </a:ext>
            </a:extLst>
          </p:cNvPr>
          <p:cNvGrpSpPr/>
          <p:nvPr/>
        </p:nvGrpSpPr>
        <p:grpSpPr>
          <a:xfrm>
            <a:off x="1220496" y="4315521"/>
            <a:ext cx="5170332" cy="1200329"/>
            <a:chOff x="394673" y="5000446"/>
            <a:chExt cx="5170332" cy="1200329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9590B362-622C-6E6E-F6E8-8220B5C6B566}"/>
                </a:ext>
              </a:extLst>
            </p:cNvPr>
            <p:cNvSpPr txBox="1"/>
            <p:nvPr/>
          </p:nvSpPr>
          <p:spPr>
            <a:xfrm>
              <a:off x="1584731" y="5264060"/>
              <a:ext cx="3980274" cy="461665"/>
            </a:xfrm>
            <a:prstGeom prst="rect">
              <a:avLst/>
            </a:prstGeom>
            <a:noFill/>
            <a:ln w="12700"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有就写，没有就删</a:t>
              </a:r>
              <a:endPara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7A25D75E-CB81-D1DE-93C4-97F5DC55E315}"/>
                </a:ext>
              </a:extLst>
            </p:cNvPr>
            <p:cNvSpPr/>
            <p:nvPr/>
          </p:nvSpPr>
          <p:spPr>
            <a:xfrm>
              <a:off x="394673" y="5000446"/>
              <a:ext cx="998901" cy="1200329"/>
            </a:xfrm>
            <a:prstGeom prst="round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8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改进建议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985251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占位符 21">
            <a:extLst>
              <a:ext uri="{FF2B5EF4-FFF2-40B4-BE49-F238E27FC236}">
                <a16:creationId xmlns:a16="http://schemas.microsoft.com/office/drawing/2014/main" id="{C73A759D-B876-4C91-A003-3FE9B4821C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spAutoFit/>
          </a:bodyPr>
          <a:lstStyle/>
          <a:p>
            <a:r>
              <a:rPr lang="en-US" altLang="zh-CN" dirty="0"/>
              <a:t>05</a:t>
            </a:r>
            <a:endParaRPr lang="zh-CN" altLang="en-US" dirty="0"/>
          </a:p>
        </p:txBody>
      </p:sp>
      <p:sp>
        <p:nvSpPr>
          <p:cNvPr id="24" name="文本占位符 23">
            <a:extLst>
              <a:ext uri="{FF2B5EF4-FFF2-40B4-BE49-F238E27FC236}">
                <a16:creationId xmlns:a16="http://schemas.microsoft.com/office/drawing/2014/main" id="{C2E54D50-30EE-4B38-BA79-F0DAE5EF3532}"/>
              </a:ext>
            </a:extLst>
          </p:cNvPr>
          <p:cNvSpPr txBox="1">
            <a:spLocks noGrp="1"/>
          </p:cNvSpPr>
          <p:nvPr>
            <p:ph type="body" sz="quarter" idx="11"/>
          </p:nvPr>
        </p:nvSpPr>
        <p:spPr/>
        <p:txBody>
          <a:bodyPr>
            <a:spAutoFit/>
          </a:bodyPr>
          <a:lstStyle/>
          <a:p>
            <a:r>
              <a:rPr lang="zh-CN" altLang="en-US" dirty="0"/>
              <a:t>待讨论问题</a:t>
            </a:r>
            <a:endParaRPr lang="af-ZA" altLang="zh-CN" dirty="0"/>
          </a:p>
        </p:txBody>
      </p:sp>
    </p:spTree>
    <p:extLst>
      <p:ext uri="{BB962C8B-B14F-4D97-AF65-F5344CB8AC3E}">
        <p14:creationId xmlns:p14="http://schemas.microsoft.com/office/powerpoint/2010/main" val="12563354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27A950-71D8-8BDB-C767-7A8C91B92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6B3AB6-3DCE-4D14-AA80-0D566E9A0DB8}" type="slidenum">
              <a:rPr kumimoji="0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DE4C5C5-4207-51DA-920D-7B435A8E2C38}"/>
              </a:ext>
            </a:extLst>
          </p:cNvPr>
          <p:cNvSpPr txBox="1"/>
          <p:nvPr/>
        </p:nvSpPr>
        <p:spPr>
          <a:xfrm>
            <a:off x="1414686" y="252230"/>
            <a:ext cx="26347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b="1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待讨论问题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153542F-7655-4CB2-0CBD-BCFD05710D09}"/>
              </a:ext>
            </a:extLst>
          </p:cNvPr>
          <p:cNvSpPr txBox="1"/>
          <p:nvPr/>
        </p:nvSpPr>
        <p:spPr>
          <a:xfrm>
            <a:off x="1154097" y="1500326"/>
            <a:ext cx="7947129" cy="22198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是否考虑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xx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的影响？</a:t>
            </a:r>
            <a:endParaRPr lang="en-US" altLang="zh-CN" sz="32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是否。。。</a:t>
            </a:r>
            <a:endParaRPr lang="en-US" altLang="zh-CN" sz="32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zh-CN" altLang="en-US" sz="32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38998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6741980-DA8F-4E9E-B450-4CDAE0D9C9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57829" y="1181613"/>
            <a:ext cx="9043085" cy="1862048"/>
          </a:xfrm>
        </p:spPr>
        <p:txBody>
          <a:bodyPr>
            <a:spAutoFit/>
          </a:bodyPr>
          <a:lstStyle/>
          <a:p>
            <a:r>
              <a:rPr lang="zh-CN" altLang="en-US" dirty="0"/>
              <a:t>谢谢大家</a:t>
            </a:r>
          </a:p>
        </p:txBody>
      </p:sp>
      <p:sp>
        <p:nvSpPr>
          <p:cNvPr id="16" name="文本占位符 15">
            <a:extLst>
              <a:ext uri="{FF2B5EF4-FFF2-40B4-BE49-F238E27FC236}">
                <a16:creationId xmlns:a16="http://schemas.microsoft.com/office/drawing/2014/main" id="{AE0C054F-ACA8-4C62-A1CC-E710A470450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976614" y="3629447"/>
            <a:ext cx="3924300" cy="523220"/>
          </a:xfrm>
        </p:spPr>
        <p:txBody>
          <a:bodyPr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控：学生</a:t>
            </a:r>
            <a:endParaRPr lang="af-ZA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3784562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null,&quot;Name&quot;:&quot;正常&quot;,&quot;HeaderHeight&quot;:15.0,&quot;FooterHeight&quot;:9.0,&quot;SideMargin&quot;:5.5,&quot;TopMargin&quot;:0.0,&quot;BottomMargin&quot;:0.0,&quot;IntervalMargin&quot;:1.5,&quot;SettingType&quot;:&quot;System&quot;}"/>
</p:tagLst>
</file>

<file path=ppt/theme/theme1.xml><?xml version="1.0" encoding="utf-8"?>
<a:theme xmlns:a="http://schemas.openxmlformats.org/drawingml/2006/main" name="Office 主题​​">
  <a:themeElements>
    <a:clrScheme name="时尚简约风格模板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7304F"/>
      </a:accent1>
      <a:accent2>
        <a:srgbClr val="202743"/>
      </a:accent2>
      <a:accent3>
        <a:srgbClr val="66DDD5"/>
      </a:accent3>
      <a:accent4>
        <a:srgbClr val="0081E1"/>
      </a:accent4>
      <a:accent5>
        <a:srgbClr val="8160EB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时尚简约风格模板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7304F"/>
      </a:accent1>
      <a:accent2>
        <a:srgbClr val="202743"/>
      </a:accent2>
      <a:accent3>
        <a:srgbClr val="66DDD5"/>
      </a:accent3>
      <a:accent4>
        <a:srgbClr val="0081E1"/>
      </a:accent4>
      <a:accent5>
        <a:srgbClr val="8160EB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2141</TotalTime>
  <Words>352</Words>
  <Application>Microsoft Office PowerPoint</Application>
  <PresentationFormat>宽屏</PresentationFormat>
  <Paragraphs>89</Paragraphs>
  <Slides>16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25" baseType="lpstr">
      <vt:lpstr>等线</vt:lpstr>
      <vt:lpstr>等线 Light</vt:lpstr>
      <vt:lpstr>宋体</vt:lpstr>
      <vt:lpstr>微软雅黑</vt:lpstr>
      <vt:lpstr>Arial</vt:lpstr>
      <vt:lpstr>Times New Roman</vt:lpstr>
      <vt:lpstr>Wingdings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Zhenyu Xu</dc:creator>
  <cp:lastModifiedBy>学生</cp:lastModifiedBy>
  <cp:revision>158</cp:revision>
  <dcterms:created xsi:type="dcterms:W3CDTF">2019-09-17T00:55:24Z</dcterms:created>
  <dcterms:modified xsi:type="dcterms:W3CDTF">2024-08-17T14:02:40Z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Owner">
    <vt:lpwstr>[邮箱已脱敏]</vt:lpwstr>
  </property>
  <property fmtid="{D5CDD505-2E9C-101B-9397-08002B2CF9AE}" pid="5" name="MSIP_Label_f42aa342-8706-4288-bd11-ebb85995028c_SetDate">
    <vt:lpwstr>2019-09-17T00:55:27.4921371Z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Application">
    <vt:lpwstr>Microsoft Azure Information Protection</vt:lpwstr>
  </property>
  <property fmtid="{D5CDD505-2E9C-101B-9397-08002B2CF9AE}" pid="8" name="MSIP_Label_f42aa342-8706-4288-bd11-ebb85995028c_ActionId">
    <vt:lpwstr>182648ba-116e-4ea7-b09c-ef40e8411546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