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9" r:id="rId2"/>
  </p:sldMasterIdLst>
  <p:notesMasterIdLst>
    <p:notesMasterId r:id="rId19"/>
  </p:notesMasterIdLst>
  <p:sldIdLst>
    <p:sldId id="1889" r:id="rId3"/>
    <p:sldId id="1867" r:id="rId4"/>
    <p:sldId id="1868" r:id="rId5"/>
    <p:sldId id="1888" r:id="rId6"/>
    <p:sldId id="1856" r:id="rId7"/>
    <p:sldId id="1882" r:id="rId8"/>
    <p:sldId id="1883" r:id="rId9"/>
    <p:sldId id="1869" r:id="rId10"/>
    <p:sldId id="1875" r:id="rId11"/>
    <p:sldId id="1884" r:id="rId12"/>
    <p:sldId id="1870" r:id="rId13"/>
    <p:sldId id="1887" r:id="rId14"/>
    <p:sldId id="1886" r:id="rId15"/>
    <p:sldId id="1871" r:id="rId16"/>
    <p:sldId id="1880" r:id="rId17"/>
    <p:sldId id="1844" r:id="rId18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orient="horz" pos="1661" userDrawn="1">
          <p15:clr>
            <a:srgbClr val="A4A3A4"/>
          </p15:clr>
        </p15:guide>
        <p15:guide id="4" orient="horz" pos="935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7EE2"/>
    <a:srgbClr val="B7FFFC"/>
    <a:srgbClr val="E9FFFE"/>
    <a:srgbClr val="4CC4D7"/>
    <a:srgbClr val="FFFFFF"/>
    <a:srgbClr val="229FDC"/>
    <a:srgbClr val="0B7EE2"/>
    <a:srgbClr val="0480E1"/>
    <a:srgbClr val="0280E1"/>
    <a:srgbClr val="509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20" y="52"/>
      </p:cViewPr>
      <p:guideLst>
        <p:guide pos="416"/>
        <p:guide pos="7242"/>
        <p:guide orient="horz" pos="1661"/>
        <p:guide orient="horz" pos="935"/>
        <p:guide orient="horz" pos="3929"/>
        <p:guide orient="horz" pos="390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34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48D04-835A-452C-992E-5A42CB908460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5535B-18B8-41A7-B6F1-8B34A6C9EB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9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5535B-18B8-41A7-B6F1-8B34A6C9EB4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015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5535B-18B8-41A7-B6F1-8B34A6C9EB4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005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18494" y="-203587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1542" y="-178312"/>
            <a:ext cx="9043085" cy="1107996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时尚简约风格模板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4769" y="2552849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2974572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7666967C-6376-4B37-A5D7-2280C3932BE5}"/>
              </a:ext>
            </a:extLst>
          </p:cNvPr>
          <p:cNvSpPr/>
          <p:nvPr userDrawn="1"/>
        </p:nvSpPr>
        <p:spPr>
          <a:xfrm rot="19317930">
            <a:off x="-206426" y="-1058701"/>
            <a:ext cx="3958486" cy="2533744"/>
          </a:xfrm>
          <a:custGeom>
            <a:avLst/>
            <a:gdLst>
              <a:gd name="connsiteX0" fmla="*/ 719464 w 3958486"/>
              <a:gd name="connsiteY0" fmla="*/ 0 h 2533744"/>
              <a:gd name="connsiteX1" fmla="*/ 3958486 w 3958486"/>
              <a:gd name="connsiteY1" fmla="*/ 2533744 h 2533744"/>
              <a:gd name="connsiteX2" fmla="*/ 469762 w 3958486"/>
              <a:gd name="connsiteY2" fmla="*/ 2533744 h 2533744"/>
              <a:gd name="connsiteX3" fmla="*/ 0 w 3958486"/>
              <a:gd name="connsiteY3" fmla="*/ 2063982 h 2533744"/>
              <a:gd name="connsiteX4" fmla="*/ 0 w 3958486"/>
              <a:gd name="connsiteY4" fmla="*/ 919730 h 253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8486" h="2533744">
                <a:moveTo>
                  <a:pt x="719464" y="0"/>
                </a:moveTo>
                <a:lnTo>
                  <a:pt x="3958486" y="2533744"/>
                </a:lnTo>
                <a:lnTo>
                  <a:pt x="469762" y="2533744"/>
                </a:lnTo>
                <a:cubicBezTo>
                  <a:pt x="210320" y="2533744"/>
                  <a:pt x="0" y="2323424"/>
                  <a:pt x="0" y="2063982"/>
                </a:cubicBezTo>
                <a:lnTo>
                  <a:pt x="0" y="9197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D73F90-0606-4908-ABFA-812052F2FA14}"/>
              </a:ext>
            </a:extLst>
          </p:cNvPr>
          <p:cNvSpPr/>
          <p:nvPr userDrawn="1"/>
        </p:nvSpPr>
        <p:spPr>
          <a:xfrm>
            <a:off x="5335219" y="1388817"/>
            <a:ext cx="16384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spc="3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lang="zh-CN" altLang="en-US" sz="1600" b="1" spc="3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9D598D-8C80-409F-AF3D-FE5050423840}"/>
              </a:ext>
            </a:extLst>
          </p:cNvPr>
          <p:cNvSpPr txBox="1"/>
          <p:nvPr userDrawn="1"/>
        </p:nvSpPr>
        <p:spPr>
          <a:xfrm>
            <a:off x="4930454" y="515787"/>
            <a:ext cx="2329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8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AD5E4E-D8C0-457C-9C6B-323CFA025CBF}"/>
              </a:ext>
            </a:extLst>
          </p:cNvPr>
          <p:cNvCxnSpPr/>
          <p:nvPr userDrawn="1"/>
        </p:nvCxnSpPr>
        <p:spPr>
          <a:xfrm>
            <a:off x="5492252" y="1329454"/>
            <a:ext cx="1313398" cy="0"/>
          </a:xfrm>
          <a:prstGeom prst="line">
            <a:avLst/>
          </a:prstGeom>
          <a:ln w="635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EFDCBC30-90EF-4999-935C-6C70C356BF1D}"/>
              </a:ext>
            </a:extLst>
          </p:cNvPr>
          <p:cNvSpPr/>
          <p:nvPr userDrawn="1"/>
        </p:nvSpPr>
        <p:spPr>
          <a:xfrm>
            <a:off x="7088699" y="708505"/>
            <a:ext cx="841374" cy="84137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71000">
                <a:schemeClr val="accent4"/>
              </a:gs>
              <a:gs pos="100000">
                <a:schemeClr val="accent5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8EE616F-83DC-4396-941A-CE7E028BCB75}"/>
              </a:ext>
            </a:extLst>
          </p:cNvPr>
          <p:cNvSpPr/>
          <p:nvPr userDrawn="1"/>
        </p:nvSpPr>
        <p:spPr>
          <a:xfrm>
            <a:off x="7662504" y="1236460"/>
            <a:ext cx="319651" cy="319651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71000">
                <a:schemeClr val="accent4"/>
              </a:gs>
              <a:gs pos="100000">
                <a:schemeClr val="accent5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943A73ED-F065-4B72-83EB-6682D5FE636B}"/>
              </a:ext>
            </a:extLst>
          </p:cNvPr>
          <p:cNvSpPr/>
          <p:nvPr userDrawn="1"/>
        </p:nvSpPr>
        <p:spPr>
          <a:xfrm rot="19317930">
            <a:off x="-875421" y="5109"/>
            <a:ext cx="2397897" cy="2015181"/>
          </a:xfrm>
          <a:custGeom>
            <a:avLst/>
            <a:gdLst>
              <a:gd name="connsiteX0" fmla="*/ 1576387 w 2397897"/>
              <a:gd name="connsiteY0" fmla="*/ 0 h 2015181"/>
              <a:gd name="connsiteX1" fmla="*/ 2397897 w 2397897"/>
              <a:gd name="connsiteY1" fmla="*/ 642631 h 2015181"/>
              <a:gd name="connsiteX2" fmla="*/ 2397897 w 2397897"/>
              <a:gd name="connsiteY2" fmla="*/ 1545419 h 2015181"/>
              <a:gd name="connsiteX3" fmla="*/ 1928135 w 2397897"/>
              <a:gd name="connsiteY3" fmla="*/ 2015181 h 2015181"/>
              <a:gd name="connsiteX4" fmla="*/ 0 w 2397897"/>
              <a:gd name="connsiteY4" fmla="*/ 2015181 h 201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7897" h="2015181">
                <a:moveTo>
                  <a:pt x="1576387" y="0"/>
                </a:moveTo>
                <a:lnTo>
                  <a:pt x="2397897" y="642631"/>
                </a:lnTo>
                <a:lnTo>
                  <a:pt x="2397897" y="1545419"/>
                </a:lnTo>
                <a:cubicBezTo>
                  <a:pt x="2397897" y="1804861"/>
                  <a:pt x="2187577" y="2015181"/>
                  <a:pt x="1928135" y="2015181"/>
                </a:cubicBezTo>
                <a:lnTo>
                  <a:pt x="0" y="20151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EA2759D9-2366-4283-81E0-16D2EC420698}"/>
              </a:ext>
            </a:extLst>
          </p:cNvPr>
          <p:cNvSpPr/>
          <p:nvPr userDrawn="1"/>
        </p:nvSpPr>
        <p:spPr>
          <a:xfrm rot="19333288">
            <a:off x="-383456" y="-476607"/>
            <a:ext cx="2422640" cy="1346307"/>
          </a:xfrm>
          <a:custGeom>
            <a:avLst/>
            <a:gdLst>
              <a:gd name="connsiteX0" fmla="*/ 685649 w 2422640"/>
              <a:gd name="connsiteY0" fmla="*/ 0 h 1346307"/>
              <a:gd name="connsiteX1" fmla="*/ 2422640 w 2422640"/>
              <a:gd name="connsiteY1" fmla="*/ 1346307 h 1346307"/>
              <a:gd name="connsiteX2" fmla="*/ 521221 w 2422640"/>
              <a:gd name="connsiteY2" fmla="*/ 1346307 h 1346307"/>
              <a:gd name="connsiteX3" fmla="*/ 4051 w 2422640"/>
              <a:gd name="connsiteY3" fmla="*/ 924801 h 1346307"/>
              <a:gd name="connsiteX4" fmla="*/ 0 w 2422640"/>
              <a:gd name="connsiteY4" fmla="*/ 884617 h 1346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2640" h="1346307">
                <a:moveTo>
                  <a:pt x="685649" y="0"/>
                </a:moveTo>
                <a:lnTo>
                  <a:pt x="2422640" y="1346307"/>
                </a:lnTo>
                <a:lnTo>
                  <a:pt x="521221" y="1346307"/>
                </a:lnTo>
                <a:cubicBezTo>
                  <a:pt x="266116" y="1346307"/>
                  <a:pt x="53275" y="1165354"/>
                  <a:pt x="4051" y="924801"/>
                </a:cubicBezTo>
                <a:lnTo>
                  <a:pt x="0" y="884617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E2C6827-43A0-4007-80CB-7C4D4CAF3391}"/>
              </a:ext>
            </a:extLst>
          </p:cNvPr>
          <p:cNvSpPr/>
          <p:nvPr userDrawn="1"/>
        </p:nvSpPr>
        <p:spPr>
          <a:xfrm rot="19317930">
            <a:off x="10383262" y="4827181"/>
            <a:ext cx="2760000" cy="2098615"/>
          </a:xfrm>
          <a:custGeom>
            <a:avLst/>
            <a:gdLst>
              <a:gd name="connsiteX0" fmla="*/ 2760000 w 2760000"/>
              <a:gd name="connsiteY0" fmla="*/ 0 h 2098615"/>
              <a:gd name="connsiteX1" fmla="*/ 1118347 w 2760000"/>
              <a:gd name="connsiteY1" fmla="*/ 2098615 h 2098615"/>
              <a:gd name="connsiteX2" fmla="*/ 0 w 2760000"/>
              <a:gd name="connsiteY2" fmla="*/ 1223782 h 2098615"/>
              <a:gd name="connsiteX3" fmla="*/ 0 w 2760000"/>
              <a:gd name="connsiteY3" fmla="*/ 469762 h 2098615"/>
              <a:gd name="connsiteX4" fmla="*/ 469762 w 2760000"/>
              <a:gd name="connsiteY4" fmla="*/ 0 h 209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0000" h="2098615">
                <a:moveTo>
                  <a:pt x="2760000" y="0"/>
                </a:moveTo>
                <a:lnTo>
                  <a:pt x="1118347" y="2098615"/>
                </a:lnTo>
                <a:lnTo>
                  <a:pt x="0" y="1223782"/>
                </a:lnTo>
                <a:lnTo>
                  <a:pt x="0" y="469762"/>
                </a:lnTo>
                <a:cubicBezTo>
                  <a:pt x="0" y="210320"/>
                  <a:pt x="210320" y="0"/>
                  <a:pt x="4697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EBDAC50-192B-4545-A03D-2EC4BBF65006}"/>
              </a:ext>
            </a:extLst>
          </p:cNvPr>
          <p:cNvSpPr/>
          <p:nvPr userDrawn="1"/>
        </p:nvSpPr>
        <p:spPr>
          <a:xfrm rot="19317930">
            <a:off x="10232169" y="6103326"/>
            <a:ext cx="2008903" cy="1337096"/>
          </a:xfrm>
          <a:custGeom>
            <a:avLst/>
            <a:gdLst>
              <a:gd name="connsiteX0" fmla="*/ 1801789 w 2008903"/>
              <a:gd name="connsiteY0" fmla="*/ 80229 h 1337096"/>
              <a:gd name="connsiteX1" fmla="*/ 2008903 w 2008903"/>
              <a:gd name="connsiteY1" fmla="*/ 469762 h 1337096"/>
              <a:gd name="connsiteX2" fmla="*/ 2008903 w 2008903"/>
              <a:gd name="connsiteY2" fmla="*/ 954073 h 1337096"/>
              <a:gd name="connsiteX3" fmla="*/ 1709282 w 2008903"/>
              <a:gd name="connsiteY3" fmla="*/ 1337096 h 1337096"/>
              <a:gd name="connsiteX4" fmla="*/ 0 w 2008903"/>
              <a:gd name="connsiteY4" fmla="*/ 0 h 1337096"/>
              <a:gd name="connsiteX5" fmla="*/ 1539141 w 2008903"/>
              <a:gd name="connsiteY5" fmla="*/ 0 h 1337096"/>
              <a:gd name="connsiteX6" fmla="*/ 1801789 w 2008903"/>
              <a:gd name="connsiteY6" fmla="*/ 80229 h 133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903" h="1337096">
                <a:moveTo>
                  <a:pt x="1801789" y="80229"/>
                </a:moveTo>
                <a:cubicBezTo>
                  <a:pt x="1926746" y="164648"/>
                  <a:pt x="2008904" y="307611"/>
                  <a:pt x="2008903" y="469762"/>
                </a:cubicBezTo>
                <a:lnTo>
                  <a:pt x="2008903" y="954073"/>
                </a:lnTo>
                <a:lnTo>
                  <a:pt x="1709282" y="1337096"/>
                </a:lnTo>
                <a:lnTo>
                  <a:pt x="0" y="0"/>
                </a:lnTo>
                <a:lnTo>
                  <a:pt x="1539141" y="0"/>
                </a:lnTo>
                <a:cubicBezTo>
                  <a:pt x="1636432" y="0"/>
                  <a:pt x="1726814" y="29576"/>
                  <a:pt x="1801789" y="802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63D76CC3-C00A-46A9-9277-1C54FE59FACF}"/>
              </a:ext>
            </a:extLst>
          </p:cNvPr>
          <p:cNvSpPr/>
          <p:nvPr userDrawn="1"/>
        </p:nvSpPr>
        <p:spPr>
          <a:xfrm rot="19333288">
            <a:off x="11349172" y="6046887"/>
            <a:ext cx="1254668" cy="877072"/>
          </a:xfrm>
          <a:custGeom>
            <a:avLst/>
            <a:gdLst>
              <a:gd name="connsiteX0" fmla="*/ 1254668 w 1254668"/>
              <a:gd name="connsiteY0" fmla="*/ 0 h 877072"/>
              <a:gd name="connsiteX1" fmla="*/ 574866 w 1254668"/>
              <a:gd name="connsiteY1" fmla="*/ 877072 h 877072"/>
              <a:gd name="connsiteX2" fmla="*/ 0 w 1254668"/>
              <a:gd name="connsiteY2" fmla="*/ 431506 h 877072"/>
              <a:gd name="connsiteX3" fmla="*/ 1008 w 1254668"/>
              <a:gd name="connsiteY3" fmla="*/ 421506 h 877072"/>
              <a:gd name="connsiteX4" fmla="*/ 518178 w 1254668"/>
              <a:gd name="connsiteY4" fmla="*/ 0 h 87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4668" h="877072">
                <a:moveTo>
                  <a:pt x="1254668" y="0"/>
                </a:moveTo>
                <a:lnTo>
                  <a:pt x="574866" y="877072"/>
                </a:lnTo>
                <a:lnTo>
                  <a:pt x="0" y="431506"/>
                </a:lnTo>
                <a:lnTo>
                  <a:pt x="1008" y="421506"/>
                </a:lnTo>
                <a:cubicBezTo>
                  <a:pt x="50232" y="180953"/>
                  <a:pt x="263073" y="0"/>
                  <a:pt x="51817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61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C6D9F24-3291-4052-94DE-B222333D819F}"/>
              </a:ext>
            </a:extLst>
          </p:cNvPr>
          <p:cNvSpPr/>
          <p:nvPr userDrawn="1"/>
        </p:nvSpPr>
        <p:spPr>
          <a:xfrm rot="1461033">
            <a:off x="-905369" y="-648426"/>
            <a:ext cx="5738706" cy="6535941"/>
          </a:xfrm>
          <a:custGeom>
            <a:avLst/>
            <a:gdLst>
              <a:gd name="connsiteX0" fmla="*/ 0 w 5738706"/>
              <a:gd name="connsiteY0" fmla="*/ 1691248 h 6535941"/>
              <a:gd name="connsiteX1" fmla="*/ 3736904 w 5738706"/>
              <a:gd name="connsiteY1" fmla="*/ 0 h 6535941"/>
              <a:gd name="connsiteX2" fmla="*/ 5209490 w 5738706"/>
              <a:gd name="connsiteY2" fmla="*/ 0 h 6535941"/>
              <a:gd name="connsiteX3" fmla="*/ 5738706 w 5738706"/>
              <a:gd name="connsiteY3" fmla="*/ 529215 h 6535941"/>
              <a:gd name="connsiteX4" fmla="*/ 5738705 w 5738706"/>
              <a:gd name="connsiteY4" fmla="*/ 6006726 h 6535941"/>
              <a:gd name="connsiteX5" fmla="*/ 5209490 w 5738706"/>
              <a:gd name="connsiteY5" fmla="*/ 6535941 h 6535941"/>
              <a:gd name="connsiteX6" fmla="*/ 2192610 w 5738706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8706" h="6535941">
                <a:moveTo>
                  <a:pt x="0" y="1691248"/>
                </a:moveTo>
                <a:lnTo>
                  <a:pt x="3736904" y="0"/>
                </a:lnTo>
                <a:lnTo>
                  <a:pt x="5209490" y="0"/>
                </a:lnTo>
                <a:cubicBezTo>
                  <a:pt x="5501767" y="0"/>
                  <a:pt x="5738705" y="236938"/>
                  <a:pt x="5738706" y="529215"/>
                </a:cubicBezTo>
                <a:lnTo>
                  <a:pt x="5738705" y="6006726"/>
                </a:lnTo>
                <a:cubicBezTo>
                  <a:pt x="5738705" y="6299003"/>
                  <a:pt x="5501767" y="6535941"/>
                  <a:pt x="5209490" y="6535941"/>
                </a:cubicBezTo>
                <a:lnTo>
                  <a:pt x="2192610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AC81769-B89F-4E89-861C-F83015CD9903}"/>
              </a:ext>
            </a:extLst>
          </p:cNvPr>
          <p:cNvSpPr/>
          <p:nvPr userDrawn="1"/>
        </p:nvSpPr>
        <p:spPr>
          <a:xfrm rot="1461033">
            <a:off x="2923317" y="-1389685"/>
            <a:ext cx="10578993" cy="8422484"/>
          </a:xfrm>
          <a:custGeom>
            <a:avLst/>
            <a:gdLst>
              <a:gd name="connsiteX0" fmla="*/ 0 w 10578993"/>
              <a:gd name="connsiteY0" fmla="*/ 3508089 h 8422484"/>
              <a:gd name="connsiteX1" fmla="*/ 7751314 w 10578993"/>
              <a:gd name="connsiteY1" fmla="*/ 0 h 8422484"/>
              <a:gd name="connsiteX2" fmla="*/ 10578993 w 10578993"/>
              <a:gd name="connsiteY2" fmla="*/ 6247912 h 8422484"/>
              <a:gd name="connsiteX3" fmla="*/ 5774156 w 10578993"/>
              <a:gd name="connsiteY3" fmla="*/ 8422484 h 8422484"/>
              <a:gd name="connsiteX4" fmla="*/ 746456 w 10578993"/>
              <a:gd name="connsiteY4" fmla="*/ 8422484 h 8422484"/>
              <a:gd name="connsiteX5" fmla="*/ 0 w 10578993"/>
              <a:gd name="connsiteY5" fmla="*/ 7676028 h 8422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78993" h="8422484">
                <a:moveTo>
                  <a:pt x="0" y="3508089"/>
                </a:moveTo>
                <a:lnTo>
                  <a:pt x="7751314" y="0"/>
                </a:lnTo>
                <a:lnTo>
                  <a:pt x="10578993" y="6247912"/>
                </a:lnTo>
                <a:lnTo>
                  <a:pt x="5774156" y="8422484"/>
                </a:lnTo>
                <a:lnTo>
                  <a:pt x="746456" y="8422484"/>
                </a:lnTo>
                <a:cubicBezTo>
                  <a:pt x="334200" y="8422484"/>
                  <a:pt x="1" y="8088284"/>
                  <a:pt x="0" y="76760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7D1FB5B0-3B9E-4611-A71F-3300E7CCFBA9}"/>
              </a:ext>
            </a:extLst>
          </p:cNvPr>
          <p:cNvSpPr/>
          <p:nvPr userDrawn="1"/>
        </p:nvSpPr>
        <p:spPr>
          <a:xfrm rot="1461033">
            <a:off x="8514966" y="-398236"/>
            <a:ext cx="4721210" cy="4046278"/>
          </a:xfrm>
          <a:custGeom>
            <a:avLst/>
            <a:gdLst>
              <a:gd name="connsiteX0" fmla="*/ 1 w 4721210"/>
              <a:gd name="connsiteY0" fmla="*/ 1307931 h 4046278"/>
              <a:gd name="connsiteX1" fmla="*/ 2889946 w 4721210"/>
              <a:gd name="connsiteY1" fmla="*/ 0 h 4046278"/>
              <a:gd name="connsiteX2" fmla="*/ 4721210 w 4721210"/>
              <a:gd name="connsiteY2" fmla="*/ 4046278 h 4046278"/>
              <a:gd name="connsiteX3" fmla="*/ 529215 w 4721210"/>
              <a:gd name="connsiteY3" fmla="*/ 4046278 h 4046278"/>
              <a:gd name="connsiteX4" fmla="*/ 0 w 4721210"/>
              <a:gd name="connsiteY4" fmla="*/ 3517063 h 404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21210" h="4046278">
                <a:moveTo>
                  <a:pt x="1" y="1307931"/>
                </a:moveTo>
                <a:lnTo>
                  <a:pt x="2889946" y="0"/>
                </a:lnTo>
                <a:lnTo>
                  <a:pt x="4721210" y="4046278"/>
                </a:lnTo>
                <a:lnTo>
                  <a:pt x="529215" y="4046278"/>
                </a:lnTo>
                <a:cubicBezTo>
                  <a:pt x="236938" y="4046278"/>
                  <a:pt x="0" y="3809340"/>
                  <a:pt x="0" y="3517063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9182188C-C240-44CD-AC8B-4343170F8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5725" y="1220398"/>
            <a:ext cx="3905250" cy="2646878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6600" b="1" i="0" kern="1200" noProof="0">
                <a:gradFill flip="none" rotWithShape="1">
                  <a:gsLst>
                    <a:gs pos="0">
                      <a:schemeClr val="accent3"/>
                    </a:gs>
                    <a:gs pos="100000">
                      <a:srgbClr val="8160EB"/>
                    </a:gs>
                    <a:gs pos="64000">
                      <a:schemeClr val="accent4"/>
                    </a:gs>
                  </a:gsLst>
                  <a:lin ang="54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66DDD5"/>
                    </a:gs>
                    <a:gs pos="100000">
                      <a:srgbClr val="8160EB"/>
                    </a:gs>
                    <a:gs pos="64000">
                      <a:srgbClr val="0081E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600" b="1" i="1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66DDD5"/>
                  </a:gs>
                  <a:gs pos="100000">
                    <a:srgbClr val="8160EB"/>
                  </a:gs>
                  <a:gs pos="64000">
                    <a:srgbClr val="0081E1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BB746B37-BF8F-4C5B-9A06-C9F4C1183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2237" y="3727855"/>
            <a:ext cx="6867526" cy="1107996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6600" b="1" kern="1200" noProof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f-ZA" altLang="zh-CN" sz="66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284469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76CEB83-52D0-4C35-B39F-58B8958F0B9E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1491" y="806220"/>
            <a:ext cx="1036021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BE67CEC5-F540-49F0-33BC-E6B7CDF17F36}"/>
              </a:ext>
            </a:extLst>
          </p:cNvPr>
          <p:cNvGrpSpPr/>
          <p:nvPr userDrawn="1"/>
        </p:nvGrpSpPr>
        <p:grpSpPr>
          <a:xfrm>
            <a:off x="298035" y="118833"/>
            <a:ext cx="893456" cy="847606"/>
            <a:chOff x="350117" y="385533"/>
            <a:chExt cx="893456" cy="847606"/>
          </a:xfrm>
        </p:grpSpPr>
        <p:sp>
          <p:nvSpPr>
            <p:cNvPr id="5" name="椭圆 4">
              <a:hlinkClick r:id="" action="ppaction://noaction"/>
              <a:extLst>
                <a:ext uri="{FF2B5EF4-FFF2-40B4-BE49-F238E27FC236}">
                  <a16:creationId xmlns:a16="http://schemas.microsoft.com/office/drawing/2014/main" id="{E3E2AAF1-BC00-F5BB-3EEB-05EC91817748}"/>
                </a:ext>
              </a:extLst>
            </p:cNvPr>
            <p:cNvSpPr/>
            <p:nvPr userDrawn="1"/>
          </p:nvSpPr>
          <p:spPr>
            <a:xfrm>
              <a:off x="350117" y="385533"/>
              <a:ext cx="841374" cy="841374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71000">
                  <a:schemeClr val="accent4"/>
                </a:gs>
                <a:gs pos="100000">
                  <a:schemeClr val="accent5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68300" sx="103000" sy="103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hlinkClick r:id="" action="ppaction://noaction"/>
              <a:extLst>
                <a:ext uri="{FF2B5EF4-FFF2-40B4-BE49-F238E27FC236}">
                  <a16:creationId xmlns:a16="http://schemas.microsoft.com/office/drawing/2014/main" id="{FA5FE3E4-BA35-784B-0BF6-46AC9DEC73DC}"/>
                </a:ext>
              </a:extLst>
            </p:cNvPr>
            <p:cNvSpPr/>
            <p:nvPr userDrawn="1"/>
          </p:nvSpPr>
          <p:spPr>
            <a:xfrm>
              <a:off x="923922" y="913488"/>
              <a:ext cx="319651" cy="319651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71000">
                  <a:schemeClr val="accent4"/>
                </a:gs>
                <a:gs pos="100000">
                  <a:schemeClr val="accent5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68300" sx="103000" sy="103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F6E37FC-FB6B-AF19-9001-539462C9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3050" y="6250927"/>
            <a:ext cx="2743200" cy="461665"/>
          </a:xfrm>
        </p:spPr>
        <p:txBody>
          <a:bodyPr/>
          <a:lstStyle>
            <a:lvl1pPr>
              <a:defRPr kumimoji="0" lang="zh-CN" altLang="en-US" sz="2400" b="0" i="0" u="none" strike="noStrike" kern="1200" cap="none" spc="0" normalizeH="0" baseline="0" smtClean="0">
                <a:ln>
                  <a:noFill/>
                </a:ln>
                <a:gradFill>
                  <a:gsLst>
                    <a:gs pos="49000">
                      <a:srgbClr val="2AA7DC"/>
                    </a:gs>
                    <a:gs pos="0">
                      <a:srgbClr val="66DDD5"/>
                    </a:gs>
                    <a:gs pos="100000">
                      <a:srgbClr val="8160EB"/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fld id="{A86B3AB6-3DCE-4D14-AA80-0D566E9A0DB8}" type="slidenum">
              <a:rPr lang="en-US" altLang="zh-CN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60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03979" y="-203748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6CF7EF-AC1E-4956-A4A7-E7537704A387}"/>
              </a:ext>
            </a:extLst>
          </p:cNvPr>
          <p:cNvCxnSpPr>
            <a:cxnSpLocks/>
          </p:cNvCxnSpPr>
          <p:nvPr userDrawn="1"/>
        </p:nvCxnSpPr>
        <p:spPr>
          <a:xfrm>
            <a:off x="4198256" y="3132571"/>
            <a:ext cx="663487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57829" y="1181635"/>
            <a:ext cx="9043085" cy="1862048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1500" b="1" kern="1200" noProof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3019" y="3309407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68568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prstGeom prst="roundRect">
            <a:avLst>
              <a:gd name="adj" fmla="val 8069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prstGeom prst="roundRect">
            <a:avLst>
              <a:gd name="adj" fmla="val 8139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18494" y="-2035876"/>
            <a:ext cx="11079226" cy="6878693"/>
          </a:xfrm>
          <a:prstGeom prst="roundRect">
            <a:avLst>
              <a:gd name="adj" fmla="val 5116"/>
            </a:avLst>
          </a:pr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1542" y="-178312"/>
            <a:ext cx="9043085" cy="1107996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时尚简约风格模板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4769" y="2552849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056218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7666967C-6376-4B37-A5D7-2280C3932BE5}"/>
              </a:ext>
            </a:extLst>
          </p:cNvPr>
          <p:cNvSpPr/>
          <p:nvPr userDrawn="1"/>
        </p:nvSpPr>
        <p:spPr>
          <a:xfrm rot="19317930">
            <a:off x="-206426" y="-1058701"/>
            <a:ext cx="3958486" cy="2533744"/>
          </a:xfrm>
          <a:custGeom>
            <a:avLst/>
            <a:gdLst>
              <a:gd name="connsiteX0" fmla="*/ 719464 w 3958486"/>
              <a:gd name="connsiteY0" fmla="*/ 0 h 2533744"/>
              <a:gd name="connsiteX1" fmla="*/ 3958486 w 3958486"/>
              <a:gd name="connsiteY1" fmla="*/ 2533744 h 2533744"/>
              <a:gd name="connsiteX2" fmla="*/ 469762 w 3958486"/>
              <a:gd name="connsiteY2" fmla="*/ 2533744 h 2533744"/>
              <a:gd name="connsiteX3" fmla="*/ 0 w 3958486"/>
              <a:gd name="connsiteY3" fmla="*/ 2063982 h 2533744"/>
              <a:gd name="connsiteX4" fmla="*/ 0 w 3958486"/>
              <a:gd name="connsiteY4" fmla="*/ 919730 h 253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8486" h="2533744">
                <a:moveTo>
                  <a:pt x="719464" y="0"/>
                </a:moveTo>
                <a:lnTo>
                  <a:pt x="3958486" y="2533744"/>
                </a:lnTo>
                <a:lnTo>
                  <a:pt x="469762" y="2533744"/>
                </a:lnTo>
                <a:cubicBezTo>
                  <a:pt x="210320" y="2533744"/>
                  <a:pt x="0" y="2323424"/>
                  <a:pt x="0" y="2063982"/>
                </a:cubicBezTo>
                <a:lnTo>
                  <a:pt x="0" y="9197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D73F90-0606-4908-ABFA-812052F2FA14}"/>
              </a:ext>
            </a:extLst>
          </p:cNvPr>
          <p:cNvSpPr/>
          <p:nvPr userDrawn="1"/>
        </p:nvSpPr>
        <p:spPr>
          <a:xfrm>
            <a:off x="824767" y="3463801"/>
            <a:ext cx="16384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spc="3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1600" b="1" spc="3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9D598D-8C80-409F-AF3D-FE5050423840}"/>
              </a:ext>
            </a:extLst>
          </p:cNvPr>
          <p:cNvSpPr txBox="1"/>
          <p:nvPr userDrawn="1"/>
        </p:nvSpPr>
        <p:spPr>
          <a:xfrm>
            <a:off x="428794" y="2590771"/>
            <a:ext cx="2329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8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AD5E4E-D8C0-457C-9C6B-323CFA025CBF}"/>
              </a:ext>
            </a:extLst>
          </p:cNvPr>
          <p:cNvCxnSpPr/>
          <p:nvPr userDrawn="1"/>
        </p:nvCxnSpPr>
        <p:spPr>
          <a:xfrm>
            <a:off x="981800" y="3404438"/>
            <a:ext cx="1313398" cy="0"/>
          </a:xfrm>
          <a:prstGeom prst="line">
            <a:avLst/>
          </a:prstGeom>
          <a:ln w="635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943A73ED-F065-4B72-83EB-6682D5FE636B}"/>
              </a:ext>
            </a:extLst>
          </p:cNvPr>
          <p:cNvSpPr/>
          <p:nvPr userDrawn="1"/>
        </p:nvSpPr>
        <p:spPr>
          <a:xfrm rot="19317930">
            <a:off x="-875421" y="5109"/>
            <a:ext cx="2397897" cy="2015181"/>
          </a:xfrm>
          <a:custGeom>
            <a:avLst/>
            <a:gdLst>
              <a:gd name="connsiteX0" fmla="*/ 1576387 w 2397897"/>
              <a:gd name="connsiteY0" fmla="*/ 0 h 2015181"/>
              <a:gd name="connsiteX1" fmla="*/ 2397897 w 2397897"/>
              <a:gd name="connsiteY1" fmla="*/ 642631 h 2015181"/>
              <a:gd name="connsiteX2" fmla="*/ 2397897 w 2397897"/>
              <a:gd name="connsiteY2" fmla="*/ 1545419 h 2015181"/>
              <a:gd name="connsiteX3" fmla="*/ 1928135 w 2397897"/>
              <a:gd name="connsiteY3" fmla="*/ 2015181 h 2015181"/>
              <a:gd name="connsiteX4" fmla="*/ 0 w 2397897"/>
              <a:gd name="connsiteY4" fmla="*/ 2015181 h 201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7897" h="2015181">
                <a:moveTo>
                  <a:pt x="1576387" y="0"/>
                </a:moveTo>
                <a:lnTo>
                  <a:pt x="2397897" y="642631"/>
                </a:lnTo>
                <a:lnTo>
                  <a:pt x="2397897" y="1545419"/>
                </a:lnTo>
                <a:cubicBezTo>
                  <a:pt x="2397897" y="1804861"/>
                  <a:pt x="2187577" y="2015181"/>
                  <a:pt x="1928135" y="2015181"/>
                </a:cubicBezTo>
                <a:lnTo>
                  <a:pt x="0" y="20151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EA2759D9-2366-4283-81E0-16D2EC420698}"/>
              </a:ext>
            </a:extLst>
          </p:cNvPr>
          <p:cNvSpPr/>
          <p:nvPr userDrawn="1"/>
        </p:nvSpPr>
        <p:spPr>
          <a:xfrm rot="19333288">
            <a:off x="-383456" y="-476607"/>
            <a:ext cx="2422640" cy="1346307"/>
          </a:xfrm>
          <a:custGeom>
            <a:avLst/>
            <a:gdLst>
              <a:gd name="connsiteX0" fmla="*/ 685649 w 2422640"/>
              <a:gd name="connsiteY0" fmla="*/ 0 h 1346307"/>
              <a:gd name="connsiteX1" fmla="*/ 2422640 w 2422640"/>
              <a:gd name="connsiteY1" fmla="*/ 1346307 h 1346307"/>
              <a:gd name="connsiteX2" fmla="*/ 521221 w 2422640"/>
              <a:gd name="connsiteY2" fmla="*/ 1346307 h 1346307"/>
              <a:gd name="connsiteX3" fmla="*/ 4051 w 2422640"/>
              <a:gd name="connsiteY3" fmla="*/ 924801 h 1346307"/>
              <a:gd name="connsiteX4" fmla="*/ 0 w 2422640"/>
              <a:gd name="connsiteY4" fmla="*/ 884617 h 1346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2640" h="1346307">
                <a:moveTo>
                  <a:pt x="685649" y="0"/>
                </a:moveTo>
                <a:lnTo>
                  <a:pt x="2422640" y="1346307"/>
                </a:lnTo>
                <a:lnTo>
                  <a:pt x="521221" y="1346307"/>
                </a:lnTo>
                <a:cubicBezTo>
                  <a:pt x="266116" y="1346307"/>
                  <a:pt x="53275" y="1165354"/>
                  <a:pt x="4051" y="924801"/>
                </a:cubicBezTo>
                <a:lnTo>
                  <a:pt x="0" y="884617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E2C6827-43A0-4007-80CB-7C4D4CAF3391}"/>
              </a:ext>
            </a:extLst>
          </p:cNvPr>
          <p:cNvSpPr/>
          <p:nvPr userDrawn="1"/>
        </p:nvSpPr>
        <p:spPr>
          <a:xfrm rot="19317930">
            <a:off x="10383262" y="4827181"/>
            <a:ext cx="2760000" cy="2098615"/>
          </a:xfrm>
          <a:custGeom>
            <a:avLst/>
            <a:gdLst>
              <a:gd name="connsiteX0" fmla="*/ 2760000 w 2760000"/>
              <a:gd name="connsiteY0" fmla="*/ 0 h 2098615"/>
              <a:gd name="connsiteX1" fmla="*/ 1118347 w 2760000"/>
              <a:gd name="connsiteY1" fmla="*/ 2098615 h 2098615"/>
              <a:gd name="connsiteX2" fmla="*/ 0 w 2760000"/>
              <a:gd name="connsiteY2" fmla="*/ 1223782 h 2098615"/>
              <a:gd name="connsiteX3" fmla="*/ 0 w 2760000"/>
              <a:gd name="connsiteY3" fmla="*/ 469762 h 2098615"/>
              <a:gd name="connsiteX4" fmla="*/ 469762 w 2760000"/>
              <a:gd name="connsiteY4" fmla="*/ 0 h 209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0000" h="2098615">
                <a:moveTo>
                  <a:pt x="2760000" y="0"/>
                </a:moveTo>
                <a:lnTo>
                  <a:pt x="1118347" y="2098615"/>
                </a:lnTo>
                <a:lnTo>
                  <a:pt x="0" y="1223782"/>
                </a:lnTo>
                <a:lnTo>
                  <a:pt x="0" y="469762"/>
                </a:lnTo>
                <a:cubicBezTo>
                  <a:pt x="0" y="210320"/>
                  <a:pt x="210320" y="0"/>
                  <a:pt x="4697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EBDAC50-192B-4545-A03D-2EC4BBF65006}"/>
              </a:ext>
            </a:extLst>
          </p:cNvPr>
          <p:cNvSpPr/>
          <p:nvPr userDrawn="1"/>
        </p:nvSpPr>
        <p:spPr>
          <a:xfrm rot="19317930">
            <a:off x="10232169" y="6103326"/>
            <a:ext cx="2008903" cy="1337096"/>
          </a:xfrm>
          <a:custGeom>
            <a:avLst/>
            <a:gdLst>
              <a:gd name="connsiteX0" fmla="*/ 1801789 w 2008903"/>
              <a:gd name="connsiteY0" fmla="*/ 80229 h 1337096"/>
              <a:gd name="connsiteX1" fmla="*/ 2008903 w 2008903"/>
              <a:gd name="connsiteY1" fmla="*/ 469762 h 1337096"/>
              <a:gd name="connsiteX2" fmla="*/ 2008903 w 2008903"/>
              <a:gd name="connsiteY2" fmla="*/ 954073 h 1337096"/>
              <a:gd name="connsiteX3" fmla="*/ 1709282 w 2008903"/>
              <a:gd name="connsiteY3" fmla="*/ 1337096 h 1337096"/>
              <a:gd name="connsiteX4" fmla="*/ 0 w 2008903"/>
              <a:gd name="connsiteY4" fmla="*/ 0 h 1337096"/>
              <a:gd name="connsiteX5" fmla="*/ 1539141 w 2008903"/>
              <a:gd name="connsiteY5" fmla="*/ 0 h 1337096"/>
              <a:gd name="connsiteX6" fmla="*/ 1801789 w 2008903"/>
              <a:gd name="connsiteY6" fmla="*/ 80229 h 133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903" h="1337096">
                <a:moveTo>
                  <a:pt x="1801789" y="80229"/>
                </a:moveTo>
                <a:cubicBezTo>
                  <a:pt x="1926746" y="164648"/>
                  <a:pt x="2008904" y="307611"/>
                  <a:pt x="2008903" y="469762"/>
                </a:cubicBezTo>
                <a:lnTo>
                  <a:pt x="2008903" y="954073"/>
                </a:lnTo>
                <a:lnTo>
                  <a:pt x="1709282" y="1337096"/>
                </a:lnTo>
                <a:lnTo>
                  <a:pt x="0" y="0"/>
                </a:lnTo>
                <a:lnTo>
                  <a:pt x="1539141" y="0"/>
                </a:lnTo>
                <a:cubicBezTo>
                  <a:pt x="1636432" y="0"/>
                  <a:pt x="1726814" y="29576"/>
                  <a:pt x="1801789" y="802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63D76CC3-C00A-46A9-9277-1C54FE59FACF}"/>
              </a:ext>
            </a:extLst>
          </p:cNvPr>
          <p:cNvSpPr/>
          <p:nvPr userDrawn="1"/>
        </p:nvSpPr>
        <p:spPr>
          <a:xfrm rot="19333288">
            <a:off x="11349172" y="6046887"/>
            <a:ext cx="1254668" cy="877072"/>
          </a:xfrm>
          <a:custGeom>
            <a:avLst/>
            <a:gdLst>
              <a:gd name="connsiteX0" fmla="*/ 1254668 w 1254668"/>
              <a:gd name="connsiteY0" fmla="*/ 0 h 877072"/>
              <a:gd name="connsiteX1" fmla="*/ 574866 w 1254668"/>
              <a:gd name="connsiteY1" fmla="*/ 877072 h 877072"/>
              <a:gd name="connsiteX2" fmla="*/ 0 w 1254668"/>
              <a:gd name="connsiteY2" fmla="*/ 431506 h 877072"/>
              <a:gd name="connsiteX3" fmla="*/ 1008 w 1254668"/>
              <a:gd name="connsiteY3" fmla="*/ 421506 h 877072"/>
              <a:gd name="connsiteX4" fmla="*/ 518178 w 1254668"/>
              <a:gd name="connsiteY4" fmla="*/ 0 h 87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4668" h="877072">
                <a:moveTo>
                  <a:pt x="1254668" y="0"/>
                </a:moveTo>
                <a:lnTo>
                  <a:pt x="574866" y="877072"/>
                </a:lnTo>
                <a:lnTo>
                  <a:pt x="0" y="431506"/>
                </a:lnTo>
                <a:lnTo>
                  <a:pt x="1008" y="421506"/>
                </a:lnTo>
                <a:cubicBezTo>
                  <a:pt x="50232" y="180953"/>
                  <a:pt x="263073" y="0"/>
                  <a:pt x="51817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164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C6D9F24-3291-4052-94DE-B222333D819F}"/>
              </a:ext>
            </a:extLst>
          </p:cNvPr>
          <p:cNvSpPr/>
          <p:nvPr userDrawn="1"/>
        </p:nvSpPr>
        <p:spPr>
          <a:xfrm rot="1461033">
            <a:off x="3755140" y="-356669"/>
            <a:ext cx="8532557" cy="71422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AC81769-B89F-4E89-861C-F83015CD9903}"/>
              </a:ext>
            </a:extLst>
          </p:cNvPr>
          <p:cNvSpPr/>
          <p:nvPr userDrawn="1"/>
        </p:nvSpPr>
        <p:spPr>
          <a:xfrm rot="1461033">
            <a:off x="3562706" y="-1820090"/>
            <a:ext cx="11744819" cy="9312052"/>
          </a:xfrm>
          <a:prstGeom prst="roundRect">
            <a:avLst>
              <a:gd name="adj" fmla="val 1913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D1FB5B0-3B9E-4611-A71F-3300E7CCFBA9}"/>
              </a:ext>
            </a:extLst>
          </p:cNvPr>
          <p:cNvSpPr/>
          <p:nvPr userDrawn="1"/>
        </p:nvSpPr>
        <p:spPr>
          <a:xfrm rot="1461033">
            <a:off x="8771527" y="-353675"/>
            <a:ext cx="5695918" cy="4867429"/>
          </a:xfrm>
          <a:prstGeom prst="roundRect">
            <a:avLst>
              <a:gd name="adj" fmla="val 3890"/>
            </a:avLst>
          </a:pr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9182188C-C240-44CD-AC8B-4343170F8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5725" y="1220398"/>
            <a:ext cx="3905250" cy="2646878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6600" b="1" i="0" kern="1200" noProof="0">
                <a:gradFill flip="none" rotWithShape="1">
                  <a:gsLst>
                    <a:gs pos="0">
                      <a:schemeClr val="accent3"/>
                    </a:gs>
                    <a:gs pos="100000">
                      <a:srgbClr val="8160EB"/>
                    </a:gs>
                    <a:gs pos="64000">
                      <a:schemeClr val="accent4"/>
                    </a:gs>
                  </a:gsLst>
                  <a:lin ang="54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66DDD5"/>
                    </a:gs>
                    <a:gs pos="100000">
                      <a:srgbClr val="8160EB"/>
                    </a:gs>
                    <a:gs pos="64000">
                      <a:srgbClr val="0081E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600" b="1" i="1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66DDD5"/>
                  </a:gs>
                  <a:gs pos="100000">
                    <a:srgbClr val="8160EB"/>
                  </a:gs>
                  <a:gs pos="64000">
                    <a:srgbClr val="0081E1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BB746B37-BF8F-4C5B-9A06-C9F4C1183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2237" y="3727855"/>
            <a:ext cx="6867526" cy="1107996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6600" b="1" kern="1200" noProof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f-ZA" altLang="zh-CN" sz="66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008637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hlinkClick r:id="" action="ppaction://noaction"/>
            <a:extLst>
              <a:ext uri="{FF2B5EF4-FFF2-40B4-BE49-F238E27FC236}">
                <a16:creationId xmlns:a16="http://schemas.microsoft.com/office/drawing/2014/main" id="{482E827E-84EC-6E36-FA77-8791F50907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04" t="2131"/>
          <a:stretch/>
        </p:blipFill>
        <p:spPr>
          <a:xfrm>
            <a:off x="-1" y="-1"/>
            <a:ext cx="1275483" cy="804442"/>
          </a:xfrm>
          <a:prstGeom prst="rect">
            <a:avLst/>
          </a:prstGeom>
        </p:spPr>
      </p:pic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F6E37FC-FB6B-AF19-9001-539462C9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1226" y="6283338"/>
            <a:ext cx="2743200" cy="461665"/>
          </a:xfrm>
        </p:spPr>
        <p:txBody>
          <a:bodyPr/>
          <a:lstStyle>
            <a:lvl1pPr>
              <a:defRPr kumimoji="0" lang="zh-CN" altLang="en-US" sz="2400" b="1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fld id="{A86B3AB6-3DCE-4D14-AA80-0D566E9A0DB8}" type="slidenum">
              <a:rPr lang="en-US" altLang="zh-CN" smtClean="0"/>
              <a:pPr/>
              <a:t>‹#›</a:t>
            </a:fld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647B0E-1A9D-27D0-0971-D7BECFCF8F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810" y="146608"/>
            <a:ext cx="2290030" cy="734033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577468E-4EF5-D8B2-9E43-C91B9E4182A8}"/>
              </a:ext>
            </a:extLst>
          </p:cNvPr>
          <p:cNvCxnSpPr/>
          <p:nvPr userDrawn="1"/>
        </p:nvCxnSpPr>
        <p:spPr>
          <a:xfrm>
            <a:off x="600807" y="973016"/>
            <a:ext cx="10990385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728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03979" y="-203748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6CF7EF-AC1E-4956-A4A7-E7537704A387}"/>
              </a:ext>
            </a:extLst>
          </p:cNvPr>
          <p:cNvCxnSpPr>
            <a:cxnSpLocks/>
          </p:cNvCxnSpPr>
          <p:nvPr userDrawn="1"/>
        </p:nvCxnSpPr>
        <p:spPr>
          <a:xfrm>
            <a:off x="4198256" y="3132571"/>
            <a:ext cx="663487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57829" y="1181635"/>
            <a:ext cx="9043085" cy="1862048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1500" b="1" kern="1200" noProof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3019" y="3309407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0846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AA1079-13FF-4C87-97F3-24088AD1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036A60-4E67-4902-B74C-AA0C45D55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8C8D7-6EA4-469A-A4C7-860236012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E52F5-D62D-45C7-809C-F9AE87C71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3F597-31A6-43D0-8A44-5F340D315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3AB6-3DCE-4D14-AA80-0D566E9A0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17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55" r:id="rId3"/>
    <p:sldLayoutId id="2147483656" r:id="rId4"/>
    <p:sldLayoutId id="2147483668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AA1079-13FF-4C87-97F3-24088AD1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036A60-4E67-4902-B74C-AA0C45D55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8C8D7-6EA4-469A-A4C7-860236012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E52F5-D62D-45C7-809C-F9AE87C71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3F597-31A6-43D0-8A44-5F340D315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3AB6-3DCE-4D14-AA80-0D566E9A0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6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27037C7-0C6C-47C2-A50D-7532CF72FB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1299" y="4619751"/>
            <a:ext cx="3924300" cy="523220"/>
          </a:xfrm>
        </p:spPr>
        <p:txBody>
          <a:bodyPr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主控：学生</a:t>
            </a:r>
            <a:endParaRPr lang="af-ZA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736BDC45-43F2-2CEC-9CE2-845897612459}"/>
              </a:ext>
            </a:extLst>
          </p:cNvPr>
          <p:cNvSpPr txBox="1">
            <a:spLocks/>
          </p:cNvSpPr>
          <p:nvPr/>
        </p:nvSpPr>
        <p:spPr>
          <a:xfrm>
            <a:off x="2319579" y="1007594"/>
            <a:ext cx="9377680" cy="110799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 </a:t>
            </a:r>
            <a:r>
              <a:rPr lang="en-US" altLang="zh-C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Ruler Trick</a:t>
            </a:r>
            <a:endParaRPr kumimoji="0" lang="en-US" altLang="zh-CN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CEDABD5B-D36C-8260-A0AF-EB2A9AA2C90B}"/>
              </a:ext>
            </a:extLst>
          </p:cNvPr>
          <p:cNvCxnSpPr>
            <a:cxnSpLocks/>
          </p:cNvCxnSpPr>
          <p:nvPr/>
        </p:nvCxnSpPr>
        <p:spPr>
          <a:xfrm>
            <a:off x="4297840" y="2439416"/>
            <a:ext cx="6634879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6">
            <a:extLst>
              <a:ext uri="{FF2B5EF4-FFF2-40B4-BE49-F238E27FC236}">
                <a16:creationId xmlns:a16="http://schemas.microsoft.com/office/drawing/2014/main" id="{6A4D61CA-89BE-5B2C-6649-1100985AE299}"/>
              </a:ext>
            </a:extLst>
          </p:cNvPr>
          <p:cNvSpPr txBox="1">
            <a:spLocks/>
          </p:cNvSpPr>
          <p:nvPr/>
        </p:nvSpPr>
        <p:spPr>
          <a:xfrm>
            <a:off x="3822286" y="3033796"/>
            <a:ext cx="7874973" cy="52322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队员：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李雅馨、姚夏臻、赵恩泽、张梓阳、学生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AB30A5F-93AD-2172-30E8-9CF776D682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1" t="573" r="14319" b="40227"/>
          <a:stretch/>
        </p:blipFill>
        <p:spPr>
          <a:xfrm>
            <a:off x="1404671" y="500888"/>
            <a:ext cx="2121408" cy="212140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98060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E49EE41-094F-F273-FACE-3C6439F9DC8E}"/>
              </a:ext>
            </a:extLst>
          </p:cNvPr>
          <p:cNvGrpSpPr/>
          <p:nvPr/>
        </p:nvGrpSpPr>
        <p:grpSpPr>
          <a:xfrm>
            <a:off x="3697074" y="1200432"/>
            <a:ext cx="5561336" cy="635077"/>
            <a:chOff x="6096000" y="1080475"/>
            <a:chExt cx="5154584" cy="464516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7BD29E90-A49C-9999-D51B-115CD3730DA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: 圆角 6">
              <a:hlinkClick r:id="rId2" action="ppaction://hlinksldjump"/>
              <a:extLst>
                <a:ext uri="{FF2B5EF4-FFF2-40B4-BE49-F238E27FC236}">
                  <a16:creationId xmlns:a16="http://schemas.microsoft.com/office/drawing/2014/main" id="{C34F86C8-F46B-6BDC-F8A6-0F7A2ABE655C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题目</a:t>
              </a: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825198D-9FCF-6CE3-F25C-9AD9F6D184FB}"/>
              </a:ext>
            </a:extLst>
          </p:cNvPr>
          <p:cNvGrpSpPr/>
          <p:nvPr/>
        </p:nvGrpSpPr>
        <p:grpSpPr>
          <a:xfrm>
            <a:off x="3697074" y="2068064"/>
            <a:ext cx="5561336" cy="635077"/>
            <a:chOff x="6096000" y="1080475"/>
            <a:chExt cx="5154584" cy="46451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EE782F4-4AB2-73DB-8D8F-B0141FFBBA62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矩形: 圆角 12">
              <a:hlinkClick r:id="rId2" action="ppaction://hlinksldjump"/>
              <a:extLst>
                <a:ext uri="{FF2B5EF4-FFF2-40B4-BE49-F238E27FC236}">
                  <a16:creationId xmlns:a16="http://schemas.microsoft.com/office/drawing/2014/main" id="{BF5A0F46-D6BB-7191-6174-377D9707ADFB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正方思路回顾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AEE29B7-DCBF-FCFD-F07D-BA7CB1EE0444}"/>
              </a:ext>
            </a:extLst>
          </p:cNvPr>
          <p:cNvGrpSpPr/>
          <p:nvPr/>
        </p:nvGrpSpPr>
        <p:grpSpPr>
          <a:xfrm>
            <a:off x="3697074" y="2935696"/>
            <a:ext cx="5561336" cy="635077"/>
            <a:chOff x="6096000" y="1080475"/>
            <a:chExt cx="5154584" cy="464516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4FED1A7-1F9F-6439-CBA2-965E2F598F52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3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: 圆角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B632D31C-C1B5-F9F0-D06C-0AF441C988D0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正方理论分析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4515405-B345-00C2-4B75-84A61A4AE79A}"/>
              </a:ext>
            </a:extLst>
          </p:cNvPr>
          <p:cNvGrpSpPr/>
          <p:nvPr/>
        </p:nvGrpSpPr>
        <p:grpSpPr>
          <a:xfrm>
            <a:off x="3700159" y="3802714"/>
            <a:ext cx="5561336" cy="635077"/>
            <a:chOff x="6096000" y="1080475"/>
            <a:chExt cx="5154584" cy="464516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28363245-66FA-79CC-37BA-7F12C86BFF2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4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: 圆角 21">
              <a:hlinkClick r:id="rId2" action="ppaction://hlinksldjump"/>
              <a:extLst>
                <a:ext uri="{FF2B5EF4-FFF2-40B4-BE49-F238E27FC236}">
                  <a16:creationId xmlns:a16="http://schemas.microsoft.com/office/drawing/2014/main" id="{808014F2-75FE-1141-F69E-354669FFE834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正方实验分析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9A179A3-8531-C976-0AA0-BBEB0887AA1B}"/>
              </a:ext>
            </a:extLst>
          </p:cNvPr>
          <p:cNvGrpSpPr/>
          <p:nvPr/>
        </p:nvGrpSpPr>
        <p:grpSpPr>
          <a:xfrm>
            <a:off x="3697074" y="4671031"/>
            <a:ext cx="5561336" cy="635077"/>
            <a:chOff x="6096000" y="1080475"/>
            <a:chExt cx="5154584" cy="464516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70C2C75-8CA7-C451-D301-4A310518353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5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矩形: 圆角 24">
              <a:hlinkClick r:id="rId2" action="ppaction://hlinksldjump"/>
              <a:extLst>
                <a:ext uri="{FF2B5EF4-FFF2-40B4-BE49-F238E27FC236}">
                  <a16:creationId xmlns:a16="http://schemas.microsoft.com/office/drawing/2014/main" id="{19683FA7-2966-7FA8-84D5-CE6C4C3A0614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待讨论问题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755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题目重述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2844423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B3AB6-3DCE-4D14-AA80-0D566E9A0DB8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65D353-43D5-ACD4-8EFE-7CBE87131300}"/>
              </a:ext>
            </a:extLst>
          </p:cNvPr>
          <p:cNvSpPr txBox="1"/>
          <p:nvPr/>
        </p:nvSpPr>
        <p:spPr>
          <a:xfrm>
            <a:off x="7311854" y="1146725"/>
            <a:ext cx="1533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7" y="252230"/>
            <a:ext cx="2007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题目回顾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347586D-63E3-08B1-3F91-3E7AC2C5135A}"/>
              </a:ext>
            </a:extLst>
          </p:cNvPr>
          <p:cNvSpPr txBox="1"/>
          <p:nvPr/>
        </p:nvSpPr>
        <p:spPr>
          <a:xfrm>
            <a:off x="422994" y="1156010"/>
            <a:ext cx="6347999" cy="50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2500"/>
              </a:lnSpc>
            </a:pPr>
            <a:r>
              <a:rPr lang="en-US" altLang="zh-CN" sz="2400" dirty="0">
                <a:solidFill>
                  <a:srgbClr val="191B1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Place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ruler on the </a:t>
            </a:r>
            <a:r>
              <a:rPr lang="en-US" altLang="zh-CN" sz="2400" dirty="0">
                <a:solidFill>
                  <a:srgbClr val="191B1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edge of a table, and throw a ball at its free end. The ruler will fall. However, if you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cover a part of the ruler with a piece of paper </a:t>
            </a:r>
            <a:r>
              <a:rPr lang="en-US" altLang="zh-CN" sz="2400" dirty="0">
                <a:solidFill>
                  <a:srgbClr val="191B1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and repeat the throw, then the ruler will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remain on the table</a:t>
            </a:r>
            <a:r>
              <a:rPr lang="en-US" altLang="zh-CN" sz="2400" dirty="0">
                <a:solidFill>
                  <a:srgbClr val="191B1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while the ball will bounce off it.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Explain this phenomenon, and investigate the relevant parameters</a:t>
            </a:r>
            <a:r>
              <a:rPr lang="en-US" altLang="zh-CN" sz="2400" dirty="0">
                <a:solidFill>
                  <a:srgbClr val="191B1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2500"/>
              </a:lnSpc>
            </a:pPr>
            <a:r>
              <a:rPr lang="zh-CN" altLang="en-US" sz="2400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将一把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尺子</a:t>
            </a:r>
            <a:r>
              <a:rPr lang="zh-CN" altLang="en-US" sz="2400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放在桌子边缘，然后将一个球投向尺子的自由端。尺子将会落下。然而，如果你用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一张纸盖住尺子</a:t>
            </a:r>
            <a:r>
              <a:rPr lang="zh-CN" altLang="en-US" sz="2400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的一部分并重新投掷小球，那么尺子将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保留在桌子上</a:t>
            </a:r>
            <a:r>
              <a:rPr lang="zh-CN" altLang="en-US" sz="2400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，而球会从尺子上弹开。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解释这一现象，并研究相关参数</a:t>
            </a:r>
            <a:r>
              <a:rPr lang="zh-CN" altLang="en-US" sz="2400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604B1B2-076B-F2D3-0C61-57D677BD63D4}"/>
              </a:ext>
            </a:extLst>
          </p:cNvPr>
          <p:cNvGrpSpPr/>
          <p:nvPr/>
        </p:nvGrpSpPr>
        <p:grpSpPr>
          <a:xfrm>
            <a:off x="7311854" y="1803440"/>
            <a:ext cx="4880146" cy="1302832"/>
            <a:chOff x="2230015" y="2491421"/>
            <a:chExt cx="4167484" cy="1302832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3A1B5F98-3230-871D-0495-4AF48E4A56B4}"/>
                </a:ext>
              </a:extLst>
            </p:cNvPr>
            <p:cNvSpPr txBox="1"/>
            <p:nvPr/>
          </p:nvSpPr>
          <p:spPr>
            <a:xfrm>
              <a:off x="2721617" y="2593924"/>
              <a:ext cx="367588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cover a part of the ruler with a piece of paper</a:t>
              </a:r>
            </a:p>
            <a:p>
              <a:pPr algn="ctr"/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实验对象：一张纸盖住的尺子</a:t>
              </a:r>
              <a:endParaRPr lang="zh-CN" altLang="en-US" sz="2400" b="1" dirty="0"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25E33A7-C2C1-0BEE-F342-D3FADF2A6909}"/>
                </a:ext>
              </a:extLst>
            </p:cNvPr>
            <p:cNvSpPr txBox="1"/>
            <p:nvPr/>
          </p:nvSpPr>
          <p:spPr>
            <a:xfrm>
              <a:off x="2230015" y="2491421"/>
              <a:ext cx="67413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06FB616-ADDE-C119-52FC-48D02B52A64C}"/>
              </a:ext>
            </a:extLst>
          </p:cNvPr>
          <p:cNvGrpSpPr/>
          <p:nvPr/>
        </p:nvGrpSpPr>
        <p:grpSpPr>
          <a:xfrm>
            <a:off x="7311854" y="3197995"/>
            <a:ext cx="4713493" cy="867473"/>
            <a:chOff x="2230015" y="2331834"/>
            <a:chExt cx="3248151" cy="867473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E6064343-9E89-7018-A613-2792A2ADA49D}"/>
                </a:ext>
              </a:extLst>
            </p:cNvPr>
            <p:cNvSpPr txBox="1"/>
            <p:nvPr/>
          </p:nvSpPr>
          <p:spPr>
            <a:xfrm>
              <a:off x="2774017" y="2331834"/>
              <a:ext cx="270414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remain on the table</a:t>
              </a:r>
            </a:p>
            <a:p>
              <a:pPr algn="ctr"/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实验现象：保留在桌子上</a:t>
              </a:r>
              <a:endParaRPr lang="zh-CN" altLang="en-US" sz="2400" b="1" dirty="0"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26A86C1-F3DF-A94B-0072-FEC4A7741F2A}"/>
                </a:ext>
              </a:extLst>
            </p:cNvPr>
            <p:cNvSpPr txBox="1"/>
            <p:nvPr/>
          </p:nvSpPr>
          <p:spPr>
            <a:xfrm>
              <a:off x="2230015" y="2491421"/>
              <a:ext cx="67413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4B7BD159-C4E2-0BDB-20E7-C0984456E09D}"/>
              </a:ext>
            </a:extLst>
          </p:cNvPr>
          <p:cNvGrpSpPr/>
          <p:nvPr/>
        </p:nvGrpSpPr>
        <p:grpSpPr>
          <a:xfrm>
            <a:off x="7311854" y="4214139"/>
            <a:ext cx="4787549" cy="1938992"/>
            <a:chOff x="2230015" y="1973418"/>
            <a:chExt cx="3072042" cy="1938992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54A534E-612A-5C58-B917-6B437BA46F52}"/>
                </a:ext>
              </a:extLst>
            </p:cNvPr>
            <p:cNvSpPr txBox="1"/>
            <p:nvPr/>
          </p:nvSpPr>
          <p:spPr>
            <a:xfrm>
              <a:off x="2811931" y="1973418"/>
              <a:ext cx="2490126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Explain this phenomenon, and investigate the relevant parameters</a:t>
              </a:r>
            </a:p>
            <a:p>
              <a:pPr algn="ctr"/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题目要求：解释这一现象，并研究相关参数</a:t>
              </a:r>
              <a:endParaRPr lang="zh-CN" altLang="en-US" sz="2400" b="1" dirty="0"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5B4CBF6-3AA9-3B6A-52D4-E5A328D687FF}"/>
                </a:ext>
              </a:extLst>
            </p:cNvPr>
            <p:cNvSpPr txBox="1"/>
            <p:nvPr/>
          </p:nvSpPr>
          <p:spPr>
            <a:xfrm>
              <a:off x="2230015" y="2491421"/>
              <a:ext cx="67413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A2F7617-F497-3F84-748F-DD19BE8735AB}"/>
              </a:ext>
            </a:extLst>
          </p:cNvPr>
          <p:cNvSpPr/>
          <p:nvPr/>
        </p:nvSpPr>
        <p:spPr>
          <a:xfrm>
            <a:off x="7223102" y="1731500"/>
            <a:ext cx="4876301" cy="1466495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7DA7F86-D37D-B791-E975-6CE20C02A462}"/>
              </a:ext>
            </a:extLst>
          </p:cNvPr>
          <p:cNvSpPr/>
          <p:nvPr/>
        </p:nvSpPr>
        <p:spPr>
          <a:xfrm>
            <a:off x="7223102" y="3269935"/>
            <a:ext cx="4876301" cy="795533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92C66F8-4F3A-BFBA-4266-65D1DC9975C9}"/>
              </a:ext>
            </a:extLst>
          </p:cNvPr>
          <p:cNvSpPr/>
          <p:nvPr/>
        </p:nvSpPr>
        <p:spPr>
          <a:xfrm>
            <a:off x="7223102" y="4185704"/>
            <a:ext cx="4876301" cy="2052338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233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正方思路回顾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867898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正方思路回顾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80B58C9-BE6B-D3DD-0B1D-05E5DDDCEDB6}"/>
              </a:ext>
            </a:extLst>
          </p:cNvPr>
          <p:cNvGrpSpPr/>
          <p:nvPr/>
        </p:nvGrpSpPr>
        <p:grpSpPr>
          <a:xfrm>
            <a:off x="486288" y="1174512"/>
            <a:ext cx="5029957" cy="720000"/>
            <a:chOff x="486288" y="1174512"/>
            <a:chExt cx="5029957" cy="7200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35971" y="1291723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初步分析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：关键词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1BDEC63-9F41-3391-F6C3-638187908986}"/>
              </a:ext>
            </a:extLst>
          </p:cNvPr>
          <p:cNvGrpSpPr/>
          <p:nvPr/>
        </p:nvGrpSpPr>
        <p:grpSpPr>
          <a:xfrm>
            <a:off x="486288" y="2527473"/>
            <a:ext cx="10199290" cy="768362"/>
            <a:chOff x="486288" y="2527473"/>
            <a:chExt cx="10199290" cy="768362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31B7EA3-9FAF-DA58-7453-89DCF06CB9D7}"/>
                </a:ext>
              </a:extLst>
            </p:cNvPr>
            <p:cNvSpPr/>
            <p:nvPr/>
          </p:nvSpPr>
          <p:spPr>
            <a:xfrm>
              <a:off x="486288" y="2575835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039FA42-92D0-7E9B-E177-1FDD5FFD41F5}"/>
                </a:ext>
              </a:extLst>
            </p:cNvPr>
            <p:cNvSpPr txBox="1"/>
            <p:nvPr/>
          </p:nvSpPr>
          <p:spPr>
            <a:xfrm>
              <a:off x="1509204" y="2527473"/>
              <a:ext cx="91763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预实验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现象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B8445C5-CB1A-4292-4E7F-D79826DE9C69}"/>
              </a:ext>
            </a:extLst>
          </p:cNvPr>
          <p:cNvGrpSpPr/>
          <p:nvPr/>
        </p:nvGrpSpPr>
        <p:grpSpPr>
          <a:xfrm>
            <a:off x="486288" y="4112102"/>
            <a:ext cx="9856197" cy="807868"/>
            <a:chOff x="486288" y="4112102"/>
            <a:chExt cx="9856197" cy="807868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2DDF41B-A65F-0639-1366-1956A4B16445}"/>
                </a:ext>
              </a:extLst>
            </p:cNvPr>
            <p:cNvSpPr/>
            <p:nvPr/>
          </p:nvSpPr>
          <p:spPr>
            <a:xfrm>
              <a:off x="486288" y="4199970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09204" y="4112102"/>
              <a:ext cx="8833281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理论分析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：假设、重要公式、结论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5995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正方思路回顾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4A7D3FA-27EC-CA73-B5BF-4AFB67F591DE}"/>
              </a:ext>
            </a:extLst>
          </p:cNvPr>
          <p:cNvGrpSpPr/>
          <p:nvPr/>
        </p:nvGrpSpPr>
        <p:grpSpPr>
          <a:xfrm>
            <a:off x="486288" y="1174512"/>
            <a:ext cx="10877129" cy="720000"/>
            <a:chOff x="486288" y="1174512"/>
            <a:chExt cx="10877129" cy="7200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84731" y="1174512"/>
              <a:ext cx="9778686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正式实验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：探究变量及结论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014017A-663D-AB88-B2D2-4BFBF6E8A4F4}"/>
              </a:ext>
            </a:extLst>
          </p:cNvPr>
          <p:cNvGrpSpPr/>
          <p:nvPr/>
        </p:nvGrpSpPr>
        <p:grpSpPr>
          <a:xfrm>
            <a:off x="486288" y="3133425"/>
            <a:ext cx="10706914" cy="775499"/>
            <a:chOff x="486288" y="3717433"/>
            <a:chExt cx="10706914" cy="775499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31B7EA3-9FAF-DA58-7453-89DCF06CB9D7}"/>
                </a:ext>
              </a:extLst>
            </p:cNvPr>
            <p:cNvSpPr/>
            <p:nvPr/>
          </p:nvSpPr>
          <p:spPr>
            <a:xfrm>
              <a:off x="486288" y="377293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039FA42-92D0-7E9B-E177-1FDD5FFD41F5}"/>
                </a:ext>
              </a:extLst>
            </p:cNvPr>
            <p:cNvSpPr txBox="1"/>
            <p:nvPr/>
          </p:nvSpPr>
          <p:spPr>
            <a:xfrm>
              <a:off x="1584731" y="3717433"/>
              <a:ext cx="9608471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误差分析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：考虑因素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8AE289F-FA54-47A5-2F53-2D72FCDDF411}"/>
              </a:ext>
            </a:extLst>
          </p:cNvPr>
          <p:cNvGrpSpPr/>
          <p:nvPr/>
        </p:nvGrpSpPr>
        <p:grpSpPr>
          <a:xfrm>
            <a:off x="539003" y="5295738"/>
            <a:ext cx="11113994" cy="775499"/>
            <a:chOff x="486288" y="5867839"/>
            <a:chExt cx="11113994" cy="775499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2DDF41B-A65F-0639-1366-1956A4B16445}"/>
                </a:ext>
              </a:extLst>
            </p:cNvPr>
            <p:cNvSpPr/>
            <p:nvPr/>
          </p:nvSpPr>
          <p:spPr>
            <a:xfrm>
              <a:off x="486288" y="5923338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46388" y="5867839"/>
              <a:ext cx="1005389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未来展望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：发展方向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1535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正方理论分析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295853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正方理论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91373B7-A8D1-8345-A15D-15CAB5447075}"/>
              </a:ext>
            </a:extLst>
          </p:cNvPr>
          <p:cNvGrpSpPr/>
          <p:nvPr/>
        </p:nvGrpSpPr>
        <p:grpSpPr>
          <a:xfrm>
            <a:off x="497165" y="1076858"/>
            <a:ext cx="4469840" cy="1858080"/>
            <a:chOff x="497165" y="1076858"/>
            <a:chExt cx="4469840" cy="185808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512922" y="1076858"/>
              <a:ext cx="1325734" cy="78723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优点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497165" y="2103941"/>
              <a:ext cx="4469840" cy="830997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0454F9B-1119-9A4F-7EA2-FA021C8DED83}"/>
              </a:ext>
            </a:extLst>
          </p:cNvPr>
          <p:cNvGrpSpPr/>
          <p:nvPr/>
        </p:nvGrpSpPr>
        <p:grpSpPr>
          <a:xfrm>
            <a:off x="5934218" y="1076858"/>
            <a:ext cx="5571242" cy="1858080"/>
            <a:chOff x="5934218" y="1076858"/>
            <a:chExt cx="5571242" cy="185808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92A4D12-3E5F-64B5-3750-BA9A3801ABA3}"/>
                </a:ext>
              </a:extLst>
            </p:cNvPr>
            <p:cNvSpPr/>
            <p:nvPr/>
          </p:nvSpPr>
          <p:spPr>
            <a:xfrm>
              <a:off x="5934218" y="1076858"/>
              <a:ext cx="1325733" cy="78723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不足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2195667-1AF2-89C8-EC43-583ED4310EC4}"/>
                </a:ext>
              </a:extLst>
            </p:cNvPr>
            <p:cNvSpPr txBox="1"/>
            <p:nvPr/>
          </p:nvSpPr>
          <p:spPr>
            <a:xfrm>
              <a:off x="5934218" y="2103941"/>
              <a:ext cx="5571242" cy="830997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p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p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3537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正方理论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89761B8-A522-49D6-7046-E5CD25625CBF}"/>
              </a:ext>
            </a:extLst>
          </p:cNvPr>
          <p:cNvGrpSpPr/>
          <p:nvPr/>
        </p:nvGrpSpPr>
        <p:grpSpPr>
          <a:xfrm>
            <a:off x="1349310" y="1469454"/>
            <a:ext cx="4979175" cy="1073026"/>
            <a:chOff x="585830" y="4958379"/>
            <a:chExt cx="4979175" cy="1073026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EEDF0EC-C4DF-DC64-DD79-0A7C07C1C219}"/>
                </a:ext>
              </a:extLst>
            </p:cNvPr>
            <p:cNvSpPr txBox="1"/>
            <p:nvPr/>
          </p:nvSpPr>
          <p:spPr>
            <a:xfrm>
              <a:off x="1584731" y="5264060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有就写，没有就删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556961BD-2CD5-80EE-670C-F886749955AD}"/>
                </a:ext>
              </a:extLst>
            </p:cNvPr>
            <p:cNvSpPr/>
            <p:nvPr/>
          </p:nvSpPr>
          <p:spPr>
            <a:xfrm>
              <a:off x="585830" y="4958379"/>
              <a:ext cx="616587" cy="107302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亮点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C63BD91-983D-D337-F68B-3DDD37A7DF94}"/>
              </a:ext>
            </a:extLst>
          </p:cNvPr>
          <p:cNvGrpSpPr/>
          <p:nvPr/>
        </p:nvGrpSpPr>
        <p:grpSpPr>
          <a:xfrm>
            <a:off x="1220496" y="4315521"/>
            <a:ext cx="5170332" cy="1200329"/>
            <a:chOff x="394673" y="5000446"/>
            <a:chExt cx="5170332" cy="1200329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590B362-622C-6E6E-F6E8-8220B5C6B566}"/>
                </a:ext>
              </a:extLst>
            </p:cNvPr>
            <p:cNvSpPr txBox="1"/>
            <p:nvPr/>
          </p:nvSpPr>
          <p:spPr>
            <a:xfrm>
              <a:off x="1584731" y="5264060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有就写，没有就删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7A25D75E-CB81-D1DE-93C4-97F5DC55E315}"/>
                </a:ext>
              </a:extLst>
            </p:cNvPr>
            <p:cNvSpPr/>
            <p:nvPr/>
          </p:nvSpPr>
          <p:spPr>
            <a:xfrm>
              <a:off x="394673" y="5000446"/>
              <a:ext cx="998901" cy="1200329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改进建议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0160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正方实验分析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1707342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正方理论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91373B7-A8D1-8345-A15D-15CAB5447075}"/>
              </a:ext>
            </a:extLst>
          </p:cNvPr>
          <p:cNvGrpSpPr/>
          <p:nvPr/>
        </p:nvGrpSpPr>
        <p:grpSpPr>
          <a:xfrm>
            <a:off x="497165" y="1076858"/>
            <a:ext cx="4469840" cy="1858080"/>
            <a:chOff x="497165" y="1076858"/>
            <a:chExt cx="4469840" cy="185808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512922" y="1076858"/>
              <a:ext cx="1325734" cy="78723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优点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497165" y="2103941"/>
              <a:ext cx="4469840" cy="830997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0454F9B-1119-9A4F-7EA2-FA021C8DED83}"/>
              </a:ext>
            </a:extLst>
          </p:cNvPr>
          <p:cNvGrpSpPr/>
          <p:nvPr/>
        </p:nvGrpSpPr>
        <p:grpSpPr>
          <a:xfrm>
            <a:off x="5934218" y="1076858"/>
            <a:ext cx="5571242" cy="1858080"/>
            <a:chOff x="5934218" y="1076858"/>
            <a:chExt cx="5571242" cy="185808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92A4D12-3E5F-64B5-3750-BA9A3801ABA3}"/>
                </a:ext>
              </a:extLst>
            </p:cNvPr>
            <p:cNvSpPr/>
            <p:nvPr/>
          </p:nvSpPr>
          <p:spPr>
            <a:xfrm>
              <a:off x="5934218" y="1076858"/>
              <a:ext cx="1325733" cy="78723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不足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2195667-1AF2-89C8-EC43-583ED4310EC4}"/>
                </a:ext>
              </a:extLst>
            </p:cNvPr>
            <p:cNvSpPr txBox="1"/>
            <p:nvPr/>
          </p:nvSpPr>
          <p:spPr>
            <a:xfrm>
              <a:off x="5934218" y="2103941"/>
              <a:ext cx="5571242" cy="830997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p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p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7637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</a:t>
            </a: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89761B8-A522-49D6-7046-E5CD25625CBF}"/>
              </a:ext>
            </a:extLst>
          </p:cNvPr>
          <p:cNvGrpSpPr/>
          <p:nvPr/>
        </p:nvGrpSpPr>
        <p:grpSpPr>
          <a:xfrm>
            <a:off x="1349310" y="1469454"/>
            <a:ext cx="4979175" cy="1073026"/>
            <a:chOff x="585830" y="4958379"/>
            <a:chExt cx="4979175" cy="1073026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EEDF0EC-C4DF-DC64-DD79-0A7C07C1C219}"/>
                </a:ext>
              </a:extLst>
            </p:cNvPr>
            <p:cNvSpPr txBox="1"/>
            <p:nvPr/>
          </p:nvSpPr>
          <p:spPr>
            <a:xfrm>
              <a:off x="1584731" y="5264060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有就写，没有就删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556961BD-2CD5-80EE-670C-F886749955AD}"/>
                </a:ext>
              </a:extLst>
            </p:cNvPr>
            <p:cNvSpPr/>
            <p:nvPr/>
          </p:nvSpPr>
          <p:spPr>
            <a:xfrm>
              <a:off x="585830" y="4958379"/>
              <a:ext cx="616587" cy="107302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亮点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C63BD91-983D-D337-F68B-3DDD37A7DF94}"/>
              </a:ext>
            </a:extLst>
          </p:cNvPr>
          <p:cNvGrpSpPr/>
          <p:nvPr/>
        </p:nvGrpSpPr>
        <p:grpSpPr>
          <a:xfrm>
            <a:off x="1220496" y="4315521"/>
            <a:ext cx="5170332" cy="1200329"/>
            <a:chOff x="394673" y="5000446"/>
            <a:chExt cx="5170332" cy="1200329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590B362-622C-6E6E-F6E8-8220B5C6B566}"/>
                </a:ext>
              </a:extLst>
            </p:cNvPr>
            <p:cNvSpPr txBox="1"/>
            <p:nvPr/>
          </p:nvSpPr>
          <p:spPr>
            <a:xfrm>
              <a:off x="1584731" y="5264060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有就写，没有就删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7A25D75E-CB81-D1DE-93C4-97F5DC55E315}"/>
                </a:ext>
              </a:extLst>
            </p:cNvPr>
            <p:cNvSpPr/>
            <p:nvPr/>
          </p:nvSpPr>
          <p:spPr>
            <a:xfrm>
              <a:off x="394673" y="5000446"/>
              <a:ext cx="998901" cy="1200329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改进建议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8525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待讨论问题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1256335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待讨论问题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53542F-7655-4CB2-0CBD-BCFD05710D09}"/>
              </a:ext>
            </a:extLst>
          </p:cNvPr>
          <p:cNvSpPr txBox="1"/>
          <p:nvPr/>
        </p:nvSpPr>
        <p:spPr>
          <a:xfrm>
            <a:off x="1154097" y="1500326"/>
            <a:ext cx="7947129" cy="2219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是否考虑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xx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的影响？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是否。。。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899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741980-DA8F-4E9E-B450-4CDAE0D9C9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57829" y="1181613"/>
            <a:ext cx="9043085" cy="1862048"/>
          </a:xfrm>
        </p:spPr>
        <p:txBody>
          <a:bodyPr>
            <a:spAutoFit/>
          </a:bodyPr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AE0C054F-ACA8-4C62-A1CC-E710A47045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76614" y="3629447"/>
            <a:ext cx="3924300" cy="523220"/>
          </a:xfrm>
        </p:spPr>
        <p:txBody>
          <a:bodyPr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控：学生</a:t>
            </a:r>
            <a:endParaRPr lang="af-ZA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78456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时尚简约风格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304F"/>
      </a:accent1>
      <a:accent2>
        <a:srgbClr val="202743"/>
      </a:accent2>
      <a:accent3>
        <a:srgbClr val="66DDD5"/>
      </a:accent3>
      <a:accent4>
        <a:srgbClr val="0081E1"/>
      </a:accent4>
      <a:accent5>
        <a:srgbClr val="8160EB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时尚简约风格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304F"/>
      </a:accent1>
      <a:accent2>
        <a:srgbClr val="202743"/>
      </a:accent2>
      <a:accent3>
        <a:srgbClr val="66DDD5"/>
      </a:accent3>
      <a:accent4>
        <a:srgbClr val="0081E1"/>
      </a:accent4>
      <a:accent5>
        <a:srgbClr val="8160EB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2141</TotalTime>
  <Words>394</Words>
  <Application>Microsoft Office PowerPoint</Application>
  <PresentationFormat>宽屏</PresentationFormat>
  <Paragraphs>89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等线</vt:lpstr>
      <vt:lpstr>等线 Light</vt:lpstr>
      <vt:lpstr>华文仿宋</vt:lpstr>
      <vt:lpstr>宋体</vt:lpstr>
      <vt:lpstr>微软雅黑</vt:lpstr>
      <vt:lpstr>Arial</vt:lpstr>
      <vt:lpstr>Times New Roman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Zhenyu Xu</dc:creator>
  <cp:lastModifiedBy>学生</cp:lastModifiedBy>
  <cp:revision>160</cp:revision>
  <dcterms:created xsi:type="dcterms:W3CDTF">2019-09-17T00:55:24Z</dcterms:created>
  <dcterms:modified xsi:type="dcterms:W3CDTF">2024-08-17T14:02:31Z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[邮箱已脱敏]</vt:lpwstr>
  </property>
  <property fmtid="{D5CDD505-2E9C-101B-9397-08002B2CF9AE}" pid="5" name="MSIP_Label_f42aa342-8706-4288-bd11-ebb85995028c_SetDate">
    <vt:lpwstr>2019-09-17T00:55:27.4921371Z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182648ba-116e-4ea7-b09c-ef40e8411546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