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9" r:id="rId2"/>
  </p:sldMasterIdLst>
  <p:notesMasterIdLst>
    <p:notesMasterId r:id="rId21"/>
  </p:notesMasterIdLst>
  <p:sldIdLst>
    <p:sldId id="1865" r:id="rId3"/>
    <p:sldId id="1867" r:id="rId4"/>
    <p:sldId id="1868" r:id="rId5"/>
    <p:sldId id="1887" r:id="rId6"/>
    <p:sldId id="1882" r:id="rId7"/>
    <p:sldId id="1874" r:id="rId8"/>
    <p:sldId id="1856" r:id="rId9"/>
    <p:sldId id="1873" r:id="rId10"/>
    <p:sldId id="1883" r:id="rId11"/>
    <p:sldId id="1869" r:id="rId12"/>
    <p:sldId id="1875" r:id="rId13"/>
    <p:sldId id="1877" r:id="rId14"/>
    <p:sldId id="1870" r:id="rId15"/>
    <p:sldId id="1885" r:id="rId16"/>
    <p:sldId id="1886" r:id="rId17"/>
    <p:sldId id="1871" r:id="rId18"/>
    <p:sldId id="1880" r:id="rId19"/>
    <p:sldId id="1844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42" userDrawn="1">
          <p15:clr>
            <a:srgbClr val="A4A3A4"/>
          </p15:clr>
        </p15:guide>
        <p15:guide id="3" orient="horz" pos="1661" userDrawn="1">
          <p15:clr>
            <a:srgbClr val="A4A3A4"/>
          </p15:clr>
        </p15:guide>
        <p15:guide id="4" orient="horz" pos="935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3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80E1"/>
    <a:srgbClr val="229FDC"/>
    <a:srgbClr val="0B7EE2"/>
    <a:srgbClr val="0480E1"/>
    <a:srgbClr val="0C7EE2"/>
    <a:srgbClr val="B7FFFC"/>
    <a:srgbClr val="E9FFFE"/>
    <a:srgbClr val="4CC4D7"/>
    <a:srgbClr val="FFFFFF"/>
    <a:srgbClr val="509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396" y="76"/>
      </p:cViewPr>
      <p:guideLst>
        <p:guide pos="416"/>
        <p:guide pos="7242"/>
        <p:guide orient="horz" pos="1661"/>
        <p:guide orient="horz" pos="935"/>
        <p:guide orient="horz" pos="3929"/>
        <p:guide orient="horz" pos="390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34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48D04-835A-452C-992E-5A42CB908460}" type="datetimeFigureOut">
              <a:rPr lang="zh-CN" altLang="en-US" smtClean="0"/>
              <a:t>2024/8/19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5535B-18B8-41A7-B6F1-8B34A6C9EB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95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custGeom>
            <a:avLst/>
            <a:gdLst>
              <a:gd name="connsiteX0" fmla="*/ 0 w 5772470"/>
              <a:gd name="connsiteY0" fmla="*/ 1695879 h 6535941"/>
              <a:gd name="connsiteX1" fmla="*/ 3542860 w 5772470"/>
              <a:gd name="connsiteY1" fmla="*/ 0 h 6535941"/>
              <a:gd name="connsiteX2" fmla="*/ 5243255 w 5772470"/>
              <a:gd name="connsiteY2" fmla="*/ 0 h 6535941"/>
              <a:gd name="connsiteX3" fmla="*/ 5772470 w 5772470"/>
              <a:gd name="connsiteY3" fmla="*/ 529215 h 6535941"/>
              <a:gd name="connsiteX4" fmla="*/ 5772470 w 5772470"/>
              <a:gd name="connsiteY4" fmla="*/ 6006726 h 6535941"/>
              <a:gd name="connsiteX5" fmla="*/ 5243255 w 5772470"/>
              <a:gd name="connsiteY5" fmla="*/ 6535941 h 6535941"/>
              <a:gd name="connsiteX6" fmla="*/ 2316817 w 5772470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72470" h="6535941">
                <a:moveTo>
                  <a:pt x="0" y="1695879"/>
                </a:moveTo>
                <a:lnTo>
                  <a:pt x="3542860" y="0"/>
                </a:lnTo>
                <a:lnTo>
                  <a:pt x="5243255" y="0"/>
                </a:lnTo>
                <a:cubicBezTo>
                  <a:pt x="5535532" y="0"/>
                  <a:pt x="5772470" y="236938"/>
                  <a:pt x="5772470" y="529215"/>
                </a:cubicBezTo>
                <a:lnTo>
                  <a:pt x="5772470" y="6006726"/>
                </a:lnTo>
                <a:cubicBezTo>
                  <a:pt x="5772470" y="6299003"/>
                  <a:pt x="5535532" y="6535941"/>
                  <a:pt x="5243255" y="6535941"/>
                </a:cubicBezTo>
                <a:lnTo>
                  <a:pt x="2316817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custGeom>
            <a:avLst/>
            <a:gdLst>
              <a:gd name="connsiteX0" fmla="*/ 0 w 10630047"/>
              <a:gd name="connsiteY0" fmla="*/ 1737887 h 6535942"/>
              <a:gd name="connsiteX1" fmla="*/ 3630618 w 10630047"/>
              <a:gd name="connsiteY1" fmla="*/ 0 h 6535942"/>
              <a:gd name="connsiteX2" fmla="*/ 8594363 w 10630047"/>
              <a:gd name="connsiteY2" fmla="*/ 0 h 6535942"/>
              <a:gd name="connsiteX3" fmla="*/ 10630047 w 10630047"/>
              <a:gd name="connsiteY3" fmla="*/ 4252746 h 6535942"/>
              <a:gd name="connsiteX4" fmla="*/ 5860227 w 10630047"/>
              <a:gd name="connsiteY4" fmla="*/ 6535941 h 6535942"/>
              <a:gd name="connsiteX5" fmla="*/ 529216 w 10630047"/>
              <a:gd name="connsiteY5" fmla="*/ 6535942 h 6535942"/>
              <a:gd name="connsiteX6" fmla="*/ 0 w 10630047"/>
              <a:gd name="connsiteY6" fmla="*/ 6006726 h 65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30047" h="6535942">
                <a:moveTo>
                  <a:pt x="0" y="1737887"/>
                </a:moveTo>
                <a:lnTo>
                  <a:pt x="3630618" y="0"/>
                </a:lnTo>
                <a:lnTo>
                  <a:pt x="8594363" y="0"/>
                </a:lnTo>
                <a:lnTo>
                  <a:pt x="10630047" y="4252746"/>
                </a:lnTo>
                <a:lnTo>
                  <a:pt x="5860227" y="6535941"/>
                </a:lnTo>
                <a:lnTo>
                  <a:pt x="529216" y="6535942"/>
                </a:lnTo>
                <a:cubicBezTo>
                  <a:pt x="236938" y="6535941"/>
                  <a:pt x="0" y="6299003"/>
                  <a:pt x="0" y="60067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18494" y="-2035876"/>
            <a:ext cx="11079226" cy="6878693"/>
          </a:xfrm>
          <a:custGeom>
            <a:avLst/>
            <a:gdLst>
              <a:gd name="connsiteX0" fmla="*/ 0 w 11079226"/>
              <a:gd name="connsiteY0" fmla="*/ 4535048 h 6878693"/>
              <a:gd name="connsiteX1" fmla="*/ 9474166 w 11079226"/>
              <a:gd name="connsiteY1" fmla="*/ 0 h 6878693"/>
              <a:gd name="connsiteX2" fmla="*/ 11079226 w 11079226"/>
              <a:gd name="connsiteY2" fmla="*/ 3353130 h 6878693"/>
              <a:gd name="connsiteX3" fmla="*/ 11079226 w 11079226"/>
              <a:gd name="connsiteY3" fmla="*/ 6257922 h 6878693"/>
              <a:gd name="connsiteX4" fmla="*/ 10458455 w 11079226"/>
              <a:gd name="connsiteY4" fmla="*/ 6878693 h 6878693"/>
              <a:gd name="connsiteX5" fmla="*/ 620771 w 11079226"/>
              <a:gd name="connsiteY5" fmla="*/ 6878693 h 6878693"/>
              <a:gd name="connsiteX6" fmla="*/ 0 w 11079226"/>
              <a:gd name="connsiteY6" fmla="*/ 6257922 h 68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79226" h="6878693">
                <a:moveTo>
                  <a:pt x="0" y="4535048"/>
                </a:moveTo>
                <a:lnTo>
                  <a:pt x="9474166" y="0"/>
                </a:lnTo>
                <a:lnTo>
                  <a:pt x="11079226" y="3353130"/>
                </a:lnTo>
                <a:lnTo>
                  <a:pt x="11079226" y="6257922"/>
                </a:lnTo>
                <a:cubicBezTo>
                  <a:pt x="11079226" y="6600764"/>
                  <a:pt x="10801297" y="6878693"/>
                  <a:pt x="10458455" y="6878693"/>
                </a:cubicBezTo>
                <a:lnTo>
                  <a:pt x="620771" y="6878693"/>
                </a:lnTo>
                <a:cubicBezTo>
                  <a:pt x="277929" y="6878693"/>
                  <a:pt x="0" y="6600764"/>
                  <a:pt x="0" y="62579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31542" y="-178312"/>
            <a:ext cx="9043085" cy="1107996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时尚简约风格模板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4769" y="2552849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2974572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7666967C-6376-4B37-A5D7-2280C3932BE5}"/>
              </a:ext>
            </a:extLst>
          </p:cNvPr>
          <p:cNvSpPr/>
          <p:nvPr userDrawn="1"/>
        </p:nvSpPr>
        <p:spPr>
          <a:xfrm rot="19317930">
            <a:off x="-206426" y="-1058701"/>
            <a:ext cx="3958486" cy="2533744"/>
          </a:xfrm>
          <a:custGeom>
            <a:avLst/>
            <a:gdLst>
              <a:gd name="connsiteX0" fmla="*/ 719464 w 3958486"/>
              <a:gd name="connsiteY0" fmla="*/ 0 h 2533744"/>
              <a:gd name="connsiteX1" fmla="*/ 3958486 w 3958486"/>
              <a:gd name="connsiteY1" fmla="*/ 2533744 h 2533744"/>
              <a:gd name="connsiteX2" fmla="*/ 469762 w 3958486"/>
              <a:gd name="connsiteY2" fmla="*/ 2533744 h 2533744"/>
              <a:gd name="connsiteX3" fmla="*/ 0 w 3958486"/>
              <a:gd name="connsiteY3" fmla="*/ 2063982 h 2533744"/>
              <a:gd name="connsiteX4" fmla="*/ 0 w 3958486"/>
              <a:gd name="connsiteY4" fmla="*/ 919730 h 253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58486" h="2533744">
                <a:moveTo>
                  <a:pt x="719464" y="0"/>
                </a:moveTo>
                <a:lnTo>
                  <a:pt x="3958486" y="2533744"/>
                </a:lnTo>
                <a:lnTo>
                  <a:pt x="469762" y="2533744"/>
                </a:lnTo>
                <a:cubicBezTo>
                  <a:pt x="210320" y="2533744"/>
                  <a:pt x="0" y="2323424"/>
                  <a:pt x="0" y="2063982"/>
                </a:cubicBezTo>
                <a:lnTo>
                  <a:pt x="0" y="9197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D73F90-0606-4908-ABFA-812052F2FA14}"/>
              </a:ext>
            </a:extLst>
          </p:cNvPr>
          <p:cNvSpPr/>
          <p:nvPr userDrawn="1"/>
        </p:nvSpPr>
        <p:spPr>
          <a:xfrm>
            <a:off x="5335219" y="1388817"/>
            <a:ext cx="16384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spc="3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endParaRPr lang="zh-CN" altLang="en-US" sz="1600" b="1" spc="3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9D598D-8C80-409F-AF3D-FE5050423840}"/>
              </a:ext>
            </a:extLst>
          </p:cNvPr>
          <p:cNvSpPr txBox="1"/>
          <p:nvPr userDrawn="1"/>
        </p:nvSpPr>
        <p:spPr>
          <a:xfrm>
            <a:off x="4930454" y="515787"/>
            <a:ext cx="2329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8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AD5E4E-D8C0-457C-9C6B-323CFA025CBF}"/>
              </a:ext>
            </a:extLst>
          </p:cNvPr>
          <p:cNvCxnSpPr/>
          <p:nvPr userDrawn="1"/>
        </p:nvCxnSpPr>
        <p:spPr>
          <a:xfrm>
            <a:off x="5492252" y="1329454"/>
            <a:ext cx="1313398" cy="0"/>
          </a:xfrm>
          <a:prstGeom prst="line">
            <a:avLst/>
          </a:prstGeom>
          <a:ln w="635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EFDCBC30-90EF-4999-935C-6C70C356BF1D}"/>
              </a:ext>
            </a:extLst>
          </p:cNvPr>
          <p:cNvSpPr/>
          <p:nvPr userDrawn="1"/>
        </p:nvSpPr>
        <p:spPr>
          <a:xfrm>
            <a:off x="7088699" y="708505"/>
            <a:ext cx="841374" cy="841374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71000">
                <a:schemeClr val="accent4"/>
              </a:gs>
              <a:gs pos="100000">
                <a:schemeClr val="accent5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A8EE616F-83DC-4396-941A-CE7E028BCB75}"/>
              </a:ext>
            </a:extLst>
          </p:cNvPr>
          <p:cNvSpPr/>
          <p:nvPr userDrawn="1"/>
        </p:nvSpPr>
        <p:spPr>
          <a:xfrm>
            <a:off x="7662504" y="1236460"/>
            <a:ext cx="319651" cy="319651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71000">
                <a:schemeClr val="accent4"/>
              </a:gs>
              <a:gs pos="100000">
                <a:schemeClr val="accent5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943A73ED-F065-4B72-83EB-6682D5FE636B}"/>
              </a:ext>
            </a:extLst>
          </p:cNvPr>
          <p:cNvSpPr/>
          <p:nvPr userDrawn="1"/>
        </p:nvSpPr>
        <p:spPr>
          <a:xfrm rot="19317930">
            <a:off x="-875421" y="5109"/>
            <a:ext cx="2397897" cy="2015181"/>
          </a:xfrm>
          <a:custGeom>
            <a:avLst/>
            <a:gdLst>
              <a:gd name="connsiteX0" fmla="*/ 1576387 w 2397897"/>
              <a:gd name="connsiteY0" fmla="*/ 0 h 2015181"/>
              <a:gd name="connsiteX1" fmla="*/ 2397897 w 2397897"/>
              <a:gd name="connsiteY1" fmla="*/ 642631 h 2015181"/>
              <a:gd name="connsiteX2" fmla="*/ 2397897 w 2397897"/>
              <a:gd name="connsiteY2" fmla="*/ 1545419 h 2015181"/>
              <a:gd name="connsiteX3" fmla="*/ 1928135 w 2397897"/>
              <a:gd name="connsiteY3" fmla="*/ 2015181 h 2015181"/>
              <a:gd name="connsiteX4" fmla="*/ 0 w 2397897"/>
              <a:gd name="connsiteY4" fmla="*/ 2015181 h 201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7897" h="2015181">
                <a:moveTo>
                  <a:pt x="1576387" y="0"/>
                </a:moveTo>
                <a:lnTo>
                  <a:pt x="2397897" y="642631"/>
                </a:lnTo>
                <a:lnTo>
                  <a:pt x="2397897" y="1545419"/>
                </a:lnTo>
                <a:cubicBezTo>
                  <a:pt x="2397897" y="1804861"/>
                  <a:pt x="2187577" y="2015181"/>
                  <a:pt x="1928135" y="2015181"/>
                </a:cubicBezTo>
                <a:lnTo>
                  <a:pt x="0" y="201518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EA2759D9-2366-4283-81E0-16D2EC420698}"/>
              </a:ext>
            </a:extLst>
          </p:cNvPr>
          <p:cNvSpPr/>
          <p:nvPr userDrawn="1"/>
        </p:nvSpPr>
        <p:spPr>
          <a:xfrm rot="19333288">
            <a:off x="-383456" y="-476607"/>
            <a:ext cx="2422640" cy="1346307"/>
          </a:xfrm>
          <a:custGeom>
            <a:avLst/>
            <a:gdLst>
              <a:gd name="connsiteX0" fmla="*/ 685649 w 2422640"/>
              <a:gd name="connsiteY0" fmla="*/ 0 h 1346307"/>
              <a:gd name="connsiteX1" fmla="*/ 2422640 w 2422640"/>
              <a:gd name="connsiteY1" fmla="*/ 1346307 h 1346307"/>
              <a:gd name="connsiteX2" fmla="*/ 521221 w 2422640"/>
              <a:gd name="connsiteY2" fmla="*/ 1346307 h 1346307"/>
              <a:gd name="connsiteX3" fmla="*/ 4051 w 2422640"/>
              <a:gd name="connsiteY3" fmla="*/ 924801 h 1346307"/>
              <a:gd name="connsiteX4" fmla="*/ 0 w 2422640"/>
              <a:gd name="connsiteY4" fmla="*/ 884617 h 1346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2640" h="1346307">
                <a:moveTo>
                  <a:pt x="685649" y="0"/>
                </a:moveTo>
                <a:lnTo>
                  <a:pt x="2422640" y="1346307"/>
                </a:lnTo>
                <a:lnTo>
                  <a:pt x="521221" y="1346307"/>
                </a:lnTo>
                <a:cubicBezTo>
                  <a:pt x="266116" y="1346307"/>
                  <a:pt x="53275" y="1165354"/>
                  <a:pt x="4051" y="924801"/>
                </a:cubicBezTo>
                <a:lnTo>
                  <a:pt x="0" y="884617"/>
                </a:ln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2E2C6827-43A0-4007-80CB-7C4D4CAF3391}"/>
              </a:ext>
            </a:extLst>
          </p:cNvPr>
          <p:cNvSpPr/>
          <p:nvPr userDrawn="1"/>
        </p:nvSpPr>
        <p:spPr>
          <a:xfrm rot="19317930">
            <a:off x="10383262" y="4827181"/>
            <a:ext cx="2760000" cy="2098615"/>
          </a:xfrm>
          <a:custGeom>
            <a:avLst/>
            <a:gdLst>
              <a:gd name="connsiteX0" fmla="*/ 2760000 w 2760000"/>
              <a:gd name="connsiteY0" fmla="*/ 0 h 2098615"/>
              <a:gd name="connsiteX1" fmla="*/ 1118347 w 2760000"/>
              <a:gd name="connsiteY1" fmla="*/ 2098615 h 2098615"/>
              <a:gd name="connsiteX2" fmla="*/ 0 w 2760000"/>
              <a:gd name="connsiteY2" fmla="*/ 1223782 h 2098615"/>
              <a:gd name="connsiteX3" fmla="*/ 0 w 2760000"/>
              <a:gd name="connsiteY3" fmla="*/ 469762 h 2098615"/>
              <a:gd name="connsiteX4" fmla="*/ 469762 w 2760000"/>
              <a:gd name="connsiteY4" fmla="*/ 0 h 209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0000" h="2098615">
                <a:moveTo>
                  <a:pt x="2760000" y="0"/>
                </a:moveTo>
                <a:lnTo>
                  <a:pt x="1118347" y="2098615"/>
                </a:lnTo>
                <a:lnTo>
                  <a:pt x="0" y="1223782"/>
                </a:lnTo>
                <a:lnTo>
                  <a:pt x="0" y="469762"/>
                </a:lnTo>
                <a:cubicBezTo>
                  <a:pt x="0" y="210320"/>
                  <a:pt x="210320" y="0"/>
                  <a:pt x="4697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CEBDAC50-192B-4545-A03D-2EC4BBF65006}"/>
              </a:ext>
            </a:extLst>
          </p:cNvPr>
          <p:cNvSpPr/>
          <p:nvPr userDrawn="1"/>
        </p:nvSpPr>
        <p:spPr>
          <a:xfrm rot="19317930">
            <a:off x="10232169" y="6103326"/>
            <a:ext cx="2008903" cy="1337096"/>
          </a:xfrm>
          <a:custGeom>
            <a:avLst/>
            <a:gdLst>
              <a:gd name="connsiteX0" fmla="*/ 1801789 w 2008903"/>
              <a:gd name="connsiteY0" fmla="*/ 80229 h 1337096"/>
              <a:gd name="connsiteX1" fmla="*/ 2008903 w 2008903"/>
              <a:gd name="connsiteY1" fmla="*/ 469762 h 1337096"/>
              <a:gd name="connsiteX2" fmla="*/ 2008903 w 2008903"/>
              <a:gd name="connsiteY2" fmla="*/ 954073 h 1337096"/>
              <a:gd name="connsiteX3" fmla="*/ 1709282 w 2008903"/>
              <a:gd name="connsiteY3" fmla="*/ 1337096 h 1337096"/>
              <a:gd name="connsiteX4" fmla="*/ 0 w 2008903"/>
              <a:gd name="connsiteY4" fmla="*/ 0 h 1337096"/>
              <a:gd name="connsiteX5" fmla="*/ 1539141 w 2008903"/>
              <a:gd name="connsiteY5" fmla="*/ 0 h 1337096"/>
              <a:gd name="connsiteX6" fmla="*/ 1801789 w 2008903"/>
              <a:gd name="connsiteY6" fmla="*/ 80229 h 133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903" h="1337096">
                <a:moveTo>
                  <a:pt x="1801789" y="80229"/>
                </a:moveTo>
                <a:cubicBezTo>
                  <a:pt x="1926746" y="164648"/>
                  <a:pt x="2008904" y="307611"/>
                  <a:pt x="2008903" y="469762"/>
                </a:cubicBezTo>
                <a:lnTo>
                  <a:pt x="2008903" y="954073"/>
                </a:lnTo>
                <a:lnTo>
                  <a:pt x="1709282" y="1337096"/>
                </a:lnTo>
                <a:lnTo>
                  <a:pt x="0" y="0"/>
                </a:lnTo>
                <a:lnTo>
                  <a:pt x="1539141" y="0"/>
                </a:lnTo>
                <a:cubicBezTo>
                  <a:pt x="1636432" y="0"/>
                  <a:pt x="1726814" y="29576"/>
                  <a:pt x="1801789" y="8022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63D76CC3-C00A-46A9-9277-1C54FE59FACF}"/>
              </a:ext>
            </a:extLst>
          </p:cNvPr>
          <p:cNvSpPr/>
          <p:nvPr userDrawn="1"/>
        </p:nvSpPr>
        <p:spPr>
          <a:xfrm rot="19333288">
            <a:off x="11349172" y="6046887"/>
            <a:ext cx="1254668" cy="877072"/>
          </a:xfrm>
          <a:custGeom>
            <a:avLst/>
            <a:gdLst>
              <a:gd name="connsiteX0" fmla="*/ 1254668 w 1254668"/>
              <a:gd name="connsiteY0" fmla="*/ 0 h 877072"/>
              <a:gd name="connsiteX1" fmla="*/ 574866 w 1254668"/>
              <a:gd name="connsiteY1" fmla="*/ 877072 h 877072"/>
              <a:gd name="connsiteX2" fmla="*/ 0 w 1254668"/>
              <a:gd name="connsiteY2" fmla="*/ 431506 h 877072"/>
              <a:gd name="connsiteX3" fmla="*/ 1008 w 1254668"/>
              <a:gd name="connsiteY3" fmla="*/ 421506 h 877072"/>
              <a:gd name="connsiteX4" fmla="*/ 518178 w 1254668"/>
              <a:gd name="connsiteY4" fmla="*/ 0 h 877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4668" h="877072">
                <a:moveTo>
                  <a:pt x="1254668" y="0"/>
                </a:moveTo>
                <a:lnTo>
                  <a:pt x="574866" y="877072"/>
                </a:lnTo>
                <a:lnTo>
                  <a:pt x="0" y="431506"/>
                </a:lnTo>
                <a:lnTo>
                  <a:pt x="1008" y="421506"/>
                </a:lnTo>
                <a:cubicBezTo>
                  <a:pt x="50232" y="180953"/>
                  <a:pt x="263073" y="0"/>
                  <a:pt x="51817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618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C6D9F24-3291-4052-94DE-B222333D819F}"/>
              </a:ext>
            </a:extLst>
          </p:cNvPr>
          <p:cNvSpPr/>
          <p:nvPr userDrawn="1"/>
        </p:nvSpPr>
        <p:spPr>
          <a:xfrm rot="1461033">
            <a:off x="-905369" y="-648426"/>
            <a:ext cx="5738706" cy="6535941"/>
          </a:xfrm>
          <a:custGeom>
            <a:avLst/>
            <a:gdLst>
              <a:gd name="connsiteX0" fmla="*/ 0 w 5738706"/>
              <a:gd name="connsiteY0" fmla="*/ 1691248 h 6535941"/>
              <a:gd name="connsiteX1" fmla="*/ 3736904 w 5738706"/>
              <a:gd name="connsiteY1" fmla="*/ 0 h 6535941"/>
              <a:gd name="connsiteX2" fmla="*/ 5209490 w 5738706"/>
              <a:gd name="connsiteY2" fmla="*/ 0 h 6535941"/>
              <a:gd name="connsiteX3" fmla="*/ 5738706 w 5738706"/>
              <a:gd name="connsiteY3" fmla="*/ 529215 h 6535941"/>
              <a:gd name="connsiteX4" fmla="*/ 5738705 w 5738706"/>
              <a:gd name="connsiteY4" fmla="*/ 6006726 h 6535941"/>
              <a:gd name="connsiteX5" fmla="*/ 5209490 w 5738706"/>
              <a:gd name="connsiteY5" fmla="*/ 6535941 h 6535941"/>
              <a:gd name="connsiteX6" fmla="*/ 2192610 w 5738706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8706" h="6535941">
                <a:moveTo>
                  <a:pt x="0" y="1691248"/>
                </a:moveTo>
                <a:lnTo>
                  <a:pt x="3736904" y="0"/>
                </a:lnTo>
                <a:lnTo>
                  <a:pt x="5209490" y="0"/>
                </a:lnTo>
                <a:cubicBezTo>
                  <a:pt x="5501767" y="0"/>
                  <a:pt x="5738705" y="236938"/>
                  <a:pt x="5738706" y="529215"/>
                </a:cubicBezTo>
                <a:lnTo>
                  <a:pt x="5738705" y="6006726"/>
                </a:lnTo>
                <a:cubicBezTo>
                  <a:pt x="5738705" y="6299003"/>
                  <a:pt x="5501767" y="6535941"/>
                  <a:pt x="5209490" y="6535941"/>
                </a:cubicBezTo>
                <a:lnTo>
                  <a:pt x="2192610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AC81769-B89F-4E89-861C-F83015CD9903}"/>
              </a:ext>
            </a:extLst>
          </p:cNvPr>
          <p:cNvSpPr/>
          <p:nvPr userDrawn="1"/>
        </p:nvSpPr>
        <p:spPr>
          <a:xfrm rot="1461033">
            <a:off x="2923317" y="-1389685"/>
            <a:ext cx="10578993" cy="8422484"/>
          </a:xfrm>
          <a:custGeom>
            <a:avLst/>
            <a:gdLst>
              <a:gd name="connsiteX0" fmla="*/ 0 w 10578993"/>
              <a:gd name="connsiteY0" fmla="*/ 3508089 h 8422484"/>
              <a:gd name="connsiteX1" fmla="*/ 7751314 w 10578993"/>
              <a:gd name="connsiteY1" fmla="*/ 0 h 8422484"/>
              <a:gd name="connsiteX2" fmla="*/ 10578993 w 10578993"/>
              <a:gd name="connsiteY2" fmla="*/ 6247912 h 8422484"/>
              <a:gd name="connsiteX3" fmla="*/ 5774156 w 10578993"/>
              <a:gd name="connsiteY3" fmla="*/ 8422484 h 8422484"/>
              <a:gd name="connsiteX4" fmla="*/ 746456 w 10578993"/>
              <a:gd name="connsiteY4" fmla="*/ 8422484 h 8422484"/>
              <a:gd name="connsiteX5" fmla="*/ 0 w 10578993"/>
              <a:gd name="connsiteY5" fmla="*/ 7676028 h 8422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78993" h="8422484">
                <a:moveTo>
                  <a:pt x="0" y="3508089"/>
                </a:moveTo>
                <a:lnTo>
                  <a:pt x="7751314" y="0"/>
                </a:lnTo>
                <a:lnTo>
                  <a:pt x="10578993" y="6247912"/>
                </a:lnTo>
                <a:lnTo>
                  <a:pt x="5774156" y="8422484"/>
                </a:lnTo>
                <a:lnTo>
                  <a:pt x="746456" y="8422484"/>
                </a:lnTo>
                <a:cubicBezTo>
                  <a:pt x="334200" y="8422484"/>
                  <a:pt x="1" y="8088284"/>
                  <a:pt x="0" y="76760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7D1FB5B0-3B9E-4611-A71F-3300E7CCFBA9}"/>
              </a:ext>
            </a:extLst>
          </p:cNvPr>
          <p:cNvSpPr/>
          <p:nvPr userDrawn="1"/>
        </p:nvSpPr>
        <p:spPr>
          <a:xfrm rot="1461033">
            <a:off x="8514966" y="-398236"/>
            <a:ext cx="4721210" cy="4046278"/>
          </a:xfrm>
          <a:custGeom>
            <a:avLst/>
            <a:gdLst>
              <a:gd name="connsiteX0" fmla="*/ 1 w 4721210"/>
              <a:gd name="connsiteY0" fmla="*/ 1307931 h 4046278"/>
              <a:gd name="connsiteX1" fmla="*/ 2889946 w 4721210"/>
              <a:gd name="connsiteY1" fmla="*/ 0 h 4046278"/>
              <a:gd name="connsiteX2" fmla="*/ 4721210 w 4721210"/>
              <a:gd name="connsiteY2" fmla="*/ 4046278 h 4046278"/>
              <a:gd name="connsiteX3" fmla="*/ 529215 w 4721210"/>
              <a:gd name="connsiteY3" fmla="*/ 4046278 h 4046278"/>
              <a:gd name="connsiteX4" fmla="*/ 0 w 4721210"/>
              <a:gd name="connsiteY4" fmla="*/ 3517063 h 404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21210" h="4046278">
                <a:moveTo>
                  <a:pt x="1" y="1307931"/>
                </a:moveTo>
                <a:lnTo>
                  <a:pt x="2889946" y="0"/>
                </a:lnTo>
                <a:lnTo>
                  <a:pt x="4721210" y="4046278"/>
                </a:lnTo>
                <a:lnTo>
                  <a:pt x="529215" y="4046278"/>
                </a:lnTo>
                <a:cubicBezTo>
                  <a:pt x="236938" y="4046278"/>
                  <a:pt x="0" y="3809340"/>
                  <a:pt x="0" y="3517063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9182188C-C240-44CD-AC8B-4343170F8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5725" y="1220398"/>
            <a:ext cx="3905250" cy="2646878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6600" b="1" i="0" kern="1200" noProof="0">
                <a:gradFill flip="none" rotWithShape="1">
                  <a:gsLst>
                    <a:gs pos="0">
                      <a:schemeClr val="accent3"/>
                    </a:gs>
                    <a:gs pos="100000">
                      <a:srgbClr val="8160EB"/>
                    </a:gs>
                    <a:gs pos="64000">
                      <a:schemeClr val="accent4"/>
                    </a:gs>
                  </a:gsLst>
                  <a:lin ang="54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6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66DDD5"/>
                    </a:gs>
                    <a:gs pos="100000">
                      <a:srgbClr val="8160EB"/>
                    </a:gs>
                    <a:gs pos="64000">
                      <a:srgbClr val="0081E1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600" b="1" i="1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66DDD5"/>
                  </a:gs>
                  <a:gs pos="100000">
                    <a:srgbClr val="8160EB"/>
                  </a:gs>
                  <a:gs pos="64000">
                    <a:srgbClr val="0081E1"/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BB746B37-BF8F-4C5B-9A06-C9F4C11830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62237" y="3727855"/>
            <a:ext cx="6867526" cy="1107996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6600" b="1" kern="1200" noProof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f-ZA" altLang="zh-CN" sz="6600" b="1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284469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76CEB83-52D0-4C35-B39F-58B8958F0B9E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1491" y="806220"/>
            <a:ext cx="1036021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BE67CEC5-F540-49F0-33BC-E6B7CDF17F36}"/>
              </a:ext>
            </a:extLst>
          </p:cNvPr>
          <p:cNvGrpSpPr/>
          <p:nvPr userDrawn="1"/>
        </p:nvGrpSpPr>
        <p:grpSpPr>
          <a:xfrm>
            <a:off x="298035" y="118833"/>
            <a:ext cx="893456" cy="847606"/>
            <a:chOff x="350117" y="385533"/>
            <a:chExt cx="893456" cy="847606"/>
          </a:xfrm>
        </p:grpSpPr>
        <p:sp>
          <p:nvSpPr>
            <p:cNvPr id="5" name="椭圆 4">
              <a:hlinkClick r:id="" action="ppaction://noaction"/>
              <a:extLst>
                <a:ext uri="{FF2B5EF4-FFF2-40B4-BE49-F238E27FC236}">
                  <a16:creationId xmlns:a16="http://schemas.microsoft.com/office/drawing/2014/main" id="{E3E2AAF1-BC00-F5BB-3EEB-05EC91817748}"/>
                </a:ext>
              </a:extLst>
            </p:cNvPr>
            <p:cNvSpPr/>
            <p:nvPr userDrawn="1"/>
          </p:nvSpPr>
          <p:spPr>
            <a:xfrm>
              <a:off x="350117" y="385533"/>
              <a:ext cx="841374" cy="841374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71000">
                  <a:schemeClr val="accent4"/>
                </a:gs>
                <a:gs pos="100000">
                  <a:schemeClr val="accent5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368300" sx="103000" sy="103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hlinkClick r:id="" action="ppaction://noaction"/>
              <a:extLst>
                <a:ext uri="{FF2B5EF4-FFF2-40B4-BE49-F238E27FC236}">
                  <a16:creationId xmlns:a16="http://schemas.microsoft.com/office/drawing/2014/main" id="{FA5FE3E4-BA35-784B-0BF6-46AC9DEC73DC}"/>
                </a:ext>
              </a:extLst>
            </p:cNvPr>
            <p:cNvSpPr/>
            <p:nvPr userDrawn="1"/>
          </p:nvSpPr>
          <p:spPr>
            <a:xfrm>
              <a:off x="923922" y="913488"/>
              <a:ext cx="319651" cy="319651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71000">
                  <a:schemeClr val="accent4"/>
                </a:gs>
                <a:gs pos="100000">
                  <a:schemeClr val="accent5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368300" sx="103000" sy="103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F6E37FC-FB6B-AF19-9001-539462C9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3050" y="6250927"/>
            <a:ext cx="2743200" cy="461665"/>
          </a:xfrm>
        </p:spPr>
        <p:txBody>
          <a:bodyPr/>
          <a:lstStyle>
            <a:lvl1pPr>
              <a:defRPr kumimoji="0" lang="zh-CN" altLang="en-US" sz="2400" b="0" i="0" u="none" strike="noStrike" kern="1200" cap="none" spc="0" normalizeH="0" baseline="0" smtClean="0">
                <a:ln>
                  <a:noFill/>
                </a:ln>
                <a:gradFill>
                  <a:gsLst>
                    <a:gs pos="49000">
                      <a:srgbClr val="2AA7DC"/>
                    </a:gs>
                    <a:gs pos="0">
                      <a:srgbClr val="66DDD5"/>
                    </a:gs>
                    <a:gs pos="100000">
                      <a:srgbClr val="8160EB"/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fld id="{A86B3AB6-3DCE-4D14-AA80-0D566E9A0DB8}" type="slidenum">
              <a:rPr lang="en-US" altLang="zh-CN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604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custGeom>
            <a:avLst/>
            <a:gdLst>
              <a:gd name="connsiteX0" fmla="*/ 0 w 5772470"/>
              <a:gd name="connsiteY0" fmla="*/ 1695879 h 6535941"/>
              <a:gd name="connsiteX1" fmla="*/ 3542860 w 5772470"/>
              <a:gd name="connsiteY1" fmla="*/ 0 h 6535941"/>
              <a:gd name="connsiteX2" fmla="*/ 5243255 w 5772470"/>
              <a:gd name="connsiteY2" fmla="*/ 0 h 6535941"/>
              <a:gd name="connsiteX3" fmla="*/ 5772470 w 5772470"/>
              <a:gd name="connsiteY3" fmla="*/ 529215 h 6535941"/>
              <a:gd name="connsiteX4" fmla="*/ 5772470 w 5772470"/>
              <a:gd name="connsiteY4" fmla="*/ 6006726 h 6535941"/>
              <a:gd name="connsiteX5" fmla="*/ 5243255 w 5772470"/>
              <a:gd name="connsiteY5" fmla="*/ 6535941 h 6535941"/>
              <a:gd name="connsiteX6" fmla="*/ 2316817 w 5772470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72470" h="6535941">
                <a:moveTo>
                  <a:pt x="0" y="1695879"/>
                </a:moveTo>
                <a:lnTo>
                  <a:pt x="3542860" y="0"/>
                </a:lnTo>
                <a:lnTo>
                  <a:pt x="5243255" y="0"/>
                </a:lnTo>
                <a:cubicBezTo>
                  <a:pt x="5535532" y="0"/>
                  <a:pt x="5772470" y="236938"/>
                  <a:pt x="5772470" y="529215"/>
                </a:cubicBezTo>
                <a:lnTo>
                  <a:pt x="5772470" y="6006726"/>
                </a:lnTo>
                <a:cubicBezTo>
                  <a:pt x="5772470" y="6299003"/>
                  <a:pt x="5535532" y="6535941"/>
                  <a:pt x="5243255" y="6535941"/>
                </a:cubicBezTo>
                <a:lnTo>
                  <a:pt x="2316817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custGeom>
            <a:avLst/>
            <a:gdLst>
              <a:gd name="connsiteX0" fmla="*/ 0 w 10630047"/>
              <a:gd name="connsiteY0" fmla="*/ 1737887 h 6535942"/>
              <a:gd name="connsiteX1" fmla="*/ 3630618 w 10630047"/>
              <a:gd name="connsiteY1" fmla="*/ 0 h 6535942"/>
              <a:gd name="connsiteX2" fmla="*/ 8594363 w 10630047"/>
              <a:gd name="connsiteY2" fmla="*/ 0 h 6535942"/>
              <a:gd name="connsiteX3" fmla="*/ 10630047 w 10630047"/>
              <a:gd name="connsiteY3" fmla="*/ 4252746 h 6535942"/>
              <a:gd name="connsiteX4" fmla="*/ 5860227 w 10630047"/>
              <a:gd name="connsiteY4" fmla="*/ 6535941 h 6535942"/>
              <a:gd name="connsiteX5" fmla="*/ 529216 w 10630047"/>
              <a:gd name="connsiteY5" fmla="*/ 6535942 h 6535942"/>
              <a:gd name="connsiteX6" fmla="*/ 0 w 10630047"/>
              <a:gd name="connsiteY6" fmla="*/ 6006726 h 65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30047" h="6535942">
                <a:moveTo>
                  <a:pt x="0" y="1737887"/>
                </a:moveTo>
                <a:lnTo>
                  <a:pt x="3630618" y="0"/>
                </a:lnTo>
                <a:lnTo>
                  <a:pt x="8594363" y="0"/>
                </a:lnTo>
                <a:lnTo>
                  <a:pt x="10630047" y="4252746"/>
                </a:lnTo>
                <a:lnTo>
                  <a:pt x="5860227" y="6535941"/>
                </a:lnTo>
                <a:lnTo>
                  <a:pt x="529216" y="6535942"/>
                </a:lnTo>
                <a:cubicBezTo>
                  <a:pt x="236938" y="6535941"/>
                  <a:pt x="0" y="6299003"/>
                  <a:pt x="0" y="60067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03979" y="-2037486"/>
            <a:ext cx="11079226" cy="6878693"/>
          </a:xfrm>
          <a:custGeom>
            <a:avLst/>
            <a:gdLst>
              <a:gd name="connsiteX0" fmla="*/ 0 w 11079226"/>
              <a:gd name="connsiteY0" fmla="*/ 4535048 h 6878693"/>
              <a:gd name="connsiteX1" fmla="*/ 9474166 w 11079226"/>
              <a:gd name="connsiteY1" fmla="*/ 0 h 6878693"/>
              <a:gd name="connsiteX2" fmla="*/ 11079226 w 11079226"/>
              <a:gd name="connsiteY2" fmla="*/ 3353130 h 6878693"/>
              <a:gd name="connsiteX3" fmla="*/ 11079226 w 11079226"/>
              <a:gd name="connsiteY3" fmla="*/ 6257922 h 6878693"/>
              <a:gd name="connsiteX4" fmla="*/ 10458455 w 11079226"/>
              <a:gd name="connsiteY4" fmla="*/ 6878693 h 6878693"/>
              <a:gd name="connsiteX5" fmla="*/ 620771 w 11079226"/>
              <a:gd name="connsiteY5" fmla="*/ 6878693 h 6878693"/>
              <a:gd name="connsiteX6" fmla="*/ 0 w 11079226"/>
              <a:gd name="connsiteY6" fmla="*/ 6257922 h 68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79226" h="6878693">
                <a:moveTo>
                  <a:pt x="0" y="4535048"/>
                </a:moveTo>
                <a:lnTo>
                  <a:pt x="9474166" y="0"/>
                </a:lnTo>
                <a:lnTo>
                  <a:pt x="11079226" y="3353130"/>
                </a:lnTo>
                <a:lnTo>
                  <a:pt x="11079226" y="6257922"/>
                </a:lnTo>
                <a:cubicBezTo>
                  <a:pt x="11079226" y="6600764"/>
                  <a:pt x="10801297" y="6878693"/>
                  <a:pt x="10458455" y="6878693"/>
                </a:cubicBezTo>
                <a:lnTo>
                  <a:pt x="620771" y="6878693"/>
                </a:lnTo>
                <a:cubicBezTo>
                  <a:pt x="277929" y="6878693"/>
                  <a:pt x="0" y="6600764"/>
                  <a:pt x="0" y="62579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56CF7EF-AC1E-4956-A4A7-E7537704A387}"/>
              </a:ext>
            </a:extLst>
          </p:cNvPr>
          <p:cNvCxnSpPr>
            <a:cxnSpLocks/>
          </p:cNvCxnSpPr>
          <p:nvPr userDrawn="1"/>
        </p:nvCxnSpPr>
        <p:spPr>
          <a:xfrm>
            <a:off x="4198256" y="3132571"/>
            <a:ext cx="663487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57829" y="1181635"/>
            <a:ext cx="9043085" cy="1862048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1500" b="1" kern="1200" noProof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3019" y="3309407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368568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prstGeom prst="roundRect">
            <a:avLst>
              <a:gd name="adj" fmla="val 8069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prstGeom prst="roundRect">
            <a:avLst>
              <a:gd name="adj" fmla="val 8139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18494" y="-2035876"/>
            <a:ext cx="11079226" cy="6878693"/>
          </a:xfrm>
          <a:prstGeom prst="roundRect">
            <a:avLst>
              <a:gd name="adj" fmla="val 5116"/>
            </a:avLst>
          </a:pr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31542" y="-178312"/>
            <a:ext cx="9043085" cy="1107996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时尚简约风格模板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4769" y="2552849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3056218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7666967C-6376-4B37-A5D7-2280C3932BE5}"/>
              </a:ext>
            </a:extLst>
          </p:cNvPr>
          <p:cNvSpPr/>
          <p:nvPr userDrawn="1"/>
        </p:nvSpPr>
        <p:spPr>
          <a:xfrm rot="19317930">
            <a:off x="-206426" y="-1058701"/>
            <a:ext cx="3958486" cy="2533744"/>
          </a:xfrm>
          <a:custGeom>
            <a:avLst/>
            <a:gdLst>
              <a:gd name="connsiteX0" fmla="*/ 719464 w 3958486"/>
              <a:gd name="connsiteY0" fmla="*/ 0 h 2533744"/>
              <a:gd name="connsiteX1" fmla="*/ 3958486 w 3958486"/>
              <a:gd name="connsiteY1" fmla="*/ 2533744 h 2533744"/>
              <a:gd name="connsiteX2" fmla="*/ 469762 w 3958486"/>
              <a:gd name="connsiteY2" fmla="*/ 2533744 h 2533744"/>
              <a:gd name="connsiteX3" fmla="*/ 0 w 3958486"/>
              <a:gd name="connsiteY3" fmla="*/ 2063982 h 2533744"/>
              <a:gd name="connsiteX4" fmla="*/ 0 w 3958486"/>
              <a:gd name="connsiteY4" fmla="*/ 919730 h 253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58486" h="2533744">
                <a:moveTo>
                  <a:pt x="719464" y="0"/>
                </a:moveTo>
                <a:lnTo>
                  <a:pt x="3958486" y="2533744"/>
                </a:lnTo>
                <a:lnTo>
                  <a:pt x="469762" y="2533744"/>
                </a:lnTo>
                <a:cubicBezTo>
                  <a:pt x="210320" y="2533744"/>
                  <a:pt x="0" y="2323424"/>
                  <a:pt x="0" y="2063982"/>
                </a:cubicBezTo>
                <a:lnTo>
                  <a:pt x="0" y="9197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D73F90-0606-4908-ABFA-812052F2FA14}"/>
              </a:ext>
            </a:extLst>
          </p:cNvPr>
          <p:cNvSpPr/>
          <p:nvPr userDrawn="1"/>
        </p:nvSpPr>
        <p:spPr>
          <a:xfrm>
            <a:off x="824767" y="3463801"/>
            <a:ext cx="16384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spc="3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1600" b="1" spc="3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9D598D-8C80-409F-AF3D-FE5050423840}"/>
              </a:ext>
            </a:extLst>
          </p:cNvPr>
          <p:cNvSpPr txBox="1"/>
          <p:nvPr userDrawn="1"/>
        </p:nvSpPr>
        <p:spPr>
          <a:xfrm>
            <a:off x="428794" y="2590771"/>
            <a:ext cx="2329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8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AD5E4E-D8C0-457C-9C6B-323CFA025CBF}"/>
              </a:ext>
            </a:extLst>
          </p:cNvPr>
          <p:cNvCxnSpPr/>
          <p:nvPr userDrawn="1"/>
        </p:nvCxnSpPr>
        <p:spPr>
          <a:xfrm>
            <a:off x="981800" y="3404438"/>
            <a:ext cx="1313398" cy="0"/>
          </a:xfrm>
          <a:prstGeom prst="line">
            <a:avLst/>
          </a:prstGeom>
          <a:ln w="635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943A73ED-F065-4B72-83EB-6682D5FE636B}"/>
              </a:ext>
            </a:extLst>
          </p:cNvPr>
          <p:cNvSpPr/>
          <p:nvPr userDrawn="1"/>
        </p:nvSpPr>
        <p:spPr>
          <a:xfrm rot="19317930">
            <a:off x="-875421" y="5109"/>
            <a:ext cx="2397897" cy="2015181"/>
          </a:xfrm>
          <a:custGeom>
            <a:avLst/>
            <a:gdLst>
              <a:gd name="connsiteX0" fmla="*/ 1576387 w 2397897"/>
              <a:gd name="connsiteY0" fmla="*/ 0 h 2015181"/>
              <a:gd name="connsiteX1" fmla="*/ 2397897 w 2397897"/>
              <a:gd name="connsiteY1" fmla="*/ 642631 h 2015181"/>
              <a:gd name="connsiteX2" fmla="*/ 2397897 w 2397897"/>
              <a:gd name="connsiteY2" fmla="*/ 1545419 h 2015181"/>
              <a:gd name="connsiteX3" fmla="*/ 1928135 w 2397897"/>
              <a:gd name="connsiteY3" fmla="*/ 2015181 h 2015181"/>
              <a:gd name="connsiteX4" fmla="*/ 0 w 2397897"/>
              <a:gd name="connsiteY4" fmla="*/ 2015181 h 201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7897" h="2015181">
                <a:moveTo>
                  <a:pt x="1576387" y="0"/>
                </a:moveTo>
                <a:lnTo>
                  <a:pt x="2397897" y="642631"/>
                </a:lnTo>
                <a:lnTo>
                  <a:pt x="2397897" y="1545419"/>
                </a:lnTo>
                <a:cubicBezTo>
                  <a:pt x="2397897" y="1804861"/>
                  <a:pt x="2187577" y="2015181"/>
                  <a:pt x="1928135" y="2015181"/>
                </a:cubicBezTo>
                <a:lnTo>
                  <a:pt x="0" y="201518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EA2759D9-2366-4283-81E0-16D2EC420698}"/>
              </a:ext>
            </a:extLst>
          </p:cNvPr>
          <p:cNvSpPr/>
          <p:nvPr userDrawn="1"/>
        </p:nvSpPr>
        <p:spPr>
          <a:xfrm rot="19333288">
            <a:off x="-383456" y="-476607"/>
            <a:ext cx="2422640" cy="1346307"/>
          </a:xfrm>
          <a:custGeom>
            <a:avLst/>
            <a:gdLst>
              <a:gd name="connsiteX0" fmla="*/ 685649 w 2422640"/>
              <a:gd name="connsiteY0" fmla="*/ 0 h 1346307"/>
              <a:gd name="connsiteX1" fmla="*/ 2422640 w 2422640"/>
              <a:gd name="connsiteY1" fmla="*/ 1346307 h 1346307"/>
              <a:gd name="connsiteX2" fmla="*/ 521221 w 2422640"/>
              <a:gd name="connsiteY2" fmla="*/ 1346307 h 1346307"/>
              <a:gd name="connsiteX3" fmla="*/ 4051 w 2422640"/>
              <a:gd name="connsiteY3" fmla="*/ 924801 h 1346307"/>
              <a:gd name="connsiteX4" fmla="*/ 0 w 2422640"/>
              <a:gd name="connsiteY4" fmla="*/ 884617 h 1346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2640" h="1346307">
                <a:moveTo>
                  <a:pt x="685649" y="0"/>
                </a:moveTo>
                <a:lnTo>
                  <a:pt x="2422640" y="1346307"/>
                </a:lnTo>
                <a:lnTo>
                  <a:pt x="521221" y="1346307"/>
                </a:lnTo>
                <a:cubicBezTo>
                  <a:pt x="266116" y="1346307"/>
                  <a:pt x="53275" y="1165354"/>
                  <a:pt x="4051" y="924801"/>
                </a:cubicBezTo>
                <a:lnTo>
                  <a:pt x="0" y="884617"/>
                </a:ln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2E2C6827-43A0-4007-80CB-7C4D4CAF3391}"/>
              </a:ext>
            </a:extLst>
          </p:cNvPr>
          <p:cNvSpPr/>
          <p:nvPr userDrawn="1"/>
        </p:nvSpPr>
        <p:spPr>
          <a:xfrm rot="19317930">
            <a:off x="10383262" y="4827181"/>
            <a:ext cx="2760000" cy="2098615"/>
          </a:xfrm>
          <a:custGeom>
            <a:avLst/>
            <a:gdLst>
              <a:gd name="connsiteX0" fmla="*/ 2760000 w 2760000"/>
              <a:gd name="connsiteY0" fmla="*/ 0 h 2098615"/>
              <a:gd name="connsiteX1" fmla="*/ 1118347 w 2760000"/>
              <a:gd name="connsiteY1" fmla="*/ 2098615 h 2098615"/>
              <a:gd name="connsiteX2" fmla="*/ 0 w 2760000"/>
              <a:gd name="connsiteY2" fmla="*/ 1223782 h 2098615"/>
              <a:gd name="connsiteX3" fmla="*/ 0 w 2760000"/>
              <a:gd name="connsiteY3" fmla="*/ 469762 h 2098615"/>
              <a:gd name="connsiteX4" fmla="*/ 469762 w 2760000"/>
              <a:gd name="connsiteY4" fmla="*/ 0 h 209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0000" h="2098615">
                <a:moveTo>
                  <a:pt x="2760000" y="0"/>
                </a:moveTo>
                <a:lnTo>
                  <a:pt x="1118347" y="2098615"/>
                </a:lnTo>
                <a:lnTo>
                  <a:pt x="0" y="1223782"/>
                </a:lnTo>
                <a:lnTo>
                  <a:pt x="0" y="469762"/>
                </a:lnTo>
                <a:cubicBezTo>
                  <a:pt x="0" y="210320"/>
                  <a:pt x="210320" y="0"/>
                  <a:pt x="4697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CEBDAC50-192B-4545-A03D-2EC4BBF65006}"/>
              </a:ext>
            </a:extLst>
          </p:cNvPr>
          <p:cNvSpPr/>
          <p:nvPr userDrawn="1"/>
        </p:nvSpPr>
        <p:spPr>
          <a:xfrm rot="19317930">
            <a:off x="10232169" y="6103326"/>
            <a:ext cx="2008903" cy="1337096"/>
          </a:xfrm>
          <a:custGeom>
            <a:avLst/>
            <a:gdLst>
              <a:gd name="connsiteX0" fmla="*/ 1801789 w 2008903"/>
              <a:gd name="connsiteY0" fmla="*/ 80229 h 1337096"/>
              <a:gd name="connsiteX1" fmla="*/ 2008903 w 2008903"/>
              <a:gd name="connsiteY1" fmla="*/ 469762 h 1337096"/>
              <a:gd name="connsiteX2" fmla="*/ 2008903 w 2008903"/>
              <a:gd name="connsiteY2" fmla="*/ 954073 h 1337096"/>
              <a:gd name="connsiteX3" fmla="*/ 1709282 w 2008903"/>
              <a:gd name="connsiteY3" fmla="*/ 1337096 h 1337096"/>
              <a:gd name="connsiteX4" fmla="*/ 0 w 2008903"/>
              <a:gd name="connsiteY4" fmla="*/ 0 h 1337096"/>
              <a:gd name="connsiteX5" fmla="*/ 1539141 w 2008903"/>
              <a:gd name="connsiteY5" fmla="*/ 0 h 1337096"/>
              <a:gd name="connsiteX6" fmla="*/ 1801789 w 2008903"/>
              <a:gd name="connsiteY6" fmla="*/ 80229 h 133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903" h="1337096">
                <a:moveTo>
                  <a:pt x="1801789" y="80229"/>
                </a:moveTo>
                <a:cubicBezTo>
                  <a:pt x="1926746" y="164648"/>
                  <a:pt x="2008904" y="307611"/>
                  <a:pt x="2008903" y="469762"/>
                </a:cubicBezTo>
                <a:lnTo>
                  <a:pt x="2008903" y="954073"/>
                </a:lnTo>
                <a:lnTo>
                  <a:pt x="1709282" y="1337096"/>
                </a:lnTo>
                <a:lnTo>
                  <a:pt x="0" y="0"/>
                </a:lnTo>
                <a:lnTo>
                  <a:pt x="1539141" y="0"/>
                </a:lnTo>
                <a:cubicBezTo>
                  <a:pt x="1636432" y="0"/>
                  <a:pt x="1726814" y="29576"/>
                  <a:pt x="1801789" y="8022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63D76CC3-C00A-46A9-9277-1C54FE59FACF}"/>
              </a:ext>
            </a:extLst>
          </p:cNvPr>
          <p:cNvSpPr/>
          <p:nvPr userDrawn="1"/>
        </p:nvSpPr>
        <p:spPr>
          <a:xfrm rot="19333288">
            <a:off x="11349172" y="6046887"/>
            <a:ext cx="1254668" cy="877072"/>
          </a:xfrm>
          <a:custGeom>
            <a:avLst/>
            <a:gdLst>
              <a:gd name="connsiteX0" fmla="*/ 1254668 w 1254668"/>
              <a:gd name="connsiteY0" fmla="*/ 0 h 877072"/>
              <a:gd name="connsiteX1" fmla="*/ 574866 w 1254668"/>
              <a:gd name="connsiteY1" fmla="*/ 877072 h 877072"/>
              <a:gd name="connsiteX2" fmla="*/ 0 w 1254668"/>
              <a:gd name="connsiteY2" fmla="*/ 431506 h 877072"/>
              <a:gd name="connsiteX3" fmla="*/ 1008 w 1254668"/>
              <a:gd name="connsiteY3" fmla="*/ 421506 h 877072"/>
              <a:gd name="connsiteX4" fmla="*/ 518178 w 1254668"/>
              <a:gd name="connsiteY4" fmla="*/ 0 h 877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4668" h="877072">
                <a:moveTo>
                  <a:pt x="1254668" y="0"/>
                </a:moveTo>
                <a:lnTo>
                  <a:pt x="574866" y="877072"/>
                </a:lnTo>
                <a:lnTo>
                  <a:pt x="0" y="431506"/>
                </a:lnTo>
                <a:lnTo>
                  <a:pt x="1008" y="421506"/>
                </a:lnTo>
                <a:cubicBezTo>
                  <a:pt x="50232" y="180953"/>
                  <a:pt x="263073" y="0"/>
                  <a:pt x="51817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164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C6D9F24-3291-4052-94DE-B222333D819F}"/>
              </a:ext>
            </a:extLst>
          </p:cNvPr>
          <p:cNvSpPr/>
          <p:nvPr userDrawn="1"/>
        </p:nvSpPr>
        <p:spPr>
          <a:xfrm rot="1461033">
            <a:off x="3755140" y="-356669"/>
            <a:ext cx="8532557" cy="71422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AC81769-B89F-4E89-861C-F83015CD9903}"/>
              </a:ext>
            </a:extLst>
          </p:cNvPr>
          <p:cNvSpPr/>
          <p:nvPr userDrawn="1"/>
        </p:nvSpPr>
        <p:spPr>
          <a:xfrm rot="1461033">
            <a:off x="3562706" y="-1820090"/>
            <a:ext cx="11744819" cy="9312052"/>
          </a:xfrm>
          <a:prstGeom prst="roundRect">
            <a:avLst>
              <a:gd name="adj" fmla="val 1913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D1FB5B0-3B9E-4611-A71F-3300E7CCFBA9}"/>
              </a:ext>
            </a:extLst>
          </p:cNvPr>
          <p:cNvSpPr/>
          <p:nvPr userDrawn="1"/>
        </p:nvSpPr>
        <p:spPr>
          <a:xfrm rot="1461033">
            <a:off x="8771527" y="-353675"/>
            <a:ext cx="5695918" cy="4867429"/>
          </a:xfrm>
          <a:prstGeom prst="roundRect">
            <a:avLst>
              <a:gd name="adj" fmla="val 3890"/>
            </a:avLst>
          </a:pr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9182188C-C240-44CD-AC8B-4343170F8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5725" y="1220398"/>
            <a:ext cx="3905250" cy="2646878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6600" b="1" i="0" kern="1200" noProof="0">
                <a:gradFill flip="none" rotWithShape="1">
                  <a:gsLst>
                    <a:gs pos="0">
                      <a:schemeClr val="accent3"/>
                    </a:gs>
                    <a:gs pos="100000">
                      <a:srgbClr val="8160EB"/>
                    </a:gs>
                    <a:gs pos="64000">
                      <a:schemeClr val="accent4"/>
                    </a:gs>
                  </a:gsLst>
                  <a:lin ang="54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6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66DDD5"/>
                    </a:gs>
                    <a:gs pos="100000">
                      <a:srgbClr val="8160EB"/>
                    </a:gs>
                    <a:gs pos="64000">
                      <a:srgbClr val="0081E1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600" b="1" i="1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66DDD5"/>
                  </a:gs>
                  <a:gs pos="100000">
                    <a:srgbClr val="8160EB"/>
                  </a:gs>
                  <a:gs pos="64000">
                    <a:srgbClr val="0081E1"/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BB746B37-BF8F-4C5B-9A06-C9F4C11830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62237" y="3727855"/>
            <a:ext cx="6867526" cy="1107996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6600" b="1" kern="1200" noProof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f-ZA" altLang="zh-CN" sz="6600" b="1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008637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hlinkClick r:id="" action="ppaction://noaction"/>
            <a:extLst>
              <a:ext uri="{FF2B5EF4-FFF2-40B4-BE49-F238E27FC236}">
                <a16:creationId xmlns:a16="http://schemas.microsoft.com/office/drawing/2014/main" id="{482E827E-84EC-6E36-FA77-8791F50907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04" t="2131"/>
          <a:stretch/>
        </p:blipFill>
        <p:spPr>
          <a:xfrm>
            <a:off x="-1" y="-1"/>
            <a:ext cx="1275483" cy="804442"/>
          </a:xfrm>
          <a:prstGeom prst="rect">
            <a:avLst/>
          </a:prstGeom>
        </p:spPr>
      </p:pic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F6E37FC-FB6B-AF19-9001-539462C9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1226" y="6283338"/>
            <a:ext cx="2743200" cy="461665"/>
          </a:xfrm>
        </p:spPr>
        <p:txBody>
          <a:bodyPr/>
          <a:lstStyle>
            <a:lvl1pPr>
              <a:defRPr kumimoji="0" lang="zh-CN" altLang="en-US" sz="2400" b="1" i="0" u="none" strike="noStrike" kern="1200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fld id="{A86B3AB6-3DCE-4D14-AA80-0D566E9A0DB8}" type="slidenum">
              <a:rPr lang="en-US" altLang="zh-CN" smtClean="0"/>
              <a:pPr/>
              <a:t>‹#›</a:t>
            </a:fld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647B0E-1A9D-27D0-0971-D7BECFCF8F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810" y="146608"/>
            <a:ext cx="2290030" cy="734033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577468E-4EF5-D8B2-9E43-C91B9E4182A8}"/>
              </a:ext>
            </a:extLst>
          </p:cNvPr>
          <p:cNvCxnSpPr/>
          <p:nvPr userDrawn="1"/>
        </p:nvCxnSpPr>
        <p:spPr>
          <a:xfrm>
            <a:off x="600807" y="973016"/>
            <a:ext cx="10990385" cy="0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728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custGeom>
            <a:avLst/>
            <a:gdLst>
              <a:gd name="connsiteX0" fmla="*/ 0 w 5772470"/>
              <a:gd name="connsiteY0" fmla="*/ 1695879 h 6535941"/>
              <a:gd name="connsiteX1" fmla="*/ 3542860 w 5772470"/>
              <a:gd name="connsiteY1" fmla="*/ 0 h 6535941"/>
              <a:gd name="connsiteX2" fmla="*/ 5243255 w 5772470"/>
              <a:gd name="connsiteY2" fmla="*/ 0 h 6535941"/>
              <a:gd name="connsiteX3" fmla="*/ 5772470 w 5772470"/>
              <a:gd name="connsiteY3" fmla="*/ 529215 h 6535941"/>
              <a:gd name="connsiteX4" fmla="*/ 5772470 w 5772470"/>
              <a:gd name="connsiteY4" fmla="*/ 6006726 h 6535941"/>
              <a:gd name="connsiteX5" fmla="*/ 5243255 w 5772470"/>
              <a:gd name="connsiteY5" fmla="*/ 6535941 h 6535941"/>
              <a:gd name="connsiteX6" fmla="*/ 2316817 w 5772470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72470" h="6535941">
                <a:moveTo>
                  <a:pt x="0" y="1695879"/>
                </a:moveTo>
                <a:lnTo>
                  <a:pt x="3542860" y="0"/>
                </a:lnTo>
                <a:lnTo>
                  <a:pt x="5243255" y="0"/>
                </a:lnTo>
                <a:cubicBezTo>
                  <a:pt x="5535532" y="0"/>
                  <a:pt x="5772470" y="236938"/>
                  <a:pt x="5772470" y="529215"/>
                </a:cubicBezTo>
                <a:lnTo>
                  <a:pt x="5772470" y="6006726"/>
                </a:lnTo>
                <a:cubicBezTo>
                  <a:pt x="5772470" y="6299003"/>
                  <a:pt x="5535532" y="6535941"/>
                  <a:pt x="5243255" y="6535941"/>
                </a:cubicBezTo>
                <a:lnTo>
                  <a:pt x="2316817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custGeom>
            <a:avLst/>
            <a:gdLst>
              <a:gd name="connsiteX0" fmla="*/ 0 w 10630047"/>
              <a:gd name="connsiteY0" fmla="*/ 1737887 h 6535942"/>
              <a:gd name="connsiteX1" fmla="*/ 3630618 w 10630047"/>
              <a:gd name="connsiteY1" fmla="*/ 0 h 6535942"/>
              <a:gd name="connsiteX2" fmla="*/ 8594363 w 10630047"/>
              <a:gd name="connsiteY2" fmla="*/ 0 h 6535942"/>
              <a:gd name="connsiteX3" fmla="*/ 10630047 w 10630047"/>
              <a:gd name="connsiteY3" fmla="*/ 4252746 h 6535942"/>
              <a:gd name="connsiteX4" fmla="*/ 5860227 w 10630047"/>
              <a:gd name="connsiteY4" fmla="*/ 6535941 h 6535942"/>
              <a:gd name="connsiteX5" fmla="*/ 529216 w 10630047"/>
              <a:gd name="connsiteY5" fmla="*/ 6535942 h 6535942"/>
              <a:gd name="connsiteX6" fmla="*/ 0 w 10630047"/>
              <a:gd name="connsiteY6" fmla="*/ 6006726 h 65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30047" h="6535942">
                <a:moveTo>
                  <a:pt x="0" y="1737887"/>
                </a:moveTo>
                <a:lnTo>
                  <a:pt x="3630618" y="0"/>
                </a:lnTo>
                <a:lnTo>
                  <a:pt x="8594363" y="0"/>
                </a:lnTo>
                <a:lnTo>
                  <a:pt x="10630047" y="4252746"/>
                </a:lnTo>
                <a:lnTo>
                  <a:pt x="5860227" y="6535941"/>
                </a:lnTo>
                <a:lnTo>
                  <a:pt x="529216" y="6535942"/>
                </a:lnTo>
                <a:cubicBezTo>
                  <a:pt x="236938" y="6535941"/>
                  <a:pt x="0" y="6299003"/>
                  <a:pt x="0" y="60067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03979" y="-2037486"/>
            <a:ext cx="11079226" cy="6878693"/>
          </a:xfrm>
          <a:custGeom>
            <a:avLst/>
            <a:gdLst>
              <a:gd name="connsiteX0" fmla="*/ 0 w 11079226"/>
              <a:gd name="connsiteY0" fmla="*/ 4535048 h 6878693"/>
              <a:gd name="connsiteX1" fmla="*/ 9474166 w 11079226"/>
              <a:gd name="connsiteY1" fmla="*/ 0 h 6878693"/>
              <a:gd name="connsiteX2" fmla="*/ 11079226 w 11079226"/>
              <a:gd name="connsiteY2" fmla="*/ 3353130 h 6878693"/>
              <a:gd name="connsiteX3" fmla="*/ 11079226 w 11079226"/>
              <a:gd name="connsiteY3" fmla="*/ 6257922 h 6878693"/>
              <a:gd name="connsiteX4" fmla="*/ 10458455 w 11079226"/>
              <a:gd name="connsiteY4" fmla="*/ 6878693 h 6878693"/>
              <a:gd name="connsiteX5" fmla="*/ 620771 w 11079226"/>
              <a:gd name="connsiteY5" fmla="*/ 6878693 h 6878693"/>
              <a:gd name="connsiteX6" fmla="*/ 0 w 11079226"/>
              <a:gd name="connsiteY6" fmla="*/ 6257922 h 68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79226" h="6878693">
                <a:moveTo>
                  <a:pt x="0" y="4535048"/>
                </a:moveTo>
                <a:lnTo>
                  <a:pt x="9474166" y="0"/>
                </a:lnTo>
                <a:lnTo>
                  <a:pt x="11079226" y="3353130"/>
                </a:lnTo>
                <a:lnTo>
                  <a:pt x="11079226" y="6257922"/>
                </a:lnTo>
                <a:cubicBezTo>
                  <a:pt x="11079226" y="6600764"/>
                  <a:pt x="10801297" y="6878693"/>
                  <a:pt x="10458455" y="6878693"/>
                </a:cubicBezTo>
                <a:lnTo>
                  <a:pt x="620771" y="6878693"/>
                </a:lnTo>
                <a:cubicBezTo>
                  <a:pt x="277929" y="6878693"/>
                  <a:pt x="0" y="6600764"/>
                  <a:pt x="0" y="62579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56CF7EF-AC1E-4956-A4A7-E7537704A387}"/>
              </a:ext>
            </a:extLst>
          </p:cNvPr>
          <p:cNvCxnSpPr>
            <a:cxnSpLocks/>
          </p:cNvCxnSpPr>
          <p:nvPr userDrawn="1"/>
        </p:nvCxnSpPr>
        <p:spPr>
          <a:xfrm>
            <a:off x="4198256" y="3132571"/>
            <a:ext cx="663487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57829" y="1181635"/>
            <a:ext cx="9043085" cy="1862048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1500" b="1" kern="1200" noProof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3019" y="3309407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30846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AA1079-13FF-4C87-97F3-24088AD1C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036A60-4E67-4902-B74C-AA0C45D55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28C8D7-6EA4-469A-A4C7-860236012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E52F5-D62D-45C7-809C-F9AE87C71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C3F597-31A6-43D0-8A44-5F340D315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3AB6-3DCE-4D14-AA80-0D566E9A0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172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55" r:id="rId3"/>
    <p:sldLayoutId id="2147483656" r:id="rId4"/>
    <p:sldLayoutId id="2147483668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AA1079-13FF-4C87-97F3-24088AD1C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036A60-4E67-4902-B74C-AA0C45D55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28C8D7-6EA4-469A-A4C7-860236012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E52F5-D62D-45C7-809C-F9AE87C71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C3F597-31A6-43D0-8A44-5F340D315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3AB6-3DCE-4D14-AA80-0D566E9A0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67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27037C7-0C6C-47C2-A50D-7532CF72FB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1299" y="4619751"/>
            <a:ext cx="3924300" cy="523220"/>
          </a:xfrm>
        </p:spPr>
        <p:txBody>
          <a:bodyPr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主控：姚夏臻</a:t>
            </a:r>
            <a:endParaRPr lang="af-ZA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CEDABD5B-D36C-8260-A0AF-EB2A9AA2C90B}"/>
              </a:ext>
            </a:extLst>
          </p:cNvPr>
          <p:cNvCxnSpPr>
            <a:cxnSpLocks/>
          </p:cNvCxnSpPr>
          <p:nvPr/>
        </p:nvCxnSpPr>
        <p:spPr>
          <a:xfrm>
            <a:off x="4297840" y="2439416"/>
            <a:ext cx="6634879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EAB30A5F-93AD-2172-30E8-9CF776D682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1" t="573" r="14319" b="40227"/>
          <a:stretch/>
        </p:blipFill>
        <p:spPr>
          <a:xfrm>
            <a:off x="1404671" y="500888"/>
            <a:ext cx="2121408" cy="2121408"/>
          </a:xfrm>
          <a:prstGeom prst="ellipse">
            <a:avLst/>
          </a:prstGeom>
        </p:spPr>
      </p:pic>
      <p:sp>
        <p:nvSpPr>
          <p:cNvPr id="9" name="文本占位符 3">
            <a:extLst>
              <a:ext uri="{FF2B5EF4-FFF2-40B4-BE49-F238E27FC236}">
                <a16:creationId xmlns:a16="http://schemas.microsoft.com/office/drawing/2014/main" id="{A8B0DA8A-B822-43EF-B9BA-1D0BA408D1DC}"/>
              </a:ext>
            </a:extLst>
          </p:cNvPr>
          <p:cNvSpPr txBox="1">
            <a:spLocks/>
          </p:cNvSpPr>
          <p:nvPr/>
        </p:nvSpPr>
        <p:spPr>
          <a:xfrm>
            <a:off x="3070932" y="1376681"/>
            <a:ext cx="9377680" cy="101566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15.Wet Scroll</a:t>
            </a:r>
          </a:p>
        </p:txBody>
      </p:sp>
      <p:sp>
        <p:nvSpPr>
          <p:cNvPr id="11" name="文本占位符 6">
            <a:extLst>
              <a:ext uri="{FF2B5EF4-FFF2-40B4-BE49-F238E27FC236}">
                <a16:creationId xmlns:a16="http://schemas.microsoft.com/office/drawing/2014/main" id="{B2B86CEB-329B-48D6-AEC1-159C168459DF}"/>
              </a:ext>
            </a:extLst>
          </p:cNvPr>
          <p:cNvSpPr txBox="1">
            <a:spLocks/>
          </p:cNvSpPr>
          <p:nvPr/>
        </p:nvSpPr>
        <p:spPr>
          <a:xfrm>
            <a:off x="3822286" y="3033796"/>
            <a:ext cx="7874973" cy="52322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队员：李雅馨、姚夏臻、赵恩泽、张梓阳、学生</a:t>
            </a:r>
          </a:p>
        </p:txBody>
      </p:sp>
    </p:spTree>
    <p:extLst>
      <p:ext uri="{BB962C8B-B14F-4D97-AF65-F5344CB8AC3E}">
        <p14:creationId xmlns:p14="http://schemas.microsoft.com/office/powerpoint/2010/main" val="1696830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E49EE41-094F-F273-FACE-3C6439F9DC8E}"/>
              </a:ext>
            </a:extLst>
          </p:cNvPr>
          <p:cNvGrpSpPr/>
          <p:nvPr/>
        </p:nvGrpSpPr>
        <p:grpSpPr>
          <a:xfrm>
            <a:off x="3697074" y="1200432"/>
            <a:ext cx="5561336" cy="635077"/>
            <a:chOff x="6096000" y="1080475"/>
            <a:chExt cx="5154584" cy="464516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7BD29E90-A49C-9999-D51B-115CD3730DAC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: 圆角 6">
              <a:hlinkClick r:id="rId2" action="ppaction://hlinksldjump"/>
              <a:extLst>
                <a:ext uri="{FF2B5EF4-FFF2-40B4-BE49-F238E27FC236}">
                  <a16:creationId xmlns:a16="http://schemas.microsoft.com/office/drawing/2014/main" id="{C34F86C8-F46B-6BDC-F8A6-0F7A2ABE655C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题目</a:t>
              </a:r>
              <a:r>
                <a:rPr lang="zh-CN" altLang="en-US" sz="2800" b="1" dirty="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825198D-9FCF-6CE3-F25C-9AD9F6D184FB}"/>
              </a:ext>
            </a:extLst>
          </p:cNvPr>
          <p:cNvGrpSpPr/>
          <p:nvPr/>
        </p:nvGrpSpPr>
        <p:grpSpPr>
          <a:xfrm>
            <a:off x="3697074" y="2068064"/>
            <a:ext cx="5561336" cy="635077"/>
            <a:chOff x="6096000" y="1080475"/>
            <a:chExt cx="5154584" cy="464516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EE782F4-4AB2-73DB-8D8F-B0141FFBBA62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矩形: 圆角 12">
              <a:hlinkClick r:id="rId2" action="ppaction://hlinksldjump"/>
              <a:extLst>
                <a:ext uri="{FF2B5EF4-FFF2-40B4-BE49-F238E27FC236}">
                  <a16:creationId xmlns:a16="http://schemas.microsoft.com/office/drawing/2014/main" id="{BF5A0F46-D6BB-7191-6174-377D9707ADFB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正反方讨论焦点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AEE29B7-DCBF-FCFD-F07D-BA7CB1EE0444}"/>
              </a:ext>
            </a:extLst>
          </p:cNvPr>
          <p:cNvGrpSpPr/>
          <p:nvPr/>
        </p:nvGrpSpPr>
        <p:grpSpPr>
          <a:xfrm>
            <a:off x="3697074" y="2935696"/>
            <a:ext cx="5561336" cy="635077"/>
            <a:chOff x="6096000" y="1080475"/>
            <a:chExt cx="5154584" cy="464516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4FED1A7-1F9F-6439-CBA2-965E2F598F52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3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: 圆角 15">
              <a:hlinkClick r:id="rId2" action="ppaction://hlinksldjump"/>
              <a:extLst>
                <a:ext uri="{FF2B5EF4-FFF2-40B4-BE49-F238E27FC236}">
                  <a16:creationId xmlns:a16="http://schemas.microsoft.com/office/drawing/2014/main" id="{B632D31C-C1B5-F9F0-D06C-0AF441C988D0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正方</a:t>
              </a:r>
              <a:r>
                <a:rPr lang="zh-CN" altLang="en-US" sz="2800" b="1" dirty="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优缺点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4515405-B345-00C2-4B75-84A61A4AE79A}"/>
              </a:ext>
            </a:extLst>
          </p:cNvPr>
          <p:cNvGrpSpPr/>
          <p:nvPr/>
        </p:nvGrpSpPr>
        <p:grpSpPr>
          <a:xfrm>
            <a:off x="3700159" y="3802714"/>
            <a:ext cx="5561336" cy="635077"/>
            <a:chOff x="6096000" y="1080475"/>
            <a:chExt cx="5154584" cy="464516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28363245-66FA-79CC-37BA-7F12C86BFF2C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4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矩形: 圆角 21">
              <a:hlinkClick r:id="rId2" action="ppaction://hlinksldjump"/>
              <a:extLst>
                <a:ext uri="{FF2B5EF4-FFF2-40B4-BE49-F238E27FC236}">
                  <a16:creationId xmlns:a16="http://schemas.microsoft.com/office/drawing/2014/main" id="{808014F2-75FE-1141-F69E-354669FFE834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反方优缺点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9A179A3-8531-C976-0AA0-BBEB0887AA1B}"/>
              </a:ext>
            </a:extLst>
          </p:cNvPr>
          <p:cNvGrpSpPr/>
          <p:nvPr/>
        </p:nvGrpSpPr>
        <p:grpSpPr>
          <a:xfrm>
            <a:off x="3697074" y="4671031"/>
            <a:ext cx="5561336" cy="635077"/>
            <a:chOff x="6096000" y="1080475"/>
            <a:chExt cx="5154584" cy="464516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70C2C75-8CA7-C451-D301-4A310518353C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5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矩形: 圆角 24">
              <a:hlinkClick r:id="rId2" action="ppaction://hlinksldjump"/>
              <a:extLst>
                <a:ext uri="{FF2B5EF4-FFF2-40B4-BE49-F238E27FC236}">
                  <a16:creationId xmlns:a16="http://schemas.microsoft.com/office/drawing/2014/main" id="{19683FA7-2966-7FA8-84D5-CE6C4C3A0614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对题目发展建议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7554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题目重述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2844423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765D353-43D5-ACD4-8EFE-7CBE87131300}"/>
              </a:ext>
            </a:extLst>
          </p:cNvPr>
          <p:cNvSpPr txBox="1"/>
          <p:nvPr/>
        </p:nvSpPr>
        <p:spPr>
          <a:xfrm>
            <a:off x="6287074" y="1133019"/>
            <a:ext cx="4751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关键词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7" y="252230"/>
            <a:ext cx="2007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题目回顾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B047B3B-77C0-07AA-0AF9-A5231247DFCF}"/>
              </a:ext>
            </a:extLst>
          </p:cNvPr>
          <p:cNvCxnSpPr/>
          <p:nvPr/>
        </p:nvCxnSpPr>
        <p:spPr>
          <a:xfrm>
            <a:off x="5904927" y="1089720"/>
            <a:ext cx="0" cy="5399857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99E5253C-E9CE-DBE8-D0C0-83B1F6415297}"/>
              </a:ext>
            </a:extLst>
          </p:cNvPr>
          <p:cNvSpPr/>
          <p:nvPr/>
        </p:nvSpPr>
        <p:spPr>
          <a:xfrm>
            <a:off x="127271" y="6055547"/>
            <a:ext cx="5811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7304F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Ref: Preparation to the Young Physicists’ Tournaments’ 2024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7304F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BDC930-3EF1-4FD0-81C1-D1EF5ECBFD3A}"/>
              </a:ext>
            </a:extLst>
          </p:cNvPr>
          <p:cNvSpPr txBox="1"/>
          <p:nvPr/>
        </p:nvSpPr>
        <p:spPr>
          <a:xfrm>
            <a:off x="488021" y="1273006"/>
            <a:ext cx="5340908" cy="4349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Gently place a piece of 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tracing paper </a:t>
            </a:r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on the surface of 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water</a:t>
            </a:r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 It rapidly 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curls</a:t>
            </a:r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into a scroll and then slowly 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uncurls</a:t>
            </a:r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 Explain and investigate this phenomenon.</a:t>
            </a:r>
          </a:p>
          <a:p>
            <a:pPr algn="just">
              <a:lnSpc>
                <a:spcPct val="120000"/>
              </a:lnSpc>
            </a:pPr>
            <a:endParaRPr lang="en-US" altLang="zh-CN" sz="2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将一张</a:t>
            </a:r>
            <a:r>
              <a:rPr lang="zh-CN" altLang="en-US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描图纸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轻轻地放在</a:t>
            </a:r>
            <a:r>
              <a:rPr lang="zh-CN" altLang="en-US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水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面上。它会迅速</a:t>
            </a:r>
            <a:r>
              <a:rPr lang="zh-CN" altLang="en-US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卷曲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成一纸卷，然后慢慢</a:t>
            </a:r>
            <a:r>
              <a:rPr lang="zh-CN" altLang="en-US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展开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。解释并研究这个现象。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7A7E86C-834A-46FF-B525-7E1185EDD659}"/>
              </a:ext>
            </a:extLst>
          </p:cNvPr>
          <p:cNvGrpSpPr/>
          <p:nvPr/>
        </p:nvGrpSpPr>
        <p:grpSpPr>
          <a:xfrm>
            <a:off x="6351511" y="2131144"/>
            <a:ext cx="4949762" cy="1107996"/>
            <a:chOff x="6351511" y="1782756"/>
            <a:chExt cx="4949762" cy="1107996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4FF4CA3-A499-4532-803E-02CA308EC07C}"/>
                </a:ext>
              </a:extLst>
            </p:cNvPr>
            <p:cNvSpPr txBox="1"/>
            <p:nvPr/>
          </p:nvSpPr>
          <p:spPr>
            <a:xfrm>
              <a:off x="7223708" y="1782756"/>
              <a:ext cx="4077565" cy="1107996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“tracing paper” ,“water ”</a:t>
              </a:r>
            </a:p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研究对象：描图纸、水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D5F4CE63-0B46-450D-AAB6-329B0A28F218}"/>
                </a:ext>
              </a:extLst>
            </p:cNvPr>
            <p:cNvSpPr/>
            <p:nvPr/>
          </p:nvSpPr>
          <p:spPr>
            <a:xfrm>
              <a:off x="6351511" y="1955094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AB4701A-A297-4207-8563-B8F1CD79FBE5}"/>
              </a:ext>
            </a:extLst>
          </p:cNvPr>
          <p:cNvGrpSpPr/>
          <p:nvPr/>
        </p:nvGrpSpPr>
        <p:grpSpPr>
          <a:xfrm>
            <a:off x="6351511" y="3940425"/>
            <a:ext cx="4949762" cy="892552"/>
            <a:chOff x="6351511" y="1828411"/>
            <a:chExt cx="4949762" cy="892552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2443C99-8E8A-4D5A-B754-8457651889A6}"/>
                </a:ext>
              </a:extLst>
            </p:cNvPr>
            <p:cNvSpPr txBox="1"/>
            <p:nvPr/>
          </p:nvSpPr>
          <p:spPr>
            <a:xfrm>
              <a:off x="7223708" y="1828411"/>
              <a:ext cx="4077565" cy="892552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“curl” “uncurl”</a:t>
              </a:r>
            </a:p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现象：卷曲、展开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A8CD2164-AB71-45BE-83B5-ADFCA2523C5B}"/>
                </a:ext>
              </a:extLst>
            </p:cNvPr>
            <p:cNvSpPr/>
            <p:nvPr/>
          </p:nvSpPr>
          <p:spPr>
            <a:xfrm>
              <a:off x="6351511" y="1955094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5135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正方思路回顾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80B58C9-BE6B-D3DD-0B1D-05E5DDDCEDB6}"/>
              </a:ext>
            </a:extLst>
          </p:cNvPr>
          <p:cNvGrpSpPr/>
          <p:nvPr/>
        </p:nvGrpSpPr>
        <p:grpSpPr>
          <a:xfrm>
            <a:off x="587886" y="1196283"/>
            <a:ext cx="10199289" cy="1230494"/>
            <a:chOff x="486288" y="1196283"/>
            <a:chExt cx="10199289" cy="1230494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96283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35970" y="1291723"/>
              <a:ext cx="9149607" cy="1135054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初步分析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关键词：轻轻的、迅速卷成卷轴、慢慢展开</a:t>
              </a: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	       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认为纸张卷曲和展开的行为与含水量有关</a:t>
              </a: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1BDEC63-9F41-3391-F6C3-638187908986}"/>
              </a:ext>
            </a:extLst>
          </p:cNvPr>
          <p:cNvGrpSpPr/>
          <p:nvPr/>
        </p:nvGrpSpPr>
        <p:grpSpPr>
          <a:xfrm>
            <a:off x="587886" y="2981155"/>
            <a:ext cx="10199290" cy="1198829"/>
            <a:chOff x="486288" y="2575835"/>
            <a:chExt cx="10199290" cy="1198829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31B7EA3-9FAF-DA58-7453-89DCF06CB9D7}"/>
                </a:ext>
              </a:extLst>
            </p:cNvPr>
            <p:cNvSpPr/>
            <p:nvPr/>
          </p:nvSpPr>
          <p:spPr>
            <a:xfrm>
              <a:off x="486288" y="2575835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039FA42-92D0-7E9B-E177-1FDD5FFD41F5}"/>
                </a:ext>
              </a:extLst>
            </p:cNvPr>
            <p:cNvSpPr txBox="1"/>
            <p:nvPr/>
          </p:nvSpPr>
          <p:spPr>
            <a:xfrm>
              <a:off x="1509204" y="2643585"/>
              <a:ext cx="9176374" cy="1131079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预实验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：认为用轻型框架释放随水扰动最少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	  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认为长宽比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的矩形纸张最合适</a:t>
              </a: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B8445C5-CB1A-4292-4E7F-D79826DE9C69}"/>
              </a:ext>
            </a:extLst>
          </p:cNvPr>
          <p:cNvGrpSpPr/>
          <p:nvPr/>
        </p:nvGrpSpPr>
        <p:grpSpPr>
          <a:xfrm>
            <a:off x="587886" y="4558603"/>
            <a:ext cx="10163682" cy="2243050"/>
            <a:chOff x="486288" y="3992546"/>
            <a:chExt cx="9821787" cy="2243050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D2DDF41B-A65F-0639-1366-1956A4B16445}"/>
                </a:ext>
              </a:extLst>
            </p:cNvPr>
            <p:cNvSpPr/>
            <p:nvPr/>
          </p:nvSpPr>
          <p:spPr>
            <a:xfrm>
              <a:off x="486288" y="4199970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383BFD5-D483-64BF-FCE4-5A614B005B08}"/>
                </a:ext>
              </a:extLst>
            </p:cNvPr>
            <p:cNvSpPr txBox="1"/>
            <p:nvPr/>
          </p:nvSpPr>
          <p:spPr>
            <a:xfrm>
              <a:off x="1474794" y="3992546"/>
              <a:ext cx="8833281" cy="2243050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理论分析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把过程分成延迟阶段、卷曲阶段、舒展阶段</a:t>
              </a: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	       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把纸分为两个部分 纤维和孔隙</a:t>
              </a: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	       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纤维考虑扩散和对流；孔隙考虑渗流，并建立方程</a:t>
              </a: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通过应力应变分析进行流固耦合，得到不同阶段的曲率及速度  </a:t>
              </a: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5995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正方思路回顾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4A7D3FA-27EC-CA73-B5BF-4AFB67F591DE}"/>
              </a:ext>
            </a:extLst>
          </p:cNvPr>
          <p:cNvGrpSpPr/>
          <p:nvPr/>
        </p:nvGrpSpPr>
        <p:grpSpPr>
          <a:xfrm>
            <a:off x="486288" y="1174512"/>
            <a:ext cx="10877129" cy="1768879"/>
            <a:chOff x="486288" y="1174512"/>
            <a:chExt cx="10877129" cy="1768879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74512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84731" y="1254339"/>
              <a:ext cx="9778686" cy="1689052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正式实验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测量卷曲用时随纸张厚度的变化</a:t>
              </a: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	       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测量曲率随时间的演化</a:t>
              </a: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	       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研究不同温度下的湿纸卷演化状态的区别</a:t>
              </a: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9014017A-663D-AB88-B2D2-4BFBF6E8A4F4}"/>
              </a:ext>
            </a:extLst>
          </p:cNvPr>
          <p:cNvGrpSpPr/>
          <p:nvPr/>
        </p:nvGrpSpPr>
        <p:grpSpPr>
          <a:xfrm>
            <a:off x="486288" y="3150389"/>
            <a:ext cx="10877129" cy="720000"/>
            <a:chOff x="486288" y="3772932"/>
            <a:chExt cx="10877129" cy="720000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31B7EA3-9FAF-DA58-7453-89DCF06CB9D7}"/>
                </a:ext>
              </a:extLst>
            </p:cNvPr>
            <p:cNvSpPr/>
            <p:nvPr/>
          </p:nvSpPr>
          <p:spPr>
            <a:xfrm>
              <a:off x="486288" y="3772932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039FA42-92D0-7E9B-E177-1FDD5FFD41F5}"/>
                </a:ext>
              </a:extLst>
            </p:cNvPr>
            <p:cNvSpPr txBox="1"/>
            <p:nvPr/>
          </p:nvSpPr>
          <p:spPr>
            <a:xfrm>
              <a:off x="1584731" y="3877087"/>
              <a:ext cx="9778686" cy="577081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误差分析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无</a:t>
              </a: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8AE289F-FA54-47A5-2F53-2D72FCDDF411}"/>
              </a:ext>
            </a:extLst>
          </p:cNvPr>
          <p:cNvGrpSpPr/>
          <p:nvPr/>
        </p:nvGrpSpPr>
        <p:grpSpPr>
          <a:xfrm>
            <a:off x="539003" y="5126267"/>
            <a:ext cx="10838786" cy="720000"/>
            <a:chOff x="486288" y="5923338"/>
            <a:chExt cx="10838786" cy="720000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D2DDF41B-A65F-0639-1366-1956A4B16445}"/>
                </a:ext>
              </a:extLst>
            </p:cNvPr>
            <p:cNvSpPr/>
            <p:nvPr/>
          </p:nvSpPr>
          <p:spPr>
            <a:xfrm>
              <a:off x="486288" y="5923338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383BFD5-D483-64BF-FCE4-5A614B005B08}"/>
                </a:ext>
              </a:extLst>
            </p:cNvPr>
            <p:cNvSpPr txBox="1"/>
            <p:nvPr/>
          </p:nvSpPr>
          <p:spPr>
            <a:xfrm>
              <a:off x="1546388" y="6034750"/>
              <a:ext cx="9778686" cy="577081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未来展望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无</a:t>
              </a: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6882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2662237" y="3727855"/>
            <a:ext cx="6867526" cy="2123658"/>
          </a:xfrm>
        </p:spPr>
        <p:txBody>
          <a:bodyPr>
            <a:spAutoFit/>
          </a:bodyPr>
          <a:lstStyle/>
          <a:p>
            <a:r>
              <a:rPr lang="zh-CN" altLang="en-US" sz="66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正反方讨论焦点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867898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3874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正反方讨论焦点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2DDF41B-A65F-0639-1366-1956A4B16445}"/>
              </a:ext>
            </a:extLst>
          </p:cNvPr>
          <p:cNvSpPr/>
          <p:nvPr/>
        </p:nvSpPr>
        <p:spPr>
          <a:xfrm>
            <a:off x="615211" y="1116139"/>
            <a:ext cx="549399" cy="5586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623BA4-460E-902A-F3CE-154A4CBB0B39}"/>
              </a:ext>
            </a:extLst>
          </p:cNvPr>
          <p:cNvSpPr txBox="1"/>
          <p:nvPr/>
        </p:nvSpPr>
        <p:spPr>
          <a:xfrm>
            <a:off x="1183691" y="1004145"/>
            <a:ext cx="7917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固体应变的类型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193620-3BCC-C0CA-C374-2A69482FAEE8}"/>
              </a:ext>
            </a:extLst>
          </p:cNvPr>
          <p:cNvSpPr/>
          <p:nvPr/>
        </p:nvSpPr>
        <p:spPr>
          <a:xfrm>
            <a:off x="1313537" y="1736090"/>
            <a:ext cx="1695129" cy="504190"/>
          </a:xfrm>
          <a:prstGeom prst="rect">
            <a:avLst/>
          </a:prstGeom>
          <a:noFill/>
          <a:ln w="28575">
            <a:solidFill>
              <a:srgbClr val="04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正方观点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1BB4A7-688A-DFE5-F59D-02299803FD46}"/>
              </a:ext>
            </a:extLst>
          </p:cNvPr>
          <p:cNvSpPr/>
          <p:nvPr/>
        </p:nvSpPr>
        <p:spPr>
          <a:xfrm>
            <a:off x="1313537" y="2383790"/>
            <a:ext cx="1695129" cy="504190"/>
          </a:xfrm>
          <a:prstGeom prst="rect">
            <a:avLst/>
          </a:prstGeom>
          <a:noFill/>
          <a:ln w="28575">
            <a:solidFill>
              <a:srgbClr val="0B7E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反方观点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A0E4923-3C0B-4FDD-AEEB-39DBBC39B475}"/>
              </a:ext>
            </a:extLst>
          </p:cNvPr>
          <p:cNvSpPr/>
          <p:nvPr/>
        </p:nvSpPr>
        <p:spPr>
          <a:xfrm>
            <a:off x="1313537" y="3031490"/>
            <a:ext cx="1695129" cy="504190"/>
          </a:xfrm>
          <a:prstGeom prst="rect">
            <a:avLst/>
          </a:prstGeom>
          <a:noFill/>
          <a:ln w="28575">
            <a:solidFill>
              <a:srgbClr val="02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我方观点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7A86EC5-D591-54FD-D5DE-56C288F6029F}"/>
              </a:ext>
            </a:extLst>
          </p:cNvPr>
          <p:cNvSpPr txBox="1"/>
          <p:nvPr/>
        </p:nvSpPr>
        <p:spPr>
          <a:xfrm>
            <a:off x="3221102" y="1732280"/>
            <a:ext cx="839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从能量角度考虑，影响不大，不予区分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C5CA0D-FFE6-618D-4AD5-78573373AC25}"/>
              </a:ext>
            </a:extLst>
          </p:cNvPr>
          <p:cNvSpPr txBox="1"/>
          <p:nvPr/>
        </p:nvSpPr>
        <p:spPr>
          <a:xfrm>
            <a:off x="3221102" y="2406650"/>
            <a:ext cx="839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二者相差很大，需要做明确区分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954C1E-BAB5-6FE5-7959-5822D921B0E6}"/>
              </a:ext>
            </a:extLst>
          </p:cNvPr>
          <p:cNvSpPr txBox="1"/>
          <p:nvPr/>
        </p:nvSpPr>
        <p:spPr>
          <a:xfrm>
            <a:off x="3221102" y="3009533"/>
            <a:ext cx="839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支持反方，理论分析的前提需要明确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0B1AB2E-26F4-48BA-4D0E-7514A531B8CB}"/>
              </a:ext>
            </a:extLst>
          </p:cNvPr>
          <p:cNvSpPr/>
          <p:nvPr/>
        </p:nvSpPr>
        <p:spPr>
          <a:xfrm>
            <a:off x="567775" y="3929569"/>
            <a:ext cx="549399" cy="5586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73A5BB8-2C26-F8FB-B2E7-1416DCB17F3F}"/>
              </a:ext>
            </a:extLst>
          </p:cNvPr>
          <p:cNvSpPr txBox="1"/>
          <p:nvPr/>
        </p:nvSpPr>
        <p:spPr>
          <a:xfrm>
            <a:off x="1136255" y="3817575"/>
            <a:ext cx="7917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水传递的毛细现象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15C31DF-CDA0-3950-C828-D2F452C99730}"/>
              </a:ext>
            </a:extLst>
          </p:cNvPr>
          <p:cNvSpPr/>
          <p:nvPr/>
        </p:nvSpPr>
        <p:spPr>
          <a:xfrm>
            <a:off x="1266101" y="4549520"/>
            <a:ext cx="1695129" cy="504190"/>
          </a:xfrm>
          <a:prstGeom prst="rect">
            <a:avLst/>
          </a:prstGeom>
          <a:noFill/>
          <a:ln w="28575">
            <a:solidFill>
              <a:srgbClr val="04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正方观点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BAF40CD-40F6-F94D-8EDF-C3C0F3E952A4}"/>
              </a:ext>
            </a:extLst>
          </p:cNvPr>
          <p:cNvSpPr/>
          <p:nvPr/>
        </p:nvSpPr>
        <p:spPr>
          <a:xfrm>
            <a:off x="1266101" y="5197220"/>
            <a:ext cx="1695129" cy="504190"/>
          </a:xfrm>
          <a:prstGeom prst="rect">
            <a:avLst/>
          </a:prstGeom>
          <a:noFill/>
          <a:ln w="28575">
            <a:solidFill>
              <a:srgbClr val="0B7E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反方观点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9B7395F-2101-E658-E8B8-BC394ECA198B}"/>
              </a:ext>
            </a:extLst>
          </p:cNvPr>
          <p:cNvSpPr/>
          <p:nvPr/>
        </p:nvSpPr>
        <p:spPr>
          <a:xfrm>
            <a:off x="1266101" y="5844920"/>
            <a:ext cx="1695129" cy="504190"/>
          </a:xfrm>
          <a:prstGeom prst="rect">
            <a:avLst/>
          </a:prstGeom>
          <a:noFill/>
          <a:ln w="28575">
            <a:solidFill>
              <a:srgbClr val="02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我方观点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31EF48D-4CBA-517D-570F-1E81F9935504}"/>
              </a:ext>
            </a:extLst>
          </p:cNvPr>
          <p:cNvSpPr txBox="1"/>
          <p:nvPr/>
        </p:nvSpPr>
        <p:spPr>
          <a:xfrm>
            <a:off x="3173666" y="4545710"/>
            <a:ext cx="839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毛细现象导致了压力差，对压力差进行了分析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F4A961B-4690-8AFE-0CB7-1A787ACAA0C7}"/>
              </a:ext>
            </a:extLst>
          </p:cNvPr>
          <p:cNvSpPr txBox="1"/>
          <p:nvPr/>
        </p:nvSpPr>
        <p:spPr>
          <a:xfrm>
            <a:off x="3173666" y="5220080"/>
            <a:ext cx="839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未表明明确观点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D7BB433-26F9-5B12-F507-BD87A9323046}"/>
              </a:ext>
            </a:extLst>
          </p:cNvPr>
          <p:cNvSpPr txBox="1"/>
          <p:nvPr/>
        </p:nvSpPr>
        <p:spPr>
          <a:xfrm>
            <a:off x="3173666" y="5822963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支持正方</a:t>
            </a:r>
          </a:p>
        </p:txBody>
      </p:sp>
    </p:spTree>
    <p:extLst>
      <p:ext uri="{BB962C8B-B14F-4D97-AF65-F5344CB8AC3E}">
        <p14:creationId xmlns:p14="http://schemas.microsoft.com/office/powerpoint/2010/main" val="2848789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3874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正反方讨论焦点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2DDF41B-A65F-0639-1366-1956A4B16445}"/>
              </a:ext>
            </a:extLst>
          </p:cNvPr>
          <p:cNvSpPr/>
          <p:nvPr/>
        </p:nvSpPr>
        <p:spPr>
          <a:xfrm>
            <a:off x="615211" y="1116139"/>
            <a:ext cx="549399" cy="5586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623BA4-460E-902A-F3CE-154A4CBB0B39}"/>
              </a:ext>
            </a:extLst>
          </p:cNvPr>
          <p:cNvSpPr txBox="1"/>
          <p:nvPr/>
        </p:nvSpPr>
        <p:spPr>
          <a:xfrm>
            <a:off x="1183691" y="1004145"/>
            <a:ext cx="7917535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/>
              </a:rPr>
              <a:t>关于曲率测量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193620-3BCC-C0CA-C374-2A69482FAEE8}"/>
              </a:ext>
            </a:extLst>
          </p:cNvPr>
          <p:cNvSpPr/>
          <p:nvPr/>
        </p:nvSpPr>
        <p:spPr>
          <a:xfrm>
            <a:off x="1313537" y="1736090"/>
            <a:ext cx="1695129" cy="504190"/>
          </a:xfrm>
          <a:prstGeom prst="rect">
            <a:avLst/>
          </a:prstGeom>
          <a:noFill/>
          <a:ln w="28575">
            <a:solidFill>
              <a:srgbClr val="04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正方观点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1BB4A7-688A-DFE5-F59D-02299803FD46}"/>
              </a:ext>
            </a:extLst>
          </p:cNvPr>
          <p:cNvSpPr/>
          <p:nvPr/>
        </p:nvSpPr>
        <p:spPr>
          <a:xfrm>
            <a:off x="1313537" y="2383790"/>
            <a:ext cx="1695129" cy="504190"/>
          </a:xfrm>
          <a:prstGeom prst="rect">
            <a:avLst/>
          </a:prstGeom>
          <a:noFill/>
          <a:ln w="28575">
            <a:solidFill>
              <a:srgbClr val="0B7E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反方观点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A0E4923-3C0B-4FDD-AEEB-39DBBC39B475}"/>
              </a:ext>
            </a:extLst>
          </p:cNvPr>
          <p:cNvSpPr/>
          <p:nvPr/>
        </p:nvSpPr>
        <p:spPr>
          <a:xfrm>
            <a:off x="1313537" y="3031490"/>
            <a:ext cx="1695129" cy="504190"/>
          </a:xfrm>
          <a:prstGeom prst="rect">
            <a:avLst/>
          </a:prstGeom>
          <a:noFill/>
          <a:ln w="28575">
            <a:solidFill>
              <a:srgbClr val="02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我方观点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7A86EC5-D591-54FD-D5DE-56C288F6029F}"/>
              </a:ext>
            </a:extLst>
          </p:cNvPr>
          <p:cNvSpPr txBox="1"/>
          <p:nvPr/>
        </p:nvSpPr>
        <p:spPr>
          <a:xfrm>
            <a:off x="3221102" y="1732280"/>
            <a:ext cx="839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采取平均曲率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C5CA0D-FFE6-618D-4AD5-78573373AC25}"/>
              </a:ext>
            </a:extLst>
          </p:cNvPr>
          <p:cNvSpPr txBox="1"/>
          <p:nvPr/>
        </p:nvSpPr>
        <p:spPr>
          <a:xfrm>
            <a:off x="3221102" y="2406650"/>
            <a:ext cx="839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曲率呈非均匀分布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954C1E-BAB5-6FE5-7959-5822D921B0E6}"/>
              </a:ext>
            </a:extLst>
          </p:cNvPr>
          <p:cNvSpPr txBox="1"/>
          <p:nvPr/>
        </p:nvSpPr>
        <p:spPr>
          <a:xfrm>
            <a:off x="3221102" y="3009533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支持反方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0B1AB2E-26F4-48BA-4D0E-7514A531B8CB}"/>
              </a:ext>
            </a:extLst>
          </p:cNvPr>
          <p:cNvSpPr/>
          <p:nvPr/>
        </p:nvSpPr>
        <p:spPr>
          <a:xfrm>
            <a:off x="567775" y="3929569"/>
            <a:ext cx="549399" cy="5586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73A5BB8-2C26-F8FB-B2E7-1416DCB17F3F}"/>
              </a:ext>
            </a:extLst>
          </p:cNvPr>
          <p:cNvSpPr txBox="1"/>
          <p:nvPr/>
        </p:nvSpPr>
        <p:spPr>
          <a:xfrm>
            <a:off x="1136255" y="3817575"/>
            <a:ext cx="7917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关于温度变量的控制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15C31DF-CDA0-3950-C828-D2F452C99730}"/>
              </a:ext>
            </a:extLst>
          </p:cNvPr>
          <p:cNvSpPr/>
          <p:nvPr/>
        </p:nvSpPr>
        <p:spPr>
          <a:xfrm>
            <a:off x="1266101" y="4549520"/>
            <a:ext cx="1695129" cy="504190"/>
          </a:xfrm>
          <a:prstGeom prst="rect">
            <a:avLst/>
          </a:prstGeom>
          <a:noFill/>
          <a:ln w="28575">
            <a:solidFill>
              <a:srgbClr val="04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正方观点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BAF40CD-40F6-F94D-8EDF-C3C0F3E952A4}"/>
              </a:ext>
            </a:extLst>
          </p:cNvPr>
          <p:cNvSpPr/>
          <p:nvPr/>
        </p:nvSpPr>
        <p:spPr>
          <a:xfrm>
            <a:off x="1266101" y="5197220"/>
            <a:ext cx="1695129" cy="504190"/>
          </a:xfrm>
          <a:prstGeom prst="rect">
            <a:avLst/>
          </a:prstGeom>
          <a:noFill/>
          <a:ln w="28575">
            <a:solidFill>
              <a:srgbClr val="0B7E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反方观点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9B7395F-2101-E658-E8B8-BC394ECA198B}"/>
              </a:ext>
            </a:extLst>
          </p:cNvPr>
          <p:cNvSpPr/>
          <p:nvPr/>
        </p:nvSpPr>
        <p:spPr>
          <a:xfrm>
            <a:off x="1266101" y="5844920"/>
            <a:ext cx="1695129" cy="504190"/>
          </a:xfrm>
          <a:prstGeom prst="rect">
            <a:avLst/>
          </a:prstGeom>
          <a:noFill/>
          <a:ln w="28575">
            <a:solidFill>
              <a:srgbClr val="02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我方观点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31EF48D-4CBA-517D-570F-1E81F9935504}"/>
              </a:ext>
            </a:extLst>
          </p:cNvPr>
          <p:cNvSpPr txBox="1"/>
          <p:nvPr/>
        </p:nvSpPr>
        <p:spPr>
          <a:xfrm>
            <a:off x="3173666" y="4545710"/>
            <a:ext cx="839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恒温条件，未进行探究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F4A961B-4690-8AFE-0CB7-1A787ACAA0C7}"/>
              </a:ext>
            </a:extLst>
          </p:cNvPr>
          <p:cNvSpPr txBox="1"/>
          <p:nvPr/>
        </p:nvSpPr>
        <p:spPr>
          <a:xfrm>
            <a:off x="3173666" y="5220080"/>
            <a:ext cx="839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对扩散系数等都有影响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D7BB433-26F9-5B12-F507-BD87A9323046}"/>
              </a:ext>
            </a:extLst>
          </p:cNvPr>
          <p:cNvSpPr txBox="1"/>
          <p:nvPr/>
        </p:nvSpPr>
        <p:spPr>
          <a:xfrm>
            <a:off x="3173666" y="5822963"/>
            <a:ext cx="839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需要多方面考量后，选取合适的自变量</a:t>
            </a:r>
          </a:p>
        </p:txBody>
      </p:sp>
    </p:spTree>
    <p:extLst>
      <p:ext uri="{BB962C8B-B14F-4D97-AF65-F5344CB8AC3E}">
        <p14:creationId xmlns:p14="http://schemas.microsoft.com/office/powerpoint/2010/main" val="8583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正方优缺点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295853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</a:t>
            </a: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2AD785D-4E7E-E82B-99A6-D286439F9097}"/>
              </a:ext>
            </a:extLst>
          </p:cNvPr>
          <p:cNvGrpSpPr/>
          <p:nvPr/>
        </p:nvGrpSpPr>
        <p:grpSpPr>
          <a:xfrm>
            <a:off x="486288" y="1174512"/>
            <a:ext cx="11219424" cy="5227065"/>
            <a:chOff x="486288" y="1174512"/>
            <a:chExt cx="9508985" cy="5227065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74512"/>
              <a:ext cx="815672" cy="14623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优点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84731" y="1250039"/>
              <a:ext cx="8410542" cy="5151538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对于题目进行了充分的解读，探究了含水量对于卷曲的关系，且进行了清晰的预实验展示，通过测量，得到较为合适的纸张大小</a:t>
              </a:r>
            </a:p>
            <a:p>
              <a:pPr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2.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对于湿纸卷的卷曲进行了较为全面的分析，分析了孔隙、应变等对卷曲的影响，建立了较为完善的理论模型，包括了固体和流体部分</a:t>
              </a:r>
            </a:p>
            <a:p>
              <a:pPr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3.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正式实验中验证了主要的浸湿方向，并通过改变不同参数进行测量，实验数据可信</a:t>
              </a:r>
            </a:p>
            <a:p>
              <a:pPr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4.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逻辑思维较为清晰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3537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正方缺点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6083345-8E20-7389-9129-A18054FF13EF}"/>
              </a:ext>
            </a:extLst>
          </p:cNvPr>
          <p:cNvGrpSpPr/>
          <p:nvPr/>
        </p:nvGrpSpPr>
        <p:grpSpPr>
          <a:xfrm>
            <a:off x="436184" y="1293510"/>
            <a:ext cx="11494857" cy="4543681"/>
            <a:chOff x="486288" y="1174512"/>
            <a:chExt cx="11494857" cy="454368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74512"/>
              <a:ext cx="815672" cy="14623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不足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84731" y="1305510"/>
              <a:ext cx="10396414" cy="4412683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初步分析中得到的结论有待商榷，且初步分析与理论并未见到相关联系</a:t>
              </a:r>
            </a:p>
            <a:p>
              <a:pPr>
                <a:lnSpc>
                  <a:spcPct val="20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2.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对纸张大小，形状等参数并未展开讨论（参数是否重要，看反方）</a:t>
              </a:r>
            </a:p>
            <a:p>
              <a:pPr>
                <a:lnSpc>
                  <a:spcPct val="20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3.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正式实验中大多仅进行了定性实验，理论与实验并未很好的对照</a:t>
              </a:r>
            </a:p>
            <a:p>
              <a:pPr>
                <a:lnSpc>
                  <a:spcPct val="20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4.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正式实验中大多仅进行了定性实验，如干燥部分比值并未给出相关数据，理论与实验也并未进行较好对照</a:t>
              </a:r>
            </a:p>
            <a:p>
              <a:pPr>
                <a:lnSpc>
                  <a:spcPct val="20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5.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PPT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讲述过快，且存在制作</a:t>
              </a: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PPT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不规范问题如部分公式未标号等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2056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反方优缺点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1707342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</a:t>
            </a: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2AD785D-4E7E-E82B-99A6-D286439F9097}"/>
              </a:ext>
            </a:extLst>
          </p:cNvPr>
          <p:cNvGrpSpPr/>
          <p:nvPr/>
        </p:nvGrpSpPr>
        <p:grpSpPr>
          <a:xfrm>
            <a:off x="774386" y="1554227"/>
            <a:ext cx="10542879" cy="3749546"/>
            <a:chOff x="486288" y="1174512"/>
            <a:chExt cx="10542879" cy="3749546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74512"/>
              <a:ext cx="815672" cy="14623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优点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84731" y="1250039"/>
              <a:ext cx="9444436" cy="3674019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考虑到了正方在理论方面在小应变与大应变方面考虑不足的问题</a:t>
              </a:r>
            </a:p>
            <a:p>
              <a:pPr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2.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指出了正方的模型在纸边合并等情况下的不适用性</a:t>
              </a:r>
            </a:p>
            <a:p>
              <a:pPr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3.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在发现正方问题并讨论后给出了合理的建议</a:t>
              </a:r>
            </a:p>
            <a:p>
              <a:pPr>
                <a:lnSpc>
                  <a:spcPct val="20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4.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对本实验的过程变化理解深刻，发现了正方在实验方面的细节问题</a:t>
              </a:r>
              <a:endPara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5.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找出了纸张弯曲高度的问题，指出其与理论的不符合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1159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方缺点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6083345-8E20-7389-9129-A18054FF13EF}"/>
              </a:ext>
            </a:extLst>
          </p:cNvPr>
          <p:cNvGrpSpPr/>
          <p:nvPr/>
        </p:nvGrpSpPr>
        <p:grpSpPr>
          <a:xfrm>
            <a:off x="733746" y="2020019"/>
            <a:ext cx="10724507" cy="3065456"/>
            <a:chOff x="486288" y="1174512"/>
            <a:chExt cx="10724507" cy="3065456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74512"/>
              <a:ext cx="815672" cy="14623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不足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84731" y="1305510"/>
              <a:ext cx="9626064" cy="2934458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反方对于实验中某些细节过于纠缠</a:t>
              </a:r>
            </a:p>
            <a:p>
              <a:pPr>
                <a:lnSpc>
                  <a:spcPct val="20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2.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考虑的因素过多如水蒸气的凝结过程，但并未给出</a:t>
              </a:r>
            </a:p>
            <a:p>
              <a:pPr>
                <a:lnSpc>
                  <a:spcPct val="20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3.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并未关注到一些重要问题，如纸到底是为何而弯曲等</a:t>
              </a:r>
              <a:endPara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4.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ppt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字号较小不易看清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7380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对题目发展建议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1256335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3272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对题目发展建议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96B5FA-17E2-21C1-65B4-F5177A7EC63A}"/>
              </a:ext>
            </a:extLst>
          </p:cNvPr>
          <p:cNvSpPr txBox="1"/>
          <p:nvPr/>
        </p:nvSpPr>
        <p:spPr>
          <a:xfrm>
            <a:off x="927575" y="1215842"/>
            <a:ext cx="9725811" cy="5151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探究是何种因素，比如溶液与纸的种类导致了对于纸是否卷曲与变平，对于理解这道题的物理本质有更多的帮助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对于描图纸遇水的多种形式进行探究，比如正方报告里提到的有的情况下不会变平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对实验中重要参数的测量进行相应展示，比如弹性模量</a:t>
            </a:r>
          </a:p>
        </p:txBody>
      </p:sp>
    </p:spTree>
    <p:extLst>
      <p:ext uri="{BB962C8B-B14F-4D97-AF65-F5344CB8AC3E}">
        <p14:creationId xmlns:p14="http://schemas.microsoft.com/office/powerpoint/2010/main" val="853899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741980-DA8F-4E9E-B450-4CDAE0D9C9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57829" y="1181613"/>
            <a:ext cx="9043085" cy="1862048"/>
          </a:xfrm>
        </p:spPr>
        <p:txBody>
          <a:bodyPr>
            <a:spAutoFit/>
          </a:bodyPr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AE0C054F-ACA8-4C62-A1CC-E710A47045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76614" y="3629447"/>
            <a:ext cx="3924300" cy="523220"/>
          </a:xfrm>
        </p:spPr>
        <p:txBody>
          <a:bodyPr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主控：姚夏臻</a:t>
            </a:r>
            <a:endParaRPr lang="af-ZA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78456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时尚简约风格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7304F"/>
      </a:accent1>
      <a:accent2>
        <a:srgbClr val="202743"/>
      </a:accent2>
      <a:accent3>
        <a:srgbClr val="66DDD5"/>
      </a:accent3>
      <a:accent4>
        <a:srgbClr val="0081E1"/>
      </a:accent4>
      <a:accent5>
        <a:srgbClr val="8160EB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时尚简约风格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7304F"/>
      </a:accent1>
      <a:accent2>
        <a:srgbClr val="202743"/>
      </a:accent2>
      <a:accent3>
        <a:srgbClr val="66DDD5"/>
      </a:accent3>
      <a:accent4>
        <a:srgbClr val="0081E1"/>
      </a:accent4>
      <a:accent5>
        <a:srgbClr val="8160EB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时尚简约风格模板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27304F"/>
    </a:accent1>
    <a:accent2>
      <a:srgbClr val="202743"/>
    </a:accent2>
    <a:accent3>
      <a:srgbClr val="66DDD5"/>
    </a:accent3>
    <a:accent4>
      <a:srgbClr val="0081E1"/>
    </a:accent4>
    <a:accent5>
      <a:srgbClr val="8160EB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2067</TotalTime>
  <Words>911</Words>
  <Application>Microsoft Office PowerPoint</Application>
  <PresentationFormat>宽屏</PresentationFormat>
  <Paragraphs>134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等线</vt:lpstr>
      <vt:lpstr>等线 Light</vt:lpstr>
      <vt:lpstr>宋体</vt:lpstr>
      <vt:lpstr>微软雅黑</vt:lpstr>
      <vt:lpstr>Arial</vt:lpstr>
      <vt:lpstr>Times New Roman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Zhenyu Xu</dc:creator>
  <cp:lastModifiedBy>学生</cp:lastModifiedBy>
  <cp:revision>181</cp:revision>
  <dcterms:created xsi:type="dcterms:W3CDTF">2019-09-17T00:55:24Z</dcterms:created>
  <dcterms:modified xsi:type="dcterms:W3CDTF">2024-08-19T07:54:14Z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[邮箱已脱敏]</vt:lpwstr>
  </property>
  <property fmtid="{D5CDD505-2E9C-101B-9397-08002B2CF9AE}" pid="5" name="MSIP_Label_f42aa342-8706-4288-bd11-ebb85995028c_SetDate">
    <vt:lpwstr>2019-09-17T00:55:27.4921371Z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182648ba-116e-4ea7-b09c-ef40e8411546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