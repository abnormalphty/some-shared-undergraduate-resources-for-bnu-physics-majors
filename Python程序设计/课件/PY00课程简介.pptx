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65" r:id="rId2"/>
    <p:sldId id="2007578500" r:id="rId3"/>
    <p:sldId id="2007578779" r:id="rId4"/>
    <p:sldId id="272" r:id="rId5"/>
    <p:sldId id="313" r:id="rId6"/>
    <p:sldId id="2007578780" r:id="rId7"/>
    <p:sldId id="2007578781" r:id="rId8"/>
    <p:sldId id="2007578501" r:id="rId9"/>
    <p:sldId id="271" r:id="rId10"/>
    <p:sldId id="2007578778" r:id="rId11"/>
    <p:sldId id="269" r:id="rId12"/>
    <p:sldId id="270" r:id="rId13"/>
    <p:sldId id="2007578502"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4443" autoAdjust="0"/>
  </p:normalViewPr>
  <p:slideViewPr>
    <p:cSldViewPr snapToGrid="0">
      <p:cViewPr varScale="1">
        <p:scale>
          <a:sx n="81" d="100"/>
          <a:sy n="81" d="100"/>
        </p:scale>
        <p:origin x="161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4361D1-B709-4B00-806D-8C859744067A}" type="datetimeFigureOut">
              <a:rPr lang="zh-CN" altLang="en-US" smtClean="0"/>
              <a:t>2023/9/6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04C1B7-B8C8-48EA-97D3-E8D1157804E5}" type="slidenum">
              <a:rPr lang="zh-CN" altLang="en-US" smtClean="0"/>
              <a:t>‹#›</a:t>
            </a:fld>
            <a:endParaRPr lang="zh-CN" altLang="en-US"/>
          </a:p>
        </p:txBody>
      </p:sp>
    </p:spTree>
    <p:extLst>
      <p:ext uri="{BB962C8B-B14F-4D97-AF65-F5344CB8AC3E}">
        <p14:creationId xmlns:p14="http://schemas.microsoft.com/office/powerpoint/2010/main" val="439218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11843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ED8765-8EF3-408C-9341-152904E414E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0296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69D71B-2F3F-4C90-930B-92356430F23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28638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flip="none" rotWithShape="1">
          <a:gsLst>
            <a:gs pos="41000">
              <a:schemeClr val="accent1"/>
            </a:gs>
            <a:gs pos="100000">
              <a:schemeClr val="accent1">
                <a:alpha val="90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5B57F-7D9D-4AD8-9FE4-E5267D65BB87}"/>
              </a:ext>
            </a:extLst>
          </p:cNvPr>
          <p:cNvSpPr>
            <a:spLocks noGrp="1"/>
          </p:cNvSpPr>
          <p:nvPr>
            <p:ph type="ctrTitle" hasCustomPrompt="1"/>
          </p:nvPr>
        </p:nvSpPr>
        <p:spPr>
          <a:xfrm>
            <a:off x="660400" y="1990725"/>
            <a:ext cx="7965440" cy="1757362"/>
          </a:xfrm>
        </p:spPr>
        <p:txBody>
          <a:bodyPr vert="horz" lIns="91440" tIns="45720" rIns="91440" bIns="45720" rtlCol="0" anchor="b">
            <a:noAutofit/>
          </a:bodyPr>
          <a:lstStyle>
            <a:lvl1pPr algn="l">
              <a:defRPr lang="zh-CN" altLang="en-US" sz="6000" b="1" dirty="0">
                <a:solidFill>
                  <a:srgbClr val="FFFFFF"/>
                </a:solidFill>
              </a:defRPr>
            </a:lvl1pPr>
          </a:lstStyle>
          <a:p>
            <a:pPr lvl="0" defTabSz="914332"/>
            <a:r>
              <a:rPr lang="zh-CN" altLang="en-US" dirty="0"/>
              <a:t>商务几何扁平</a:t>
            </a:r>
            <a:r>
              <a:rPr lang="en-US" altLang="zh-CN" dirty="0"/>
              <a:t>PPT</a:t>
            </a:r>
            <a:r>
              <a:rPr lang="zh-CN" altLang="en-US" dirty="0"/>
              <a:t>模板</a:t>
            </a:r>
          </a:p>
        </p:txBody>
      </p:sp>
      <p:sp>
        <p:nvSpPr>
          <p:cNvPr id="8" name="Speaker Placeholder 3">
            <a:extLst>
              <a:ext uri="{FF2B5EF4-FFF2-40B4-BE49-F238E27FC236}">
                <a16:creationId xmlns:a16="http://schemas.microsoft.com/office/drawing/2014/main" id="{44C4A721-803B-47CB-B99E-1D01E8E0169F}"/>
              </a:ext>
            </a:extLst>
          </p:cNvPr>
          <p:cNvSpPr>
            <a:spLocks noGrp="1"/>
          </p:cNvSpPr>
          <p:nvPr>
            <p:ph type="body" sz="quarter" idx="13" hasCustomPrompt="1"/>
          </p:nvPr>
        </p:nvSpPr>
        <p:spPr>
          <a:xfrm>
            <a:off x="660401" y="3921193"/>
            <a:ext cx="5568951" cy="296271"/>
          </a:xfrm>
        </p:spPr>
        <p:txBody>
          <a:bodyPr vert="horz" lIns="91440" tIns="45720" rIns="91440" bIns="45720" rtlCol="0" anchor="ctr">
            <a:noAutofit/>
          </a:bodyPr>
          <a:lstStyle>
            <a:lvl1pPr marL="0" indent="0" algn="l">
              <a:buNone/>
              <a:defRPr lang="en-US" altLang="zh-CN" sz="2000" b="0" smtClean="0">
                <a:solidFill>
                  <a:srgbClr val="FFFFFF"/>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zh-CN" altLang="en-US" dirty="0"/>
              <a:t>汇报人：</a:t>
            </a:r>
            <a:r>
              <a:rPr lang="en-US" altLang="zh-CN" dirty="0"/>
              <a:t>XXX</a:t>
            </a:r>
          </a:p>
        </p:txBody>
      </p:sp>
      <p:sp>
        <p:nvSpPr>
          <p:cNvPr id="9" name="Date Placeholder 4">
            <a:extLst>
              <a:ext uri="{FF2B5EF4-FFF2-40B4-BE49-F238E27FC236}">
                <a16:creationId xmlns:a16="http://schemas.microsoft.com/office/drawing/2014/main" id="{CA939A61-406D-45DC-B757-059EFAA05866}"/>
              </a:ext>
            </a:extLst>
          </p:cNvPr>
          <p:cNvSpPr>
            <a:spLocks noGrp="1"/>
          </p:cNvSpPr>
          <p:nvPr>
            <p:ph type="body" sz="quarter" idx="14" hasCustomPrompt="1"/>
          </p:nvPr>
        </p:nvSpPr>
        <p:spPr>
          <a:xfrm>
            <a:off x="660401" y="4326535"/>
            <a:ext cx="5568951" cy="335488"/>
          </a:xfrm>
        </p:spPr>
        <p:txBody>
          <a:bodyPr vert="horz" lIns="91440" tIns="45720" rIns="91440" bIns="45720" rtlCol="0" anchor="ctr">
            <a:noAutofit/>
          </a:bodyPr>
          <a:lstStyle>
            <a:lvl1pPr marL="0" indent="0" algn="l">
              <a:buNone/>
              <a:defRPr lang="en-US" altLang="zh-CN" sz="2000" b="0" smtClean="0">
                <a:solidFill>
                  <a:srgbClr val="FFFFFF"/>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zh-CN" altLang="en-US" dirty="0"/>
              <a:t>日期：</a:t>
            </a:r>
            <a:r>
              <a:rPr lang="en-US" altLang="zh-CN" dirty="0"/>
              <a:t>20XX</a:t>
            </a:r>
            <a:r>
              <a:rPr lang="zh-CN" altLang="en-US" dirty="0"/>
              <a:t>年</a:t>
            </a:r>
            <a:r>
              <a:rPr lang="en-US" altLang="zh-CN" dirty="0"/>
              <a:t>XX</a:t>
            </a:r>
            <a:r>
              <a:rPr lang="zh-CN" altLang="en-US" dirty="0"/>
              <a:t>月</a:t>
            </a:r>
            <a:r>
              <a:rPr lang="en-US" altLang="zh-CN" dirty="0"/>
              <a:t>XX</a:t>
            </a:r>
            <a:r>
              <a:rPr lang="zh-CN" altLang="en-US" dirty="0"/>
              <a:t>日</a:t>
            </a:r>
            <a:endParaRPr lang="en-US" altLang="en-US" dirty="0"/>
          </a:p>
        </p:txBody>
      </p:sp>
      <p:grpSp>
        <p:nvGrpSpPr>
          <p:cNvPr id="37" name="组合 36">
            <a:extLst>
              <a:ext uri="{FF2B5EF4-FFF2-40B4-BE49-F238E27FC236}">
                <a16:creationId xmlns:a16="http://schemas.microsoft.com/office/drawing/2014/main" id="{EC150303-72BE-99D1-AED7-E4050488661E}"/>
              </a:ext>
            </a:extLst>
          </p:cNvPr>
          <p:cNvGrpSpPr/>
          <p:nvPr userDrawn="1"/>
        </p:nvGrpSpPr>
        <p:grpSpPr>
          <a:xfrm>
            <a:off x="4643122" y="42334"/>
            <a:ext cx="7182311" cy="6773332"/>
            <a:chOff x="4648426" y="84668"/>
            <a:chExt cx="7182311" cy="6773332"/>
          </a:xfrm>
        </p:grpSpPr>
        <p:sp>
          <p:nvSpPr>
            <p:cNvPr id="34" name="椭圆 33">
              <a:extLst>
                <a:ext uri="{FF2B5EF4-FFF2-40B4-BE49-F238E27FC236}">
                  <a16:creationId xmlns:a16="http://schemas.microsoft.com/office/drawing/2014/main" id="{424C7F08-71A0-00F5-EBBA-322ACAF13151}"/>
                </a:ext>
              </a:extLst>
            </p:cNvPr>
            <p:cNvSpPr/>
            <p:nvPr userDrawn="1"/>
          </p:nvSpPr>
          <p:spPr>
            <a:xfrm>
              <a:off x="4792887" y="84668"/>
              <a:ext cx="7037850" cy="6773332"/>
            </a:xfrm>
            <a:prstGeom prst="ellipse">
              <a:avLst/>
            </a:prstGeom>
            <a:gradFill flip="none" rotWithShape="1">
              <a:gsLst>
                <a:gs pos="25000">
                  <a:schemeClr val="accent1">
                    <a:lumMod val="45000"/>
                    <a:lumOff val="55000"/>
                    <a:alpha val="45000"/>
                  </a:schemeClr>
                </a:gs>
                <a:gs pos="83000">
                  <a:schemeClr val="accent1">
                    <a:alpha val="0"/>
                  </a:schemeClr>
                </a:gs>
                <a:gs pos="100000">
                  <a:schemeClr val="accent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35" name="椭圆 34">
              <a:extLst>
                <a:ext uri="{FF2B5EF4-FFF2-40B4-BE49-F238E27FC236}">
                  <a16:creationId xmlns:a16="http://schemas.microsoft.com/office/drawing/2014/main" id="{273E1D4D-50D8-6D9E-A448-01F5EC6C8A48}"/>
                </a:ext>
              </a:extLst>
            </p:cNvPr>
            <p:cNvSpPr/>
            <p:nvPr userDrawn="1"/>
          </p:nvSpPr>
          <p:spPr>
            <a:xfrm>
              <a:off x="7949862" y="3285063"/>
              <a:ext cx="2838859" cy="2950637"/>
            </a:xfrm>
            <a:prstGeom prst="ellipse">
              <a:avLst/>
            </a:prstGeom>
            <a:gradFill flip="none" rotWithShape="1">
              <a:gsLst>
                <a:gs pos="11000">
                  <a:srgbClr val="B1B6D1">
                    <a:alpha val="0"/>
                  </a:srgbClr>
                </a:gs>
                <a:gs pos="44000">
                  <a:srgbClr val="8B93C4">
                    <a:alpha val="42000"/>
                  </a:srgbClr>
                </a:gs>
                <a:gs pos="74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36" name="椭圆 35">
              <a:extLst>
                <a:ext uri="{FF2B5EF4-FFF2-40B4-BE49-F238E27FC236}">
                  <a16:creationId xmlns:a16="http://schemas.microsoft.com/office/drawing/2014/main" id="{E5140AED-15FA-1550-1408-ABCC3DA6258A}"/>
                </a:ext>
              </a:extLst>
            </p:cNvPr>
            <p:cNvSpPr/>
            <p:nvPr userDrawn="1"/>
          </p:nvSpPr>
          <p:spPr>
            <a:xfrm>
              <a:off x="4648426" y="897517"/>
              <a:ext cx="1312288" cy="1363958"/>
            </a:xfrm>
            <a:prstGeom prst="ellipse">
              <a:avLst/>
            </a:prstGeom>
            <a:gradFill flip="none" rotWithShape="1">
              <a:gsLst>
                <a:gs pos="20000">
                  <a:schemeClr val="accent2">
                    <a:alpha val="36000"/>
                  </a:schemeClr>
                </a:gs>
                <a:gs pos="100000">
                  <a:schemeClr val="accent1">
                    <a:alpha val="5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grpSp>
      <p:sp>
        <p:nvSpPr>
          <p:cNvPr id="42" name="任意多边形: 形状 41">
            <a:extLst>
              <a:ext uri="{FF2B5EF4-FFF2-40B4-BE49-F238E27FC236}">
                <a16:creationId xmlns:a16="http://schemas.microsoft.com/office/drawing/2014/main" id="{3D31BE62-CC50-6DDF-053D-8D4A349275AD}"/>
              </a:ext>
            </a:extLst>
          </p:cNvPr>
          <p:cNvSpPr/>
          <p:nvPr userDrawn="1"/>
        </p:nvSpPr>
        <p:spPr>
          <a:xfrm>
            <a:off x="1" y="2"/>
            <a:ext cx="2712356" cy="2713385"/>
          </a:xfrm>
          <a:custGeom>
            <a:avLst/>
            <a:gdLst>
              <a:gd name="connsiteX0" fmla="*/ 0 w 2712356"/>
              <a:gd name="connsiteY0" fmla="*/ 0 h 2713385"/>
              <a:gd name="connsiteX1" fmla="*/ 2635987 w 2712356"/>
              <a:gd name="connsiteY1" fmla="*/ 0 h 2713385"/>
              <a:gd name="connsiteX2" fmla="*/ 2670483 w 2712356"/>
              <a:gd name="connsiteY2" fmla="*/ 139441 h 2713385"/>
              <a:gd name="connsiteX3" fmla="*/ 2712356 w 2712356"/>
              <a:gd name="connsiteY3" fmla="*/ 571172 h 2713385"/>
              <a:gd name="connsiteX4" fmla="*/ 651295 w 2712356"/>
              <a:gd name="connsiteY4" fmla="*/ 2713385 h 2713385"/>
              <a:gd name="connsiteX5" fmla="*/ 38398 w 2712356"/>
              <a:gd name="connsiteY5" fmla="*/ 2617075 h 2713385"/>
              <a:gd name="connsiteX6" fmla="*/ 0 w 2712356"/>
              <a:gd name="connsiteY6" fmla="*/ 2602468 h 2713385"/>
              <a:gd name="connsiteX7" fmla="*/ 0 w 2712356"/>
              <a:gd name="connsiteY7" fmla="*/ 0 h 271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12356" h="2713385">
                <a:moveTo>
                  <a:pt x="0" y="0"/>
                </a:moveTo>
                <a:lnTo>
                  <a:pt x="2635987" y="0"/>
                </a:lnTo>
                <a:lnTo>
                  <a:pt x="2670483" y="139441"/>
                </a:lnTo>
                <a:cubicBezTo>
                  <a:pt x="2697938" y="278894"/>
                  <a:pt x="2712356" y="423283"/>
                  <a:pt x="2712356" y="571172"/>
                </a:cubicBezTo>
                <a:cubicBezTo>
                  <a:pt x="2712356" y="1754284"/>
                  <a:pt x="1789588" y="2713385"/>
                  <a:pt x="651295" y="2713385"/>
                </a:cubicBezTo>
                <a:cubicBezTo>
                  <a:pt x="437865" y="2713385"/>
                  <a:pt x="232012" y="2679667"/>
                  <a:pt x="38398" y="2617075"/>
                </a:cubicBezTo>
                <a:lnTo>
                  <a:pt x="0" y="2602468"/>
                </a:lnTo>
                <a:lnTo>
                  <a:pt x="0" y="0"/>
                </a:lnTo>
                <a:close/>
              </a:path>
            </a:pathLst>
          </a:custGeom>
          <a:gradFill flip="none" rotWithShape="1">
            <a:gsLst>
              <a:gs pos="86000">
                <a:srgbClr val="B1B6D1">
                  <a:alpha val="0"/>
                </a:srgbClr>
              </a:gs>
              <a:gs pos="34000">
                <a:srgbClr val="8B93C4">
                  <a:alpha val="42000"/>
                </a:srgbClr>
              </a:gs>
              <a:gs pos="79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118658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AD982555-EA3F-4B74-7506-7B4EBD37E234}"/>
              </a:ext>
            </a:extLst>
          </p:cNvPr>
          <p:cNvSpPr/>
          <p:nvPr userDrawn="1"/>
        </p:nvSpPr>
        <p:spPr>
          <a:xfrm>
            <a:off x="1" y="0"/>
            <a:ext cx="425099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Title 1">
            <a:extLst>
              <a:ext uri="{FF2B5EF4-FFF2-40B4-BE49-F238E27FC236}">
                <a16:creationId xmlns:a16="http://schemas.microsoft.com/office/drawing/2014/main" id="{FDF03A82-401C-4A0E-BE21-BE588E874141}"/>
              </a:ext>
            </a:extLst>
          </p:cNvPr>
          <p:cNvSpPr>
            <a:spLocks noGrp="1"/>
          </p:cNvSpPr>
          <p:nvPr>
            <p:ph type="body" sz="quarter" idx="14" hasCustomPrompt="1"/>
          </p:nvPr>
        </p:nvSpPr>
        <p:spPr>
          <a:xfrm>
            <a:off x="660401" y="1784096"/>
            <a:ext cx="3045372" cy="594626"/>
          </a:xfrm>
        </p:spPr>
        <p:txBody>
          <a:bodyPr anchor="ctr" anchorCtr="0">
            <a:noAutofit/>
          </a:bodyPr>
          <a:lstStyle>
            <a:lvl1pPr marL="0" indent="0" algn="ctr">
              <a:buFont typeface="+mj-lt"/>
              <a:buNone/>
              <a:defRPr sz="4000" b="1">
                <a:solidFill>
                  <a:srgbClr val="FFFFFF"/>
                </a:solidFill>
                <a:latin typeface="+mj-ea"/>
                <a:ea typeface="+mj-ea"/>
              </a:defRPr>
            </a:lvl1pPr>
            <a:lvl2pPr marL="457189" indent="0">
              <a:buFont typeface="+mj-ea"/>
              <a:buNone/>
              <a:defRPr/>
            </a:lvl2pPr>
            <a:lvl3pPr marL="1257269" indent="-342891">
              <a:buFont typeface="+mj-lt"/>
              <a:buAutoNum type="alphaLcParenR"/>
              <a:defRPr/>
            </a:lvl3pPr>
          </a:lstStyle>
          <a:p>
            <a:pPr lvl="0"/>
            <a:r>
              <a:rPr lang="en-US" altLang="zh-CN" dirty="0"/>
              <a:t>Contents</a:t>
            </a:r>
            <a:endParaRPr lang="zh-CN" altLang="en-US" dirty="0"/>
          </a:p>
        </p:txBody>
      </p:sp>
      <p:grpSp>
        <p:nvGrpSpPr>
          <p:cNvPr id="34" name="组合 33">
            <a:extLst>
              <a:ext uri="{FF2B5EF4-FFF2-40B4-BE49-F238E27FC236}">
                <a16:creationId xmlns:a16="http://schemas.microsoft.com/office/drawing/2014/main" id="{EFDB9EF8-9BCC-B7E0-416E-F38D808442D6}"/>
              </a:ext>
            </a:extLst>
          </p:cNvPr>
          <p:cNvGrpSpPr/>
          <p:nvPr userDrawn="1"/>
        </p:nvGrpSpPr>
        <p:grpSpPr>
          <a:xfrm>
            <a:off x="409577" y="2622550"/>
            <a:ext cx="3762375" cy="3436252"/>
            <a:chOff x="4648426" y="84668"/>
            <a:chExt cx="7182311" cy="6773332"/>
          </a:xfrm>
        </p:grpSpPr>
        <p:sp>
          <p:nvSpPr>
            <p:cNvPr id="35" name="椭圆 34">
              <a:extLst>
                <a:ext uri="{FF2B5EF4-FFF2-40B4-BE49-F238E27FC236}">
                  <a16:creationId xmlns:a16="http://schemas.microsoft.com/office/drawing/2014/main" id="{4FC22150-351F-1D32-05AB-F7EA0286743B}"/>
                </a:ext>
              </a:extLst>
            </p:cNvPr>
            <p:cNvSpPr/>
            <p:nvPr userDrawn="1"/>
          </p:nvSpPr>
          <p:spPr>
            <a:xfrm>
              <a:off x="4792887" y="84668"/>
              <a:ext cx="7037850" cy="6773332"/>
            </a:xfrm>
            <a:prstGeom prst="ellipse">
              <a:avLst/>
            </a:prstGeom>
            <a:gradFill flip="none" rotWithShape="1">
              <a:gsLst>
                <a:gs pos="25000">
                  <a:schemeClr val="accent1">
                    <a:lumMod val="45000"/>
                    <a:lumOff val="55000"/>
                    <a:alpha val="45000"/>
                  </a:schemeClr>
                </a:gs>
                <a:gs pos="83000">
                  <a:schemeClr val="accent1">
                    <a:alpha val="0"/>
                  </a:schemeClr>
                </a:gs>
                <a:gs pos="100000">
                  <a:schemeClr val="accent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36" name="椭圆 35">
              <a:extLst>
                <a:ext uri="{FF2B5EF4-FFF2-40B4-BE49-F238E27FC236}">
                  <a16:creationId xmlns:a16="http://schemas.microsoft.com/office/drawing/2014/main" id="{E1618A74-B359-D3CA-7690-4D04767D5E33}"/>
                </a:ext>
              </a:extLst>
            </p:cNvPr>
            <p:cNvSpPr/>
            <p:nvPr userDrawn="1"/>
          </p:nvSpPr>
          <p:spPr>
            <a:xfrm>
              <a:off x="7949862" y="3285063"/>
              <a:ext cx="2838859" cy="2950637"/>
            </a:xfrm>
            <a:prstGeom prst="ellipse">
              <a:avLst/>
            </a:prstGeom>
            <a:gradFill flip="none" rotWithShape="1">
              <a:gsLst>
                <a:gs pos="34000">
                  <a:schemeClr val="accent2">
                    <a:alpha val="34000"/>
                  </a:schemeClr>
                </a:gs>
                <a:gs pos="74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37" name="椭圆 36">
              <a:extLst>
                <a:ext uri="{FF2B5EF4-FFF2-40B4-BE49-F238E27FC236}">
                  <a16:creationId xmlns:a16="http://schemas.microsoft.com/office/drawing/2014/main" id="{0CD826CB-6E0B-1B05-4FDD-2984599D3762}"/>
                </a:ext>
              </a:extLst>
            </p:cNvPr>
            <p:cNvSpPr/>
            <p:nvPr userDrawn="1"/>
          </p:nvSpPr>
          <p:spPr>
            <a:xfrm>
              <a:off x="4648426" y="897517"/>
              <a:ext cx="1312288" cy="1363958"/>
            </a:xfrm>
            <a:prstGeom prst="ellipse">
              <a:avLst/>
            </a:prstGeom>
            <a:gradFill flip="none" rotWithShape="1">
              <a:gsLst>
                <a:gs pos="20000">
                  <a:schemeClr val="accent2">
                    <a:alpha val="36000"/>
                  </a:schemeClr>
                </a:gs>
                <a:gs pos="100000">
                  <a:schemeClr val="accent1">
                    <a:alpha val="5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grpSp>
      <p:sp>
        <p:nvSpPr>
          <p:cNvPr id="8" name="任意多边形: 形状 7">
            <a:extLst>
              <a:ext uri="{FF2B5EF4-FFF2-40B4-BE49-F238E27FC236}">
                <a16:creationId xmlns:a16="http://schemas.microsoft.com/office/drawing/2014/main" id="{9E5BD2CD-BEC8-A5D8-00BD-2A3A6C32C4A9}"/>
              </a:ext>
            </a:extLst>
          </p:cNvPr>
          <p:cNvSpPr/>
          <p:nvPr userDrawn="1"/>
        </p:nvSpPr>
        <p:spPr>
          <a:xfrm>
            <a:off x="2" y="3"/>
            <a:ext cx="1543049" cy="1580547"/>
          </a:xfrm>
          <a:custGeom>
            <a:avLst/>
            <a:gdLst>
              <a:gd name="connsiteX0" fmla="*/ 0 w 1543049"/>
              <a:gd name="connsiteY0" fmla="*/ 0 h 1580547"/>
              <a:gd name="connsiteX1" fmla="*/ 1389702 w 1543049"/>
              <a:gd name="connsiteY1" fmla="*/ 0 h 1580547"/>
              <a:gd name="connsiteX2" fmla="*/ 1464863 w 1543049"/>
              <a:gd name="connsiteY2" fmla="*/ 143926 h 1580547"/>
              <a:gd name="connsiteX3" fmla="*/ 1543049 w 1543049"/>
              <a:gd name="connsiteY3" fmla="*/ 546445 h 1580547"/>
              <a:gd name="connsiteX4" fmla="*/ 548121 w 1543049"/>
              <a:gd name="connsiteY4" fmla="*/ 1580547 h 1580547"/>
              <a:gd name="connsiteX5" fmla="*/ 73879 w 1543049"/>
              <a:gd name="connsiteY5" fmla="*/ 1455737 h 1580547"/>
              <a:gd name="connsiteX6" fmla="*/ 0 w 1543049"/>
              <a:gd name="connsiteY6" fmla="*/ 1409087 h 1580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3049" h="1580547">
                <a:moveTo>
                  <a:pt x="0" y="0"/>
                </a:moveTo>
                <a:lnTo>
                  <a:pt x="1389702" y="0"/>
                </a:lnTo>
                <a:lnTo>
                  <a:pt x="1464863" y="143926"/>
                </a:lnTo>
                <a:cubicBezTo>
                  <a:pt x="1515209" y="267644"/>
                  <a:pt x="1543049" y="403665"/>
                  <a:pt x="1543049" y="546445"/>
                </a:cubicBezTo>
                <a:cubicBezTo>
                  <a:pt x="1543049" y="1117564"/>
                  <a:pt x="1097605" y="1580547"/>
                  <a:pt x="548121" y="1580547"/>
                </a:cubicBezTo>
                <a:cubicBezTo>
                  <a:pt x="376407" y="1580547"/>
                  <a:pt x="214854" y="1535334"/>
                  <a:pt x="73879" y="1455737"/>
                </a:cubicBezTo>
                <a:lnTo>
                  <a:pt x="0" y="1409087"/>
                </a:lnTo>
                <a:close/>
              </a:path>
            </a:pathLst>
          </a:custGeom>
          <a:gradFill flip="none" rotWithShape="1">
            <a:gsLst>
              <a:gs pos="20000">
                <a:schemeClr val="accent2">
                  <a:alpha val="36000"/>
                </a:schemeClr>
              </a:gs>
              <a:gs pos="100000">
                <a:schemeClr val="accent1">
                  <a:alpha val="5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dirty="0"/>
          </a:p>
        </p:txBody>
      </p:sp>
      <p:sp>
        <p:nvSpPr>
          <p:cNvPr id="39" name="矩形: 圆角 38">
            <a:extLst>
              <a:ext uri="{FF2B5EF4-FFF2-40B4-BE49-F238E27FC236}">
                <a16:creationId xmlns:a16="http://schemas.microsoft.com/office/drawing/2014/main" id="{FDFBE58A-F4DC-EF1E-5D13-F8DFE171653F}"/>
              </a:ext>
            </a:extLst>
          </p:cNvPr>
          <p:cNvSpPr/>
          <p:nvPr userDrawn="1"/>
        </p:nvSpPr>
        <p:spPr>
          <a:xfrm>
            <a:off x="869210" y="2394698"/>
            <a:ext cx="2836561" cy="8597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Tree>
    <p:extLst>
      <p:ext uri="{BB962C8B-B14F-4D97-AF65-F5344CB8AC3E}">
        <p14:creationId xmlns:p14="http://schemas.microsoft.com/office/powerpoint/2010/main" val="4122443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C7662-4F6D-4B06-BB36-235FC06BF816}"/>
              </a:ext>
            </a:extLst>
          </p:cNvPr>
          <p:cNvSpPr>
            <a:spLocks noGrp="1"/>
          </p:cNvSpPr>
          <p:nvPr>
            <p:ph type="title" hasCustomPrompt="1"/>
          </p:nvPr>
        </p:nvSpPr>
        <p:spPr>
          <a:xfrm>
            <a:off x="660400" y="3112284"/>
            <a:ext cx="7401560" cy="951057"/>
          </a:xfrm>
        </p:spPr>
        <p:txBody>
          <a:bodyPr vert="horz" lIns="91440" tIns="45720" rIns="91440" bIns="45720" rtlCol="0" anchor="b">
            <a:normAutofit/>
          </a:bodyPr>
          <a:lstStyle>
            <a:lvl1pPr>
              <a:defRPr lang="zh-CN" altLang="en-US" sz="4800">
                <a:solidFill>
                  <a:schemeClr val="tx1"/>
                </a:solidFill>
              </a:defRPr>
            </a:lvl1pPr>
          </a:lstStyle>
          <a:p>
            <a:pPr lvl="0" defTabSz="914332"/>
            <a:r>
              <a:rPr lang="zh-CN" altLang="en-US" dirty="0"/>
              <a:t>单击此处添加主标题</a:t>
            </a:r>
          </a:p>
        </p:txBody>
      </p:sp>
      <p:sp>
        <p:nvSpPr>
          <p:cNvPr id="3" name="Text Placeholder 2">
            <a:extLst>
              <a:ext uri="{FF2B5EF4-FFF2-40B4-BE49-F238E27FC236}">
                <a16:creationId xmlns:a16="http://schemas.microsoft.com/office/drawing/2014/main" id="{9FF9930E-40DF-417D-8161-BD38EB172DC1}"/>
              </a:ext>
            </a:extLst>
          </p:cNvPr>
          <p:cNvSpPr>
            <a:spLocks noGrp="1"/>
          </p:cNvSpPr>
          <p:nvPr>
            <p:ph type="body" idx="1" hasCustomPrompt="1"/>
          </p:nvPr>
        </p:nvSpPr>
        <p:spPr>
          <a:xfrm>
            <a:off x="660400" y="4111117"/>
            <a:ext cx="7401560" cy="440729"/>
          </a:xfrm>
        </p:spPr>
        <p:txBody>
          <a:bodyPr>
            <a:normAutofit/>
          </a:bodyPr>
          <a:lstStyle>
            <a:lvl1pPr marL="0" indent="0">
              <a:buNone/>
              <a:defRPr lang="en-US" altLang="zh-CN" sz="2400" kern="1200">
                <a:solidFill>
                  <a:schemeClr val="tx1"/>
                </a:solidFill>
                <a:latin typeface="+mn-lt"/>
                <a:ea typeface="+mn-ea"/>
                <a:cs typeface="+mn-cs"/>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CN" altLang="en-US" dirty="0"/>
              <a:t>点击简单描述该章节的大概内容，阐述核心思想</a:t>
            </a:r>
          </a:p>
        </p:txBody>
      </p:sp>
      <p:sp>
        <p:nvSpPr>
          <p:cNvPr id="8" name="文本占位符 7">
            <a:extLst>
              <a:ext uri="{FF2B5EF4-FFF2-40B4-BE49-F238E27FC236}">
                <a16:creationId xmlns:a16="http://schemas.microsoft.com/office/drawing/2014/main" id="{49A950A1-B947-717D-E187-AD0063089D78}"/>
              </a:ext>
            </a:extLst>
          </p:cNvPr>
          <p:cNvSpPr>
            <a:spLocks noGrp="1"/>
          </p:cNvSpPr>
          <p:nvPr>
            <p:ph type="body" sz="quarter" idx="13" hasCustomPrompt="1"/>
          </p:nvPr>
        </p:nvSpPr>
        <p:spPr>
          <a:xfrm>
            <a:off x="660400" y="2113598"/>
            <a:ext cx="7401187" cy="950912"/>
          </a:xfrm>
        </p:spPr>
        <p:txBody>
          <a:bodyPr anchor="b">
            <a:noAutofit/>
          </a:bodyPr>
          <a:lstStyle>
            <a:lvl1pPr marL="0" indent="0">
              <a:buNone/>
              <a:defRPr sz="6600" b="1">
                <a:solidFill>
                  <a:schemeClr val="tx1"/>
                </a:solidFill>
              </a:defRPr>
            </a:lvl1pPr>
          </a:lstStyle>
          <a:p>
            <a:pPr lvl="0"/>
            <a:r>
              <a:rPr lang="en-US" altLang="zh-CN" dirty="0"/>
              <a:t>01</a:t>
            </a:r>
            <a:endParaRPr lang="zh-CN" altLang="en-US" dirty="0"/>
          </a:p>
        </p:txBody>
      </p:sp>
      <p:sp>
        <p:nvSpPr>
          <p:cNvPr id="43" name="任意多边形: 形状 42">
            <a:extLst>
              <a:ext uri="{FF2B5EF4-FFF2-40B4-BE49-F238E27FC236}">
                <a16:creationId xmlns:a16="http://schemas.microsoft.com/office/drawing/2014/main" id="{5D2D51EC-47FD-72C3-B4F8-45F79C45684E}"/>
              </a:ext>
            </a:extLst>
          </p:cNvPr>
          <p:cNvSpPr/>
          <p:nvPr userDrawn="1"/>
        </p:nvSpPr>
        <p:spPr>
          <a:xfrm>
            <a:off x="4907279" y="3"/>
            <a:ext cx="7284723" cy="6857999"/>
          </a:xfrm>
          <a:custGeom>
            <a:avLst/>
            <a:gdLst>
              <a:gd name="connsiteX0" fmla="*/ 1966125 w 7284723"/>
              <a:gd name="connsiteY0" fmla="*/ 0 h 6857999"/>
              <a:gd name="connsiteX1" fmla="*/ 7284723 w 7284723"/>
              <a:gd name="connsiteY1" fmla="*/ 0 h 6857999"/>
              <a:gd name="connsiteX2" fmla="*/ 7284723 w 7284723"/>
              <a:gd name="connsiteY2" fmla="*/ 6857999 h 6857999"/>
              <a:gd name="connsiteX3" fmla="*/ 1340755 w 7284723"/>
              <a:gd name="connsiteY3" fmla="*/ 6857999 h 6857999"/>
              <a:gd name="connsiteX4" fmla="*/ 1292639 w 7284723"/>
              <a:gd name="connsiteY4" fmla="*/ 6810960 h 6857999"/>
              <a:gd name="connsiteX5" fmla="*/ 0 w 7284723"/>
              <a:gd name="connsiteY5" fmla="*/ 3692584 h 6857999"/>
              <a:gd name="connsiteX6" fmla="*/ 1810751 w 7284723"/>
              <a:gd name="connsiteY6" fmla="*/ 11380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84723" h="6857999">
                <a:moveTo>
                  <a:pt x="1966125" y="0"/>
                </a:moveTo>
                <a:lnTo>
                  <a:pt x="7284723" y="0"/>
                </a:lnTo>
                <a:lnTo>
                  <a:pt x="7284723" y="6857999"/>
                </a:lnTo>
                <a:lnTo>
                  <a:pt x="1340755" y="6857999"/>
                </a:lnTo>
                <a:lnTo>
                  <a:pt x="1292639" y="6810960"/>
                </a:lnTo>
                <a:cubicBezTo>
                  <a:pt x="489500" y="5987340"/>
                  <a:pt x="0" y="4893243"/>
                  <a:pt x="0" y="3692584"/>
                </a:cubicBezTo>
                <a:cubicBezTo>
                  <a:pt x="0" y="2251793"/>
                  <a:pt x="704880" y="964452"/>
                  <a:pt x="1810751" y="113805"/>
                </a:cubicBezTo>
                <a:close/>
              </a:path>
            </a:pathLst>
          </a:custGeom>
          <a:gradFill flip="none" rotWithShape="1">
            <a:gsLst>
              <a:gs pos="0">
                <a:srgbClr val="6B78C4"/>
              </a:gs>
              <a:gs pos="32000">
                <a:schemeClr val="accent1">
                  <a:lumMod val="45000"/>
                  <a:lumOff val="55000"/>
                  <a:alpha val="46000"/>
                </a:schemeClr>
              </a:gs>
              <a:gs pos="84000">
                <a:schemeClr val="accent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dirty="0"/>
          </a:p>
        </p:txBody>
      </p:sp>
      <p:sp>
        <p:nvSpPr>
          <p:cNvPr id="28" name="任意多边形: 形状 27">
            <a:extLst>
              <a:ext uri="{FF2B5EF4-FFF2-40B4-BE49-F238E27FC236}">
                <a16:creationId xmlns:a16="http://schemas.microsoft.com/office/drawing/2014/main" id="{C8B77142-FA8F-519E-7BBD-ABAE915BDE36}"/>
              </a:ext>
            </a:extLst>
          </p:cNvPr>
          <p:cNvSpPr/>
          <p:nvPr userDrawn="1"/>
        </p:nvSpPr>
        <p:spPr>
          <a:xfrm>
            <a:off x="7528557" y="1698"/>
            <a:ext cx="6891224" cy="9100292"/>
          </a:xfrm>
          <a:custGeom>
            <a:avLst/>
            <a:gdLst>
              <a:gd name="connsiteX0" fmla="*/ 3621363 w 6891224"/>
              <a:gd name="connsiteY0" fmla="*/ 0 h 9100292"/>
              <a:gd name="connsiteX1" fmla="*/ 4663443 w 6891224"/>
              <a:gd name="connsiteY1" fmla="*/ 0 h 9100292"/>
              <a:gd name="connsiteX2" fmla="*/ 4663443 w 6891224"/>
              <a:gd name="connsiteY2" fmla="*/ 8743717 h 9100292"/>
              <a:gd name="connsiteX3" fmla="*/ 6891224 w 6891224"/>
              <a:gd name="connsiteY3" fmla="*/ 8743717 h 9100292"/>
              <a:gd name="connsiteX4" fmla="*/ 6686729 w 6891224"/>
              <a:gd name="connsiteY4" fmla="*/ 8818869 h 9100292"/>
              <a:gd name="connsiteX5" fmla="*/ 4975861 w 6891224"/>
              <a:gd name="connsiteY5" fmla="*/ 9100292 h 9100292"/>
              <a:gd name="connsiteX6" fmla="*/ 0 w 6891224"/>
              <a:gd name="connsiteY6" fmla="*/ 4462457 h 9100292"/>
              <a:gd name="connsiteX7" fmla="*/ 3496192 w 6891224"/>
              <a:gd name="connsiteY7" fmla="*/ 33130 h 9100292"/>
              <a:gd name="connsiteX8" fmla="*/ 3621363 w 6891224"/>
              <a:gd name="connsiteY8" fmla="*/ 0 h 9100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91224" h="9100292">
                <a:moveTo>
                  <a:pt x="3621363" y="0"/>
                </a:moveTo>
                <a:lnTo>
                  <a:pt x="4663443" y="0"/>
                </a:lnTo>
                <a:lnTo>
                  <a:pt x="4663443" y="8743717"/>
                </a:lnTo>
                <a:lnTo>
                  <a:pt x="6891224" y="8743717"/>
                </a:lnTo>
                <a:lnTo>
                  <a:pt x="6686729" y="8818869"/>
                </a:lnTo>
                <a:cubicBezTo>
                  <a:pt x="6153253" y="9000932"/>
                  <a:pt x="5577006" y="9100292"/>
                  <a:pt x="4975861" y="9100292"/>
                </a:cubicBezTo>
                <a:cubicBezTo>
                  <a:pt x="2227769" y="9100292"/>
                  <a:pt x="0" y="7023863"/>
                  <a:pt x="0" y="4462457"/>
                </a:cubicBezTo>
                <a:cubicBezTo>
                  <a:pt x="0" y="2381315"/>
                  <a:pt x="1470676" y="620333"/>
                  <a:pt x="3496192" y="33130"/>
                </a:cubicBezTo>
                <a:lnTo>
                  <a:pt x="3621363" y="0"/>
                </a:lnTo>
                <a:close/>
              </a:path>
            </a:pathLst>
          </a:custGeom>
          <a:gradFill flip="none" rotWithShape="1">
            <a:gsLst>
              <a:gs pos="100000">
                <a:schemeClr val="accent1">
                  <a:lumMod val="45000"/>
                  <a:lumOff val="55000"/>
                  <a:alpha val="45000"/>
                </a:schemeClr>
              </a:gs>
              <a:gs pos="50000">
                <a:schemeClr val="accent1">
                  <a:alpha val="0"/>
                </a:schemeClr>
              </a:gs>
              <a:gs pos="0">
                <a:schemeClr val="accent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dirty="0"/>
          </a:p>
        </p:txBody>
      </p:sp>
      <p:sp>
        <p:nvSpPr>
          <p:cNvPr id="40" name="任意多边形: 形状 39">
            <a:extLst>
              <a:ext uri="{FF2B5EF4-FFF2-40B4-BE49-F238E27FC236}">
                <a16:creationId xmlns:a16="http://schemas.microsoft.com/office/drawing/2014/main" id="{49B6B922-9FE0-ACC0-2856-83979932223A}"/>
              </a:ext>
            </a:extLst>
          </p:cNvPr>
          <p:cNvSpPr/>
          <p:nvPr userDrawn="1"/>
        </p:nvSpPr>
        <p:spPr>
          <a:xfrm>
            <a:off x="6242193" y="3655434"/>
            <a:ext cx="5949809" cy="3202566"/>
          </a:xfrm>
          <a:custGeom>
            <a:avLst/>
            <a:gdLst>
              <a:gd name="connsiteX0" fmla="*/ 4151489 w 5949809"/>
              <a:gd name="connsiteY0" fmla="*/ 0 h 3202566"/>
              <a:gd name="connsiteX1" fmla="*/ 5824340 w 5949809"/>
              <a:gd name="connsiteY1" fmla="*/ 337733 h 3202566"/>
              <a:gd name="connsiteX2" fmla="*/ 5949809 w 5949809"/>
              <a:gd name="connsiteY2" fmla="*/ 394457 h 3202566"/>
              <a:gd name="connsiteX3" fmla="*/ 5949809 w 5949809"/>
              <a:gd name="connsiteY3" fmla="*/ 3202566 h 3202566"/>
              <a:gd name="connsiteX4" fmla="*/ 0 w 5949809"/>
              <a:gd name="connsiteY4" fmla="*/ 3202566 h 3202566"/>
              <a:gd name="connsiteX5" fmla="*/ 47025 w 5949809"/>
              <a:gd name="connsiteY5" fmla="*/ 3019682 h 3202566"/>
              <a:gd name="connsiteX6" fmla="*/ 4151489 w 5949809"/>
              <a:gd name="connsiteY6" fmla="*/ 0 h 3202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9809" h="3202566">
                <a:moveTo>
                  <a:pt x="4151489" y="0"/>
                </a:moveTo>
                <a:cubicBezTo>
                  <a:pt x="4744875" y="0"/>
                  <a:pt x="5310173" y="120259"/>
                  <a:pt x="5824340" y="337733"/>
                </a:cubicBezTo>
                <a:lnTo>
                  <a:pt x="5949809" y="394457"/>
                </a:lnTo>
                <a:lnTo>
                  <a:pt x="5949809" y="3202566"/>
                </a:lnTo>
                <a:lnTo>
                  <a:pt x="0" y="3202566"/>
                </a:lnTo>
                <a:lnTo>
                  <a:pt x="47025" y="3019682"/>
                </a:lnTo>
                <a:cubicBezTo>
                  <a:pt x="591160" y="1270231"/>
                  <a:pt x="2222986" y="0"/>
                  <a:pt x="4151489" y="0"/>
                </a:cubicBezTo>
                <a:close/>
              </a:path>
            </a:pathLst>
          </a:custGeom>
          <a:gradFill>
            <a:gsLst>
              <a:gs pos="0">
                <a:schemeClr val="accent1"/>
              </a:gs>
              <a:gs pos="100000">
                <a:schemeClr val="accent1"/>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800"/>
          </a:p>
        </p:txBody>
      </p:sp>
    </p:spTree>
    <p:extLst>
      <p:ext uri="{BB962C8B-B14F-4D97-AF65-F5344CB8AC3E}">
        <p14:creationId xmlns:p14="http://schemas.microsoft.com/office/powerpoint/2010/main" val="3911417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3BD5DC2-93F8-A6A6-D337-0AFDC4E3B7D9}"/>
              </a:ext>
            </a:extLst>
          </p:cNvPr>
          <p:cNvSpPr/>
          <p:nvPr userDrawn="1"/>
        </p:nvSpPr>
        <p:spPr>
          <a:xfrm>
            <a:off x="0" y="2"/>
            <a:ext cx="12192000" cy="883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2" name="Title 1">
            <a:extLst>
              <a:ext uri="{FF2B5EF4-FFF2-40B4-BE49-F238E27FC236}">
                <a16:creationId xmlns:a16="http://schemas.microsoft.com/office/drawing/2014/main" id="{652EDE83-63CC-4B33-B715-3953EADE2100}"/>
              </a:ext>
            </a:extLst>
          </p:cNvPr>
          <p:cNvSpPr>
            <a:spLocks noGrp="1"/>
          </p:cNvSpPr>
          <p:nvPr>
            <p:ph type="title" hasCustomPrompt="1"/>
          </p:nvPr>
        </p:nvSpPr>
        <p:spPr>
          <a:xfrm>
            <a:off x="660401" y="90327"/>
            <a:ext cx="10858500" cy="792781"/>
          </a:xfrm>
        </p:spPr>
        <p:txBody>
          <a:bodyPr anchor="ctr" anchorCtr="0"/>
          <a:lstStyle>
            <a:lvl1pPr>
              <a:defRPr>
                <a:solidFill>
                  <a:srgbClr val="FFFFFF"/>
                </a:solidFill>
              </a:defRPr>
            </a:lvl1pPr>
          </a:lstStyle>
          <a:p>
            <a:r>
              <a:rPr lang="zh-CN" altLang="en-US" dirty="0"/>
              <a:t>单击此处添加主标题</a:t>
            </a:r>
          </a:p>
        </p:txBody>
      </p:sp>
      <p:grpSp>
        <p:nvGrpSpPr>
          <p:cNvPr id="8" name="组合 7">
            <a:extLst>
              <a:ext uri="{FF2B5EF4-FFF2-40B4-BE49-F238E27FC236}">
                <a16:creationId xmlns:a16="http://schemas.microsoft.com/office/drawing/2014/main" id="{330E0B63-DF19-3794-3DF0-9401BE50367F}"/>
              </a:ext>
            </a:extLst>
          </p:cNvPr>
          <p:cNvGrpSpPr/>
          <p:nvPr userDrawn="1"/>
        </p:nvGrpSpPr>
        <p:grpSpPr>
          <a:xfrm>
            <a:off x="11074400" y="-89836"/>
            <a:ext cx="1117600" cy="972451"/>
            <a:chOff x="4792887" y="84668"/>
            <a:chExt cx="7037850" cy="6773332"/>
          </a:xfrm>
        </p:grpSpPr>
        <p:sp>
          <p:nvSpPr>
            <p:cNvPr id="9" name="椭圆 8">
              <a:extLst>
                <a:ext uri="{FF2B5EF4-FFF2-40B4-BE49-F238E27FC236}">
                  <a16:creationId xmlns:a16="http://schemas.microsoft.com/office/drawing/2014/main" id="{3F370A4D-BC39-B3D9-65E0-793CBEA4D82A}"/>
                </a:ext>
              </a:extLst>
            </p:cNvPr>
            <p:cNvSpPr/>
            <p:nvPr userDrawn="1"/>
          </p:nvSpPr>
          <p:spPr>
            <a:xfrm>
              <a:off x="4792887" y="84668"/>
              <a:ext cx="7037850" cy="6773332"/>
            </a:xfrm>
            <a:prstGeom prst="ellipse">
              <a:avLst/>
            </a:prstGeom>
            <a:gradFill flip="none" rotWithShape="1">
              <a:gsLst>
                <a:gs pos="25000">
                  <a:schemeClr val="accent1">
                    <a:lumMod val="45000"/>
                    <a:lumOff val="55000"/>
                    <a:alpha val="45000"/>
                  </a:schemeClr>
                </a:gs>
                <a:gs pos="83000">
                  <a:schemeClr val="accent1">
                    <a:alpha val="0"/>
                  </a:schemeClr>
                </a:gs>
                <a:gs pos="100000">
                  <a:schemeClr val="accent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10" name="椭圆 9">
              <a:extLst>
                <a:ext uri="{FF2B5EF4-FFF2-40B4-BE49-F238E27FC236}">
                  <a16:creationId xmlns:a16="http://schemas.microsoft.com/office/drawing/2014/main" id="{6BF1186D-E493-415B-0DB8-79DE79037869}"/>
                </a:ext>
              </a:extLst>
            </p:cNvPr>
            <p:cNvSpPr/>
            <p:nvPr userDrawn="1"/>
          </p:nvSpPr>
          <p:spPr>
            <a:xfrm>
              <a:off x="7949863" y="3285061"/>
              <a:ext cx="2838856" cy="2950641"/>
            </a:xfrm>
            <a:prstGeom prst="ellipse">
              <a:avLst/>
            </a:prstGeom>
            <a:gradFill flip="none" rotWithShape="1">
              <a:gsLst>
                <a:gs pos="34000">
                  <a:schemeClr val="accent2">
                    <a:alpha val="34000"/>
                  </a:schemeClr>
                </a:gs>
                <a:gs pos="74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grpSp>
      <p:sp>
        <p:nvSpPr>
          <p:cNvPr id="12" name="任意多边形: 形状 11">
            <a:extLst>
              <a:ext uri="{FF2B5EF4-FFF2-40B4-BE49-F238E27FC236}">
                <a16:creationId xmlns:a16="http://schemas.microsoft.com/office/drawing/2014/main" id="{705CAEB6-4A51-02B2-D69B-9EF3C0945242}"/>
              </a:ext>
            </a:extLst>
          </p:cNvPr>
          <p:cNvSpPr/>
          <p:nvPr userDrawn="1"/>
        </p:nvSpPr>
        <p:spPr>
          <a:xfrm>
            <a:off x="0" y="2"/>
            <a:ext cx="792480" cy="792781"/>
          </a:xfrm>
          <a:custGeom>
            <a:avLst/>
            <a:gdLst>
              <a:gd name="connsiteX0" fmla="*/ 0 w 2712356"/>
              <a:gd name="connsiteY0" fmla="*/ 0 h 2713385"/>
              <a:gd name="connsiteX1" fmla="*/ 2635987 w 2712356"/>
              <a:gd name="connsiteY1" fmla="*/ 0 h 2713385"/>
              <a:gd name="connsiteX2" fmla="*/ 2670483 w 2712356"/>
              <a:gd name="connsiteY2" fmla="*/ 139441 h 2713385"/>
              <a:gd name="connsiteX3" fmla="*/ 2712356 w 2712356"/>
              <a:gd name="connsiteY3" fmla="*/ 571172 h 2713385"/>
              <a:gd name="connsiteX4" fmla="*/ 651295 w 2712356"/>
              <a:gd name="connsiteY4" fmla="*/ 2713385 h 2713385"/>
              <a:gd name="connsiteX5" fmla="*/ 38398 w 2712356"/>
              <a:gd name="connsiteY5" fmla="*/ 2617075 h 2713385"/>
              <a:gd name="connsiteX6" fmla="*/ 0 w 2712356"/>
              <a:gd name="connsiteY6" fmla="*/ 2602468 h 2713385"/>
              <a:gd name="connsiteX7" fmla="*/ 0 w 2712356"/>
              <a:gd name="connsiteY7" fmla="*/ 0 h 271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12356" h="2713385">
                <a:moveTo>
                  <a:pt x="0" y="0"/>
                </a:moveTo>
                <a:lnTo>
                  <a:pt x="2635987" y="0"/>
                </a:lnTo>
                <a:lnTo>
                  <a:pt x="2670483" y="139441"/>
                </a:lnTo>
                <a:cubicBezTo>
                  <a:pt x="2697938" y="278894"/>
                  <a:pt x="2712356" y="423283"/>
                  <a:pt x="2712356" y="571172"/>
                </a:cubicBezTo>
                <a:cubicBezTo>
                  <a:pt x="2712356" y="1754284"/>
                  <a:pt x="1789588" y="2713385"/>
                  <a:pt x="651295" y="2713385"/>
                </a:cubicBezTo>
                <a:cubicBezTo>
                  <a:pt x="437865" y="2713385"/>
                  <a:pt x="232012" y="2679667"/>
                  <a:pt x="38398" y="2617075"/>
                </a:cubicBezTo>
                <a:lnTo>
                  <a:pt x="0" y="2602468"/>
                </a:lnTo>
                <a:lnTo>
                  <a:pt x="0" y="0"/>
                </a:lnTo>
                <a:close/>
              </a:path>
            </a:pathLst>
          </a:custGeom>
          <a:gradFill flip="none" rotWithShape="1">
            <a:gsLst>
              <a:gs pos="86000">
                <a:srgbClr val="B1B6D1">
                  <a:alpha val="0"/>
                </a:srgbClr>
              </a:gs>
              <a:gs pos="34000">
                <a:srgbClr val="8B93C4">
                  <a:alpha val="42000"/>
                </a:srgbClr>
              </a:gs>
              <a:gs pos="79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2871591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和正文">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3BD5DC2-93F8-A6A6-D337-0AFDC4E3B7D9}"/>
              </a:ext>
            </a:extLst>
          </p:cNvPr>
          <p:cNvSpPr/>
          <p:nvPr userDrawn="1"/>
        </p:nvSpPr>
        <p:spPr>
          <a:xfrm>
            <a:off x="0" y="2"/>
            <a:ext cx="12192000" cy="883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2" name="Title 1">
            <a:extLst>
              <a:ext uri="{FF2B5EF4-FFF2-40B4-BE49-F238E27FC236}">
                <a16:creationId xmlns:a16="http://schemas.microsoft.com/office/drawing/2014/main" id="{652EDE83-63CC-4B33-B715-3953EADE2100}"/>
              </a:ext>
            </a:extLst>
          </p:cNvPr>
          <p:cNvSpPr>
            <a:spLocks noGrp="1"/>
          </p:cNvSpPr>
          <p:nvPr>
            <p:ph type="title" hasCustomPrompt="1"/>
          </p:nvPr>
        </p:nvSpPr>
        <p:spPr>
          <a:xfrm>
            <a:off x="660401" y="90327"/>
            <a:ext cx="10858500" cy="792781"/>
          </a:xfrm>
        </p:spPr>
        <p:txBody>
          <a:bodyPr anchor="ctr" anchorCtr="0">
            <a:normAutofit/>
          </a:bodyPr>
          <a:lstStyle>
            <a:lvl1pPr>
              <a:defRPr sz="3200">
                <a:solidFill>
                  <a:srgbClr val="FFFFFF"/>
                </a:solidFill>
              </a:defRPr>
            </a:lvl1pPr>
          </a:lstStyle>
          <a:p>
            <a:r>
              <a:rPr lang="zh-CN" altLang="en-US" dirty="0"/>
              <a:t>单击此处添加主标题</a:t>
            </a:r>
          </a:p>
        </p:txBody>
      </p:sp>
      <p:grpSp>
        <p:nvGrpSpPr>
          <p:cNvPr id="8" name="组合 7">
            <a:extLst>
              <a:ext uri="{FF2B5EF4-FFF2-40B4-BE49-F238E27FC236}">
                <a16:creationId xmlns:a16="http://schemas.microsoft.com/office/drawing/2014/main" id="{330E0B63-DF19-3794-3DF0-9401BE50367F}"/>
              </a:ext>
            </a:extLst>
          </p:cNvPr>
          <p:cNvGrpSpPr/>
          <p:nvPr userDrawn="1"/>
        </p:nvGrpSpPr>
        <p:grpSpPr>
          <a:xfrm>
            <a:off x="11074400" y="-89836"/>
            <a:ext cx="1117600" cy="972451"/>
            <a:chOff x="4792887" y="84668"/>
            <a:chExt cx="7037850" cy="6773332"/>
          </a:xfrm>
        </p:grpSpPr>
        <p:sp>
          <p:nvSpPr>
            <p:cNvPr id="9" name="椭圆 8">
              <a:extLst>
                <a:ext uri="{FF2B5EF4-FFF2-40B4-BE49-F238E27FC236}">
                  <a16:creationId xmlns:a16="http://schemas.microsoft.com/office/drawing/2014/main" id="{3F370A4D-BC39-B3D9-65E0-793CBEA4D82A}"/>
                </a:ext>
              </a:extLst>
            </p:cNvPr>
            <p:cNvSpPr/>
            <p:nvPr userDrawn="1"/>
          </p:nvSpPr>
          <p:spPr>
            <a:xfrm>
              <a:off x="4792887" y="84668"/>
              <a:ext cx="7037850" cy="6773332"/>
            </a:xfrm>
            <a:prstGeom prst="ellipse">
              <a:avLst/>
            </a:prstGeom>
            <a:gradFill flip="none" rotWithShape="1">
              <a:gsLst>
                <a:gs pos="25000">
                  <a:schemeClr val="accent1">
                    <a:lumMod val="45000"/>
                    <a:lumOff val="55000"/>
                    <a:alpha val="45000"/>
                  </a:schemeClr>
                </a:gs>
                <a:gs pos="83000">
                  <a:schemeClr val="accent1">
                    <a:alpha val="0"/>
                  </a:schemeClr>
                </a:gs>
                <a:gs pos="100000">
                  <a:schemeClr val="accent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10" name="椭圆 9">
              <a:extLst>
                <a:ext uri="{FF2B5EF4-FFF2-40B4-BE49-F238E27FC236}">
                  <a16:creationId xmlns:a16="http://schemas.microsoft.com/office/drawing/2014/main" id="{6BF1186D-E493-415B-0DB8-79DE79037869}"/>
                </a:ext>
              </a:extLst>
            </p:cNvPr>
            <p:cNvSpPr/>
            <p:nvPr userDrawn="1"/>
          </p:nvSpPr>
          <p:spPr>
            <a:xfrm>
              <a:off x="7949863" y="3285061"/>
              <a:ext cx="2838856" cy="2950641"/>
            </a:xfrm>
            <a:prstGeom prst="ellipse">
              <a:avLst/>
            </a:prstGeom>
            <a:gradFill flip="none" rotWithShape="1">
              <a:gsLst>
                <a:gs pos="34000">
                  <a:schemeClr val="accent2">
                    <a:alpha val="34000"/>
                  </a:schemeClr>
                </a:gs>
                <a:gs pos="74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grpSp>
      <p:sp>
        <p:nvSpPr>
          <p:cNvPr id="12" name="任意多边形: 形状 11">
            <a:extLst>
              <a:ext uri="{FF2B5EF4-FFF2-40B4-BE49-F238E27FC236}">
                <a16:creationId xmlns:a16="http://schemas.microsoft.com/office/drawing/2014/main" id="{705CAEB6-4A51-02B2-D69B-9EF3C0945242}"/>
              </a:ext>
            </a:extLst>
          </p:cNvPr>
          <p:cNvSpPr/>
          <p:nvPr userDrawn="1"/>
        </p:nvSpPr>
        <p:spPr>
          <a:xfrm>
            <a:off x="0" y="2"/>
            <a:ext cx="792480" cy="792781"/>
          </a:xfrm>
          <a:custGeom>
            <a:avLst/>
            <a:gdLst>
              <a:gd name="connsiteX0" fmla="*/ 0 w 2712356"/>
              <a:gd name="connsiteY0" fmla="*/ 0 h 2713385"/>
              <a:gd name="connsiteX1" fmla="*/ 2635987 w 2712356"/>
              <a:gd name="connsiteY1" fmla="*/ 0 h 2713385"/>
              <a:gd name="connsiteX2" fmla="*/ 2670483 w 2712356"/>
              <a:gd name="connsiteY2" fmla="*/ 139441 h 2713385"/>
              <a:gd name="connsiteX3" fmla="*/ 2712356 w 2712356"/>
              <a:gd name="connsiteY3" fmla="*/ 571172 h 2713385"/>
              <a:gd name="connsiteX4" fmla="*/ 651295 w 2712356"/>
              <a:gd name="connsiteY4" fmla="*/ 2713385 h 2713385"/>
              <a:gd name="connsiteX5" fmla="*/ 38398 w 2712356"/>
              <a:gd name="connsiteY5" fmla="*/ 2617075 h 2713385"/>
              <a:gd name="connsiteX6" fmla="*/ 0 w 2712356"/>
              <a:gd name="connsiteY6" fmla="*/ 2602468 h 2713385"/>
              <a:gd name="connsiteX7" fmla="*/ 0 w 2712356"/>
              <a:gd name="connsiteY7" fmla="*/ 0 h 271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12356" h="2713385">
                <a:moveTo>
                  <a:pt x="0" y="0"/>
                </a:moveTo>
                <a:lnTo>
                  <a:pt x="2635987" y="0"/>
                </a:lnTo>
                <a:lnTo>
                  <a:pt x="2670483" y="139441"/>
                </a:lnTo>
                <a:cubicBezTo>
                  <a:pt x="2697938" y="278894"/>
                  <a:pt x="2712356" y="423283"/>
                  <a:pt x="2712356" y="571172"/>
                </a:cubicBezTo>
                <a:cubicBezTo>
                  <a:pt x="2712356" y="1754284"/>
                  <a:pt x="1789588" y="2713385"/>
                  <a:pt x="651295" y="2713385"/>
                </a:cubicBezTo>
                <a:cubicBezTo>
                  <a:pt x="437865" y="2713385"/>
                  <a:pt x="232012" y="2679667"/>
                  <a:pt x="38398" y="2617075"/>
                </a:cubicBezTo>
                <a:lnTo>
                  <a:pt x="0" y="2602468"/>
                </a:lnTo>
                <a:lnTo>
                  <a:pt x="0" y="0"/>
                </a:lnTo>
                <a:close/>
              </a:path>
            </a:pathLst>
          </a:custGeom>
          <a:gradFill flip="none" rotWithShape="1">
            <a:gsLst>
              <a:gs pos="86000">
                <a:srgbClr val="B1B6D1">
                  <a:alpha val="0"/>
                </a:srgbClr>
              </a:gs>
              <a:gs pos="34000">
                <a:srgbClr val="8B93C4">
                  <a:alpha val="42000"/>
                </a:srgbClr>
              </a:gs>
              <a:gs pos="79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3" name="Content Placeholder 2">
            <a:extLst>
              <a:ext uri="{FF2B5EF4-FFF2-40B4-BE49-F238E27FC236}">
                <a16:creationId xmlns:a16="http://schemas.microsoft.com/office/drawing/2014/main" id="{1A2A9F09-7DDC-32D6-81D8-6D33FC4931AE}"/>
              </a:ext>
            </a:extLst>
          </p:cNvPr>
          <p:cNvSpPr>
            <a:spLocks noGrp="1"/>
          </p:cNvSpPr>
          <p:nvPr>
            <p:ph idx="1"/>
          </p:nvPr>
        </p:nvSpPr>
        <p:spPr>
          <a:xfrm>
            <a:off x="660401" y="1130300"/>
            <a:ext cx="10858500" cy="5003800"/>
          </a:xfrm>
        </p:spPr>
        <p:txBody>
          <a:bodyPr>
            <a:normAutofit/>
          </a:bodyPr>
          <a:lstStyle>
            <a:lvl1pPr>
              <a:lnSpc>
                <a:spcPct val="110000"/>
              </a:lnSpc>
              <a:spcBef>
                <a:spcPts val="600"/>
              </a:spcBef>
              <a:defRPr sz="2400" baseline="0">
                <a:latin typeface="Arial" panose="020B0604020202020204" pitchFamily="34" charset="0"/>
                <a:ea typeface="微软雅黑" panose="020B0503020204020204" pitchFamily="34" charset="-122"/>
              </a:defRPr>
            </a:lvl1pPr>
            <a:lvl2pPr>
              <a:lnSpc>
                <a:spcPct val="110000"/>
              </a:lnSpc>
              <a:spcBef>
                <a:spcPts val="600"/>
              </a:spcBef>
              <a:defRPr sz="2000" baseline="0">
                <a:latin typeface="Arial" panose="020B0604020202020204" pitchFamily="34" charset="0"/>
                <a:ea typeface="微软雅黑" panose="020B0503020204020204" pitchFamily="34" charset="-122"/>
              </a:defRPr>
            </a:lvl2pPr>
            <a:lvl3pPr>
              <a:lnSpc>
                <a:spcPct val="110000"/>
              </a:lnSpc>
              <a:spcBef>
                <a:spcPts val="600"/>
              </a:spcBef>
              <a:defRPr sz="1800" baseline="0">
                <a:latin typeface="Arial" panose="020B0604020202020204" pitchFamily="34" charset="0"/>
                <a:ea typeface="微软雅黑" panose="020B0503020204020204" pitchFamily="34" charset="-122"/>
              </a:defRPr>
            </a:lvl3pPr>
            <a:lvl4pPr>
              <a:lnSpc>
                <a:spcPct val="110000"/>
              </a:lnSpc>
              <a:spcBef>
                <a:spcPts val="600"/>
              </a:spcBef>
              <a:defRPr sz="1600" baseline="0">
                <a:latin typeface="Arial" panose="020B0604020202020204" pitchFamily="34" charset="0"/>
                <a:ea typeface="微软雅黑" panose="020B0503020204020204" pitchFamily="34" charset="-122"/>
              </a:defRPr>
            </a:lvl4pPr>
            <a:lvl5pPr>
              <a:lnSpc>
                <a:spcPct val="110000"/>
              </a:lnSpc>
              <a:spcBef>
                <a:spcPts val="600"/>
              </a:spcBef>
              <a:defRPr sz="1600" baseline="0">
                <a:latin typeface="Arial" panose="020B0604020202020204" pitchFamily="34" charset="0"/>
                <a:ea typeface="微软雅黑" panose="020B0503020204020204" pitchFamily="34" charset="-122"/>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1072221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C6DA8-D137-41D2-A934-63CB8FFB8B81}"/>
              </a:ext>
            </a:extLst>
          </p:cNvPr>
          <p:cNvSpPr>
            <a:spLocks noGrp="1"/>
          </p:cNvSpPr>
          <p:nvPr>
            <p:ph type="title" hasCustomPrompt="1"/>
          </p:nvPr>
        </p:nvSpPr>
        <p:spPr/>
        <p:txBody>
          <a:bodyPr/>
          <a:lstStyle/>
          <a:p>
            <a:r>
              <a:rPr lang="en-US" altLang="zh-CN" dirty="0"/>
              <a:t>Click to edit title</a:t>
            </a:r>
            <a:endParaRPr lang="zh-CN" altLang="en-US" dirty="0"/>
          </a:p>
        </p:txBody>
      </p:sp>
      <p:sp>
        <p:nvSpPr>
          <p:cNvPr id="3" name="Content Placeholder 2">
            <a:extLst>
              <a:ext uri="{FF2B5EF4-FFF2-40B4-BE49-F238E27FC236}">
                <a16:creationId xmlns:a16="http://schemas.microsoft.com/office/drawing/2014/main" id="{0CED916A-3E34-4B9E-8F9F-7A8921A30F99}"/>
              </a:ext>
            </a:extLst>
          </p:cNvPr>
          <p:cNvSpPr>
            <a:spLocks noGrp="1"/>
          </p:cNvSpPr>
          <p:nvPr>
            <p:ph idx="1"/>
          </p:nvPr>
        </p:nvSpPr>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7" name="日期占位符 6">
            <a:extLst>
              <a:ext uri="{FF2B5EF4-FFF2-40B4-BE49-F238E27FC236}">
                <a16:creationId xmlns:a16="http://schemas.microsoft.com/office/drawing/2014/main" id="{8AB63B05-F6A0-3D6F-F801-8D11984D089B}"/>
              </a:ext>
            </a:extLst>
          </p:cNvPr>
          <p:cNvSpPr>
            <a:spLocks noGrp="1"/>
          </p:cNvSpPr>
          <p:nvPr>
            <p:ph type="dt" sz="half" idx="10"/>
          </p:nvPr>
        </p:nvSpPr>
        <p:spPr/>
        <p:txBody>
          <a:bodyPr/>
          <a:lstStyle/>
          <a:p>
            <a:fld id="{22581C77-C049-4AAA-A3C8-544909BBB11E}" type="datetime1">
              <a:rPr lang="zh-CN" altLang="en-US" smtClean="0"/>
              <a:t>2023/9/6</a:t>
            </a:fld>
            <a:endParaRPr lang="en-US" altLang="zh-CN" dirty="0"/>
          </a:p>
        </p:txBody>
      </p:sp>
      <p:sp>
        <p:nvSpPr>
          <p:cNvPr id="9" name="灯片编号占位符 8">
            <a:extLst>
              <a:ext uri="{FF2B5EF4-FFF2-40B4-BE49-F238E27FC236}">
                <a16:creationId xmlns:a16="http://schemas.microsoft.com/office/drawing/2014/main" id="{127CA976-277E-412D-DEC7-ABBF4B1C5C65}"/>
              </a:ext>
            </a:extLst>
          </p:cNvPr>
          <p:cNvSpPr>
            <a:spLocks noGrp="1"/>
          </p:cNvSpPr>
          <p:nvPr>
            <p:ph type="sldNum" sz="quarter" idx="12"/>
          </p:nvPr>
        </p:nvSpPr>
        <p:spPr/>
        <p:txBody>
          <a:bodyPr/>
          <a:lstStyle/>
          <a:p>
            <a:fld id="{7F65B630-C7FF-41C0-9923-C5E5E29EED81}" type="slidenum">
              <a:rPr lang="en-US" altLang="zh-CN" smtClean="0"/>
              <a:pPr/>
              <a:t>‹#›</a:t>
            </a:fld>
            <a:endParaRPr lang="en-US" altLang="zh-CN" dirty="0"/>
          </a:p>
        </p:txBody>
      </p:sp>
    </p:spTree>
    <p:extLst>
      <p:ext uri="{BB962C8B-B14F-4D97-AF65-F5344CB8AC3E}">
        <p14:creationId xmlns:p14="http://schemas.microsoft.com/office/powerpoint/2010/main" val="4087665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www.51pptmoban.com">
    <p:spTree>
      <p:nvGrpSpPr>
        <p:cNvPr id="1" name=""/>
        <p:cNvGrpSpPr/>
        <p:nvPr/>
      </p:nvGrpSpPr>
      <p:grpSpPr>
        <a:xfrm>
          <a:off x="0" y="0"/>
          <a:ext cx="0" cy="0"/>
          <a:chOff x="0" y="0"/>
          <a:chExt cx="0" cy="0"/>
        </a:xfrm>
      </p:grpSpPr>
      <p:sp>
        <p:nvSpPr>
          <p:cNvPr id="5" name="日期占位符 4">
            <a:extLst>
              <a:ext uri="{FF2B5EF4-FFF2-40B4-BE49-F238E27FC236}">
                <a16:creationId xmlns:a16="http://schemas.microsoft.com/office/drawing/2014/main" id="{7F34B5E9-7F1A-757A-6933-C2854022C321}"/>
              </a:ext>
            </a:extLst>
          </p:cNvPr>
          <p:cNvSpPr>
            <a:spLocks noGrp="1"/>
          </p:cNvSpPr>
          <p:nvPr>
            <p:ph type="dt" sz="half" idx="10"/>
          </p:nvPr>
        </p:nvSpPr>
        <p:spPr/>
        <p:txBody>
          <a:bodyPr/>
          <a:lstStyle/>
          <a:p>
            <a:fld id="{22581C77-C049-4AAA-A3C8-544909BBB11E}" type="datetime1">
              <a:rPr lang="zh-CN" altLang="en-US" smtClean="0"/>
              <a:t>2023/9/6</a:t>
            </a:fld>
            <a:endParaRPr lang="en-US" altLang="zh-CN" dirty="0"/>
          </a:p>
        </p:txBody>
      </p:sp>
      <p:sp>
        <p:nvSpPr>
          <p:cNvPr id="6" name="页脚占位符 5">
            <a:extLst>
              <a:ext uri="{FF2B5EF4-FFF2-40B4-BE49-F238E27FC236}">
                <a16:creationId xmlns:a16="http://schemas.microsoft.com/office/drawing/2014/main" id="{DED42E90-FD3D-CF04-A89E-B408C6596245}"/>
              </a:ext>
            </a:extLst>
          </p:cNvPr>
          <p:cNvSpPr>
            <a:spLocks noGrp="1"/>
          </p:cNvSpPr>
          <p:nvPr>
            <p:ph type="ftr" sz="quarter" idx="11"/>
          </p:nvPr>
        </p:nvSpPr>
        <p:spPr/>
        <p:txBody>
          <a:bodyPr/>
          <a:lstStyle/>
          <a:p>
            <a:r>
              <a:rPr lang="zh-CN" altLang="en-US"/>
              <a:t>商务</a:t>
            </a:r>
            <a:r>
              <a:rPr lang="en-US" altLang="zh-CN"/>
              <a:t>PPT</a:t>
            </a:r>
            <a:r>
              <a:rPr lang="zh-CN" altLang="en-US"/>
              <a:t>模板</a:t>
            </a:r>
            <a:endParaRPr lang="zh-CN" altLang="en-US" dirty="0"/>
          </a:p>
        </p:txBody>
      </p:sp>
      <p:sp>
        <p:nvSpPr>
          <p:cNvPr id="7" name="灯片编号占位符 6">
            <a:extLst>
              <a:ext uri="{FF2B5EF4-FFF2-40B4-BE49-F238E27FC236}">
                <a16:creationId xmlns:a16="http://schemas.microsoft.com/office/drawing/2014/main" id="{BC451E9D-D337-3CDB-5813-83070E69D71F}"/>
              </a:ext>
            </a:extLst>
          </p:cNvPr>
          <p:cNvSpPr>
            <a:spLocks noGrp="1"/>
          </p:cNvSpPr>
          <p:nvPr>
            <p:ph type="sldNum" sz="quarter" idx="12"/>
          </p:nvPr>
        </p:nvSpPr>
        <p:spPr/>
        <p:txBody>
          <a:bodyPr/>
          <a:lstStyle/>
          <a:p>
            <a:fld id="{7F65B630-C7FF-41C0-9923-C5E5E29EED81}" type="slidenum">
              <a:rPr lang="en-US" altLang="zh-CN" smtClean="0"/>
              <a:pPr/>
              <a:t>‹#›</a:t>
            </a:fld>
            <a:endParaRPr lang="en-US" altLang="zh-CN" dirty="0"/>
          </a:p>
        </p:txBody>
      </p:sp>
    </p:spTree>
    <p:extLst>
      <p:ext uri="{BB962C8B-B14F-4D97-AF65-F5344CB8AC3E}">
        <p14:creationId xmlns:p14="http://schemas.microsoft.com/office/powerpoint/2010/main" val="807249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末尾幻灯片">
    <p:bg>
      <p:bgPr>
        <a:gradFill>
          <a:gsLst>
            <a:gs pos="41000">
              <a:schemeClr val="accent1"/>
            </a:gs>
            <a:gs pos="100000">
              <a:schemeClr val="accent1">
                <a:alpha val="90000"/>
              </a:schemeClr>
            </a:gs>
          </a:gsLst>
          <a:path path="circle">
            <a:fillToRect r="100000" b="100000"/>
          </a:path>
        </a:grad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AAA98E5A-3A9B-76BC-8AC3-016C59AA4760}"/>
              </a:ext>
            </a:extLst>
          </p:cNvPr>
          <p:cNvGrpSpPr/>
          <p:nvPr userDrawn="1"/>
        </p:nvGrpSpPr>
        <p:grpSpPr>
          <a:xfrm>
            <a:off x="4643122" y="42334"/>
            <a:ext cx="7182311" cy="6773332"/>
            <a:chOff x="4648426" y="84668"/>
            <a:chExt cx="7182311" cy="6773332"/>
          </a:xfrm>
        </p:grpSpPr>
        <p:sp>
          <p:nvSpPr>
            <p:cNvPr id="3" name="椭圆 2">
              <a:extLst>
                <a:ext uri="{FF2B5EF4-FFF2-40B4-BE49-F238E27FC236}">
                  <a16:creationId xmlns:a16="http://schemas.microsoft.com/office/drawing/2014/main" id="{443180D6-55C2-456A-876B-6DFD6FED559E}"/>
                </a:ext>
              </a:extLst>
            </p:cNvPr>
            <p:cNvSpPr/>
            <p:nvPr userDrawn="1"/>
          </p:nvSpPr>
          <p:spPr>
            <a:xfrm>
              <a:off x="4792887" y="84668"/>
              <a:ext cx="7037850" cy="6773332"/>
            </a:xfrm>
            <a:prstGeom prst="ellipse">
              <a:avLst/>
            </a:prstGeom>
            <a:gradFill flip="none" rotWithShape="1">
              <a:gsLst>
                <a:gs pos="25000">
                  <a:schemeClr val="accent1">
                    <a:lumMod val="45000"/>
                    <a:lumOff val="55000"/>
                    <a:alpha val="45000"/>
                  </a:schemeClr>
                </a:gs>
                <a:gs pos="83000">
                  <a:schemeClr val="accent1">
                    <a:alpha val="0"/>
                  </a:schemeClr>
                </a:gs>
                <a:gs pos="100000">
                  <a:schemeClr val="accent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4" name="椭圆 3">
              <a:extLst>
                <a:ext uri="{FF2B5EF4-FFF2-40B4-BE49-F238E27FC236}">
                  <a16:creationId xmlns:a16="http://schemas.microsoft.com/office/drawing/2014/main" id="{CCE37F71-F955-2E51-24EA-BAE38D51B2AA}"/>
                </a:ext>
              </a:extLst>
            </p:cNvPr>
            <p:cNvSpPr/>
            <p:nvPr userDrawn="1"/>
          </p:nvSpPr>
          <p:spPr>
            <a:xfrm>
              <a:off x="7949862" y="3285063"/>
              <a:ext cx="2838859" cy="2950637"/>
            </a:xfrm>
            <a:prstGeom prst="ellipse">
              <a:avLst/>
            </a:prstGeom>
            <a:gradFill flip="none" rotWithShape="1">
              <a:gsLst>
                <a:gs pos="11000">
                  <a:srgbClr val="B1B6D1">
                    <a:alpha val="0"/>
                  </a:srgbClr>
                </a:gs>
                <a:gs pos="44000">
                  <a:srgbClr val="8B93C4">
                    <a:alpha val="42000"/>
                  </a:srgbClr>
                </a:gs>
                <a:gs pos="7400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5" name="椭圆 4">
              <a:extLst>
                <a:ext uri="{FF2B5EF4-FFF2-40B4-BE49-F238E27FC236}">
                  <a16:creationId xmlns:a16="http://schemas.microsoft.com/office/drawing/2014/main" id="{2863C955-22E4-E129-BD9B-0A61289448AA}"/>
                </a:ext>
              </a:extLst>
            </p:cNvPr>
            <p:cNvSpPr/>
            <p:nvPr userDrawn="1"/>
          </p:nvSpPr>
          <p:spPr>
            <a:xfrm>
              <a:off x="4648426" y="897517"/>
              <a:ext cx="1312288" cy="1363958"/>
            </a:xfrm>
            <a:prstGeom prst="ellipse">
              <a:avLst/>
            </a:prstGeom>
            <a:gradFill flip="none" rotWithShape="1">
              <a:gsLst>
                <a:gs pos="20000">
                  <a:schemeClr val="accent2">
                    <a:alpha val="36000"/>
                  </a:schemeClr>
                </a:gs>
                <a:gs pos="100000">
                  <a:schemeClr val="accent1">
                    <a:alpha val="5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grpSp>
      <p:sp>
        <p:nvSpPr>
          <p:cNvPr id="6" name="任意多边形: 形状 5">
            <a:extLst>
              <a:ext uri="{FF2B5EF4-FFF2-40B4-BE49-F238E27FC236}">
                <a16:creationId xmlns:a16="http://schemas.microsoft.com/office/drawing/2014/main" id="{9BF1409B-5AAA-AD35-F9DB-81783BA40697}"/>
              </a:ext>
            </a:extLst>
          </p:cNvPr>
          <p:cNvSpPr/>
          <p:nvPr userDrawn="1"/>
        </p:nvSpPr>
        <p:spPr>
          <a:xfrm>
            <a:off x="1" y="2"/>
            <a:ext cx="2712356" cy="2713385"/>
          </a:xfrm>
          <a:custGeom>
            <a:avLst/>
            <a:gdLst>
              <a:gd name="connsiteX0" fmla="*/ 0 w 2712356"/>
              <a:gd name="connsiteY0" fmla="*/ 0 h 2713385"/>
              <a:gd name="connsiteX1" fmla="*/ 2635987 w 2712356"/>
              <a:gd name="connsiteY1" fmla="*/ 0 h 2713385"/>
              <a:gd name="connsiteX2" fmla="*/ 2670483 w 2712356"/>
              <a:gd name="connsiteY2" fmla="*/ 139441 h 2713385"/>
              <a:gd name="connsiteX3" fmla="*/ 2712356 w 2712356"/>
              <a:gd name="connsiteY3" fmla="*/ 571172 h 2713385"/>
              <a:gd name="connsiteX4" fmla="*/ 651295 w 2712356"/>
              <a:gd name="connsiteY4" fmla="*/ 2713385 h 2713385"/>
              <a:gd name="connsiteX5" fmla="*/ 38398 w 2712356"/>
              <a:gd name="connsiteY5" fmla="*/ 2617075 h 2713385"/>
              <a:gd name="connsiteX6" fmla="*/ 0 w 2712356"/>
              <a:gd name="connsiteY6" fmla="*/ 2602468 h 2713385"/>
              <a:gd name="connsiteX7" fmla="*/ 0 w 2712356"/>
              <a:gd name="connsiteY7" fmla="*/ 0 h 271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12356" h="2713385">
                <a:moveTo>
                  <a:pt x="0" y="0"/>
                </a:moveTo>
                <a:lnTo>
                  <a:pt x="2635987" y="0"/>
                </a:lnTo>
                <a:lnTo>
                  <a:pt x="2670483" y="139441"/>
                </a:lnTo>
                <a:cubicBezTo>
                  <a:pt x="2697938" y="278894"/>
                  <a:pt x="2712356" y="423283"/>
                  <a:pt x="2712356" y="571172"/>
                </a:cubicBezTo>
                <a:cubicBezTo>
                  <a:pt x="2712356" y="1754284"/>
                  <a:pt x="1789588" y="2713385"/>
                  <a:pt x="651295" y="2713385"/>
                </a:cubicBezTo>
                <a:cubicBezTo>
                  <a:pt x="437865" y="2713385"/>
                  <a:pt x="232012" y="2679667"/>
                  <a:pt x="38398" y="2617075"/>
                </a:cubicBezTo>
                <a:lnTo>
                  <a:pt x="0" y="2602468"/>
                </a:lnTo>
                <a:lnTo>
                  <a:pt x="0" y="0"/>
                </a:lnTo>
                <a:close/>
              </a:path>
            </a:pathLst>
          </a:custGeom>
          <a:gradFill flip="none" rotWithShape="1">
            <a:gsLst>
              <a:gs pos="86000">
                <a:srgbClr val="B1B6D1">
                  <a:alpha val="0"/>
                </a:srgbClr>
              </a:gs>
              <a:gs pos="34000">
                <a:srgbClr val="8B93C4">
                  <a:alpha val="42000"/>
                </a:srgbClr>
              </a:gs>
              <a:gs pos="79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10" name="Speaker Placeholder 3">
            <a:extLst>
              <a:ext uri="{FF2B5EF4-FFF2-40B4-BE49-F238E27FC236}">
                <a16:creationId xmlns:a16="http://schemas.microsoft.com/office/drawing/2014/main" id="{393CF57B-4E6D-EC77-AFD7-10BC4CE1EEAF}"/>
              </a:ext>
            </a:extLst>
          </p:cNvPr>
          <p:cNvSpPr>
            <a:spLocks noGrp="1"/>
          </p:cNvSpPr>
          <p:nvPr>
            <p:ph type="body" sz="quarter" idx="14" hasCustomPrompt="1"/>
          </p:nvPr>
        </p:nvSpPr>
        <p:spPr>
          <a:xfrm>
            <a:off x="660401" y="3769098"/>
            <a:ext cx="5568951" cy="296271"/>
          </a:xfrm>
        </p:spPr>
        <p:txBody>
          <a:bodyPr vert="horz" lIns="91440" tIns="45720" rIns="91440" bIns="45720" rtlCol="0" anchor="ctr">
            <a:noAutofit/>
          </a:bodyPr>
          <a:lstStyle>
            <a:lvl1pPr marL="0" indent="0" algn="l">
              <a:buNone/>
              <a:defRPr lang="en-US" altLang="zh-CN" sz="2000" b="0" smtClean="0">
                <a:solidFill>
                  <a:srgbClr val="FFFFFF"/>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zh-CN" altLang="en-US" dirty="0"/>
              <a:t>汇报人：</a:t>
            </a:r>
            <a:r>
              <a:rPr lang="en-US" altLang="zh-CN" dirty="0"/>
              <a:t>XXX</a:t>
            </a:r>
          </a:p>
        </p:txBody>
      </p:sp>
      <p:sp>
        <p:nvSpPr>
          <p:cNvPr id="11" name="Date Placeholder 4">
            <a:extLst>
              <a:ext uri="{FF2B5EF4-FFF2-40B4-BE49-F238E27FC236}">
                <a16:creationId xmlns:a16="http://schemas.microsoft.com/office/drawing/2014/main" id="{0491E251-5B90-7136-462F-BC5F844245A3}"/>
              </a:ext>
            </a:extLst>
          </p:cNvPr>
          <p:cNvSpPr>
            <a:spLocks noGrp="1"/>
          </p:cNvSpPr>
          <p:nvPr>
            <p:ph type="body" sz="quarter" idx="15" hasCustomPrompt="1"/>
          </p:nvPr>
        </p:nvSpPr>
        <p:spPr>
          <a:xfrm>
            <a:off x="660401" y="4174440"/>
            <a:ext cx="5568951" cy="335488"/>
          </a:xfrm>
        </p:spPr>
        <p:txBody>
          <a:bodyPr vert="horz" lIns="91440" tIns="45720" rIns="91440" bIns="45720" rtlCol="0" anchor="ctr">
            <a:noAutofit/>
          </a:bodyPr>
          <a:lstStyle>
            <a:lvl1pPr marL="0" indent="0" algn="l">
              <a:buNone/>
              <a:defRPr lang="en-US" altLang="zh-CN" sz="2000" b="0" smtClean="0">
                <a:solidFill>
                  <a:srgbClr val="FFFFFF"/>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zh-CN" altLang="en-US" dirty="0"/>
              <a:t>日期：</a:t>
            </a:r>
            <a:r>
              <a:rPr lang="en-US" altLang="zh-CN" dirty="0"/>
              <a:t>20XX</a:t>
            </a:r>
            <a:r>
              <a:rPr lang="zh-CN" altLang="en-US" dirty="0"/>
              <a:t>年</a:t>
            </a:r>
            <a:r>
              <a:rPr lang="en-US" altLang="zh-CN" dirty="0"/>
              <a:t>XX</a:t>
            </a:r>
            <a:r>
              <a:rPr lang="zh-CN" altLang="en-US" dirty="0"/>
              <a:t>月</a:t>
            </a:r>
            <a:r>
              <a:rPr lang="en-US" altLang="zh-CN" dirty="0"/>
              <a:t>XX</a:t>
            </a:r>
            <a:r>
              <a:rPr lang="zh-CN" altLang="en-US" dirty="0"/>
              <a:t>日</a:t>
            </a:r>
            <a:endParaRPr lang="en-US" altLang="en-US" dirty="0"/>
          </a:p>
        </p:txBody>
      </p:sp>
      <p:sp>
        <p:nvSpPr>
          <p:cNvPr id="7" name="Title Placeholder 1">
            <a:extLst>
              <a:ext uri="{FF2B5EF4-FFF2-40B4-BE49-F238E27FC236}">
                <a16:creationId xmlns:a16="http://schemas.microsoft.com/office/drawing/2014/main" id="{C2320649-ACD7-42E9-A261-E6ED46ACB452}"/>
              </a:ext>
            </a:extLst>
          </p:cNvPr>
          <p:cNvSpPr>
            <a:spLocks noGrp="1"/>
          </p:cNvSpPr>
          <p:nvPr>
            <p:ph type="body" sz="quarter" idx="13" hasCustomPrompt="1"/>
          </p:nvPr>
        </p:nvSpPr>
        <p:spPr>
          <a:xfrm>
            <a:off x="660401" y="2753098"/>
            <a:ext cx="10858500" cy="885891"/>
          </a:xfrm>
        </p:spPr>
        <p:txBody>
          <a:bodyPr vert="horz" lIns="91440" tIns="45720" rIns="91440" bIns="45720" rtlCol="0" anchor="t" anchorCtr="0">
            <a:normAutofit/>
          </a:bodyPr>
          <a:lstStyle>
            <a:lvl1pPr marL="0" indent="0">
              <a:buNone/>
              <a:defRPr lang="en-US" altLang="zh-CN" sz="6000" b="1" kern="1200" dirty="0">
                <a:solidFill>
                  <a:srgbClr val="FFFFFF"/>
                </a:solidFill>
                <a:latin typeface="+mj-lt"/>
                <a:ea typeface="+mj-ea"/>
                <a:cs typeface="+mj-cs"/>
              </a:defRPr>
            </a:lvl1pPr>
            <a:lvl2pPr marL="457189" indent="0">
              <a:buNone/>
              <a:defRPr lang="en-US" altLang="zh-CN" smtClean="0"/>
            </a:lvl2pPr>
            <a:lvl3pPr>
              <a:defRPr lang="en-US" altLang="zh-CN" smtClean="0"/>
            </a:lvl3pPr>
            <a:lvl4pPr>
              <a:defRPr lang="en-US" altLang="zh-CN" smtClean="0"/>
            </a:lvl4pPr>
            <a:lvl5pPr>
              <a:defRPr lang="zh-CN" altLang="en-US"/>
            </a:lvl5pPr>
          </a:lstStyle>
          <a:p>
            <a:pPr marL="228594" lvl="0" indent="-228594" defTabSz="914332">
              <a:spcBef>
                <a:spcPct val="0"/>
              </a:spcBef>
            </a:pPr>
            <a:r>
              <a:rPr lang="en-US" altLang="zh-CN" dirty="0"/>
              <a:t>THANK YOU</a:t>
            </a:r>
            <a:r>
              <a:rPr lang="zh-CN" altLang="en-US" dirty="0"/>
              <a:t>！</a:t>
            </a:r>
            <a:endParaRPr lang="en-US" altLang="zh-CN" dirty="0"/>
          </a:p>
        </p:txBody>
      </p:sp>
    </p:spTree>
    <p:extLst>
      <p:ext uri="{BB962C8B-B14F-4D97-AF65-F5344CB8AC3E}">
        <p14:creationId xmlns:p14="http://schemas.microsoft.com/office/powerpoint/2010/main" val="1998240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0732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307103-D92B-4D3C-B386-9FD58793CACA}"/>
              </a:ext>
            </a:extLst>
          </p:cNvPr>
          <p:cNvSpPr>
            <a:spLocks noGrp="1"/>
          </p:cNvSpPr>
          <p:nvPr>
            <p:ph type="title"/>
          </p:nvPr>
        </p:nvSpPr>
        <p:spPr>
          <a:xfrm>
            <a:off x="660401" y="0"/>
            <a:ext cx="10858500" cy="1028700"/>
          </a:xfrm>
          <a:prstGeom prst="rect">
            <a:avLst/>
          </a:prstGeom>
        </p:spPr>
        <p:txBody>
          <a:bodyPr vert="horz" lIns="91440" tIns="45720" rIns="91440" bIns="45720" rtlCol="0" anchor="b">
            <a:normAutofit/>
          </a:bodyPr>
          <a:lstStyle/>
          <a:p>
            <a:pPr lvl="0" defTabSz="914332"/>
            <a:r>
              <a:rPr lang="en-US" altLang="zh-CN" dirty="0"/>
              <a:t>Click to edit title</a:t>
            </a:r>
            <a:endParaRPr lang="zh-CN" altLang="en-US" dirty="0"/>
          </a:p>
        </p:txBody>
      </p:sp>
      <p:sp>
        <p:nvSpPr>
          <p:cNvPr id="3" name="Text Placeholder 2">
            <a:extLst>
              <a:ext uri="{FF2B5EF4-FFF2-40B4-BE49-F238E27FC236}">
                <a16:creationId xmlns:a16="http://schemas.microsoft.com/office/drawing/2014/main" id="{0F8920D0-E0E5-40BB-AEDA-3D7A0909240E}"/>
              </a:ext>
            </a:extLst>
          </p:cNvPr>
          <p:cNvSpPr>
            <a:spLocks noGrp="1"/>
          </p:cNvSpPr>
          <p:nvPr>
            <p:ph type="body" idx="1"/>
          </p:nvPr>
        </p:nvSpPr>
        <p:spPr>
          <a:xfrm>
            <a:off x="660401" y="1130300"/>
            <a:ext cx="10858500" cy="5003800"/>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5" name="Footer Placeholder 4">
            <a:extLst>
              <a:ext uri="{FF2B5EF4-FFF2-40B4-BE49-F238E27FC236}">
                <a16:creationId xmlns:a16="http://schemas.microsoft.com/office/drawing/2014/main" id="{10B16C00-AE39-4635-9F10-B7233D2AC2F8}"/>
              </a:ext>
            </a:extLst>
          </p:cNvPr>
          <p:cNvSpPr>
            <a:spLocks noGrp="1"/>
          </p:cNvSpPr>
          <p:nvPr>
            <p:ph type="ftr" sz="quarter" idx="3"/>
          </p:nvPr>
        </p:nvSpPr>
        <p:spPr>
          <a:xfrm>
            <a:off x="660401" y="6438900"/>
            <a:ext cx="3992171" cy="215900"/>
          </a:xfrm>
          <a:prstGeom prst="rect">
            <a:avLst/>
          </a:prstGeom>
        </p:spPr>
        <p:txBody>
          <a:bodyPr vert="horz" lIns="91440" tIns="45720" rIns="91440" bIns="45720" rtlCol="0" anchor="ctr"/>
          <a:lstStyle>
            <a:lvl1pPr>
              <a:defRPr lang="zh-CN" altLang="en-US" sz="1000">
                <a:solidFill>
                  <a:schemeClr val="tx1">
                    <a:lumMod val="50000"/>
                    <a:lumOff val="50000"/>
                  </a:schemeClr>
                </a:solidFill>
              </a:defRPr>
            </a:lvl1pPr>
          </a:lstStyle>
          <a:p>
            <a:r>
              <a:rPr lang="zh-CN" altLang="en-US" dirty="0"/>
              <a:t>商务</a:t>
            </a:r>
            <a:r>
              <a:rPr lang="en-US" altLang="zh-CN" dirty="0"/>
              <a:t>PPT</a:t>
            </a:r>
            <a:r>
              <a:rPr lang="zh-CN" altLang="en-US" dirty="0"/>
              <a:t>模板</a:t>
            </a:r>
          </a:p>
        </p:txBody>
      </p:sp>
      <p:sp>
        <p:nvSpPr>
          <p:cNvPr id="4" name="Date Placeholder 3">
            <a:extLst>
              <a:ext uri="{FF2B5EF4-FFF2-40B4-BE49-F238E27FC236}">
                <a16:creationId xmlns:a16="http://schemas.microsoft.com/office/drawing/2014/main" id="{0C12D871-753D-4991-B44B-EFAE9F8682B5}"/>
              </a:ext>
            </a:extLst>
          </p:cNvPr>
          <p:cNvSpPr>
            <a:spLocks noGrp="1"/>
          </p:cNvSpPr>
          <p:nvPr>
            <p:ph type="dt" sz="half" idx="2"/>
          </p:nvPr>
        </p:nvSpPr>
        <p:spPr>
          <a:xfrm>
            <a:off x="5504657" y="6438900"/>
            <a:ext cx="1802924" cy="215900"/>
          </a:xfrm>
          <a:prstGeom prst="rect">
            <a:avLst/>
          </a:prstGeom>
        </p:spPr>
        <p:txBody>
          <a:bodyPr vert="horz" lIns="91440" tIns="45720" rIns="91440" bIns="45720" rtlCol="0" anchor="ctr"/>
          <a:lstStyle>
            <a:lvl1pPr algn="ctr">
              <a:defRPr lang="zh-CN" altLang="en-US" sz="1000" smtClean="0">
                <a:solidFill>
                  <a:schemeClr val="tx1">
                    <a:lumMod val="50000"/>
                    <a:lumOff val="50000"/>
                  </a:schemeClr>
                </a:solidFill>
              </a:defRPr>
            </a:lvl1pPr>
          </a:lstStyle>
          <a:p>
            <a:fld id="{22581C77-C049-4AAA-A3C8-544909BBB11E}" type="datetime1">
              <a:rPr lang="zh-CN" altLang="en-US" smtClean="0"/>
              <a:t>2023/9/6</a:t>
            </a:fld>
            <a:endParaRPr lang="en-US" altLang="zh-CN" dirty="0"/>
          </a:p>
        </p:txBody>
      </p:sp>
      <p:sp>
        <p:nvSpPr>
          <p:cNvPr id="6" name="Slide Number Placeholder 5">
            <a:extLst>
              <a:ext uri="{FF2B5EF4-FFF2-40B4-BE49-F238E27FC236}">
                <a16:creationId xmlns:a16="http://schemas.microsoft.com/office/drawing/2014/main" id="{6D23E9ED-4E00-42D1-BFBF-5EBD27D29806}"/>
              </a:ext>
            </a:extLst>
          </p:cNvPr>
          <p:cNvSpPr>
            <a:spLocks noGrp="1"/>
          </p:cNvSpPr>
          <p:nvPr>
            <p:ph type="sldNum" sz="quarter" idx="4"/>
          </p:nvPr>
        </p:nvSpPr>
        <p:spPr>
          <a:xfrm>
            <a:off x="8857452" y="6438900"/>
            <a:ext cx="2661448" cy="215900"/>
          </a:xfrm>
          <a:prstGeom prst="rect">
            <a:avLst/>
          </a:prstGeom>
        </p:spPr>
        <p:txBody>
          <a:bodyPr vert="horz" lIns="91440" tIns="45720" rIns="91440" bIns="45720" rtlCol="0" anchor="ctr"/>
          <a:lstStyle>
            <a:lvl1pPr algn="r">
              <a:defRPr lang="zh-CN" altLang="en-US" sz="1000" smtClean="0">
                <a:solidFill>
                  <a:schemeClr val="tx1">
                    <a:lumMod val="50000"/>
                    <a:lumOff val="50000"/>
                  </a:schemeClr>
                </a:solidFill>
              </a:defRPr>
            </a:lvl1pPr>
          </a:lstStyle>
          <a:p>
            <a:fld id="{7F65B630-C7FF-41C0-9923-C5E5E29EED81}" type="slidenum">
              <a:rPr lang="en-US" altLang="zh-CN" smtClean="0"/>
              <a:pPr/>
              <a:t>‹#›</a:t>
            </a:fld>
            <a:endParaRPr lang="en-US" altLang="zh-CN" dirty="0"/>
          </a:p>
        </p:txBody>
      </p:sp>
    </p:spTree>
    <p:extLst>
      <p:ext uri="{BB962C8B-B14F-4D97-AF65-F5344CB8AC3E}">
        <p14:creationId xmlns:p14="http://schemas.microsoft.com/office/powerpoint/2010/main" val="3529064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p:txStyles>
    <p:titleStyle>
      <a:lvl1pPr algn="l" defTabSz="914377"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ipv6te.bnu.edu.cn/" TargetMode="Externa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184425-2FB2-5733-F52E-09792E3DC44C}"/>
              </a:ext>
            </a:extLst>
          </p:cNvPr>
          <p:cNvSpPr>
            <a:spLocks noGrp="1"/>
          </p:cNvSpPr>
          <p:nvPr>
            <p:ph type="ctrTitle"/>
          </p:nvPr>
        </p:nvSpPr>
        <p:spPr>
          <a:xfrm>
            <a:off x="1390074" y="2489489"/>
            <a:ext cx="7966075" cy="1757363"/>
          </a:xfrm>
        </p:spPr>
        <p:txBody>
          <a:bodyPr/>
          <a:lstStyle/>
          <a:p>
            <a:r>
              <a:rPr lang="zh-CN" altLang="en-US" dirty="0"/>
              <a:t>算法和程序设计（</a:t>
            </a:r>
            <a:r>
              <a:rPr lang="en-US" altLang="zh-CN" dirty="0"/>
              <a:t>python</a:t>
            </a:r>
            <a:r>
              <a:rPr lang="zh-CN" altLang="en-US" dirty="0"/>
              <a:t>）</a:t>
            </a:r>
          </a:p>
        </p:txBody>
      </p:sp>
      <p:sp>
        <p:nvSpPr>
          <p:cNvPr id="4" name="文本占位符 3">
            <a:extLst>
              <a:ext uri="{FF2B5EF4-FFF2-40B4-BE49-F238E27FC236}">
                <a16:creationId xmlns:a16="http://schemas.microsoft.com/office/drawing/2014/main" id="{C33BE4CD-9B4B-2455-9E84-2BDDA08B88CD}"/>
              </a:ext>
            </a:extLst>
          </p:cNvPr>
          <p:cNvSpPr>
            <a:spLocks noGrp="1"/>
          </p:cNvSpPr>
          <p:nvPr>
            <p:ph type="body" sz="quarter" idx="13"/>
          </p:nvPr>
        </p:nvSpPr>
        <p:spPr>
          <a:xfrm>
            <a:off x="1316183" y="4743229"/>
            <a:ext cx="5568951" cy="296271"/>
          </a:xfrm>
        </p:spPr>
        <p:txBody>
          <a:bodyPr/>
          <a:lstStyle/>
          <a:p>
            <a:pPr algn="ctr"/>
            <a:r>
              <a:rPr lang="zh-CN" altLang="en-US" dirty="0"/>
              <a:t>庄榕霞</a:t>
            </a:r>
          </a:p>
        </p:txBody>
      </p:sp>
      <p:pic>
        <p:nvPicPr>
          <p:cNvPr id="7" name="图片 6">
            <a:extLst>
              <a:ext uri="{FF2B5EF4-FFF2-40B4-BE49-F238E27FC236}">
                <a16:creationId xmlns:a16="http://schemas.microsoft.com/office/drawing/2014/main" id="{EFB7D788-15FF-1846-71F1-436CA28449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8293" y="449984"/>
            <a:ext cx="2152650" cy="2762250"/>
          </a:xfrm>
          <a:prstGeom prst="rect">
            <a:avLst/>
          </a:prstGeom>
        </p:spPr>
      </p:pic>
    </p:spTree>
    <p:extLst>
      <p:ext uri="{BB962C8B-B14F-4D97-AF65-F5344CB8AC3E}">
        <p14:creationId xmlns:p14="http://schemas.microsoft.com/office/powerpoint/2010/main" val="25198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a:extLst>
              <a:ext uri="{FF2B5EF4-FFF2-40B4-BE49-F238E27FC236}">
                <a16:creationId xmlns:a16="http://schemas.microsoft.com/office/drawing/2014/main" id="{F4FA4A1B-DCED-400A-51FD-79E33747BB5C}"/>
              </a:ext>
            </a:extLst>
          </p:cNvPr>
          <p:cNvSpPr>
            <a:spLocks noGrp="1"/>
          </p:cNvSpPr>
          <p:nvPr>
            <p:ph type="title"/>
          </p:nvPr>
        </p:nvSpPr>
        <p:spPr>
          <a:xfrm>
            <a:off x="615244" y="2728462"/>
            <a:ext cx="7401560" cy="951057"/>
          </a:xfrm>
        </p:spPr>
        <p:txBody>
          <a:bodyPr/>
          <a:lstStyle/>
          <a:p>
            <a:r>
              <a:rPr lang="zh-CN" altLang="en-US" dirty="0"/>
              <a:t>课程简介</a:t>
            </a:r>
          </a:p>
        </p:txBody>
      </p:sp>
    </p:spTree>
    <p:extLst>
      <p:ext uri="{BB962C8B-B14F-4D97-AF65-F5344CB8AC3E}">
        <p14:creationId xmlns:p14="http://schemas.microsoft.com/office/powerpoint/2010/main" val="1871295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1D53B31B-EE50-6BF9-B5D6-54FB4A8B81A5}"/>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52D8822B-E4D8-BECA-945C-797CBF1AD6CC}"/>
              </a:ext>
            </a:extLst>
          </p:cNvPr>
          <p:cNvSpPr>
            <a:spLocks noGrp="1"/>
          </p:cNvSpPr>
          <p:nvPr>
            <p:ph idx="1"/>
          </p:nvPr>
        </p:nvSpPr>
        <p:spPr>
          <a:xfrm>
            <a:off x="660401" y="1130300"/>
            <a:ext cx="10858500" cy="5003800"/>
          </a:xfrm>
        </p:spPr>
        <p:txBody>
          <a:bodyPr>
            <a:normAutofit/>
          </a:bodyPr>
          <a:lstStyle/>
          <a:p>
            <a:pPr>
              <a:lnSpc>
                <a:spcPct val="125000"/>
              </a:lnSpc>
            </a:pPr>
            <a:r>
              <a:rPr lang="zh-CN" altLang="zh-CN" sz="2000" dirty="0"/>
              <a:t>作为一门新兴的语言，</a:t>
            </a:r>
            <a:r>
              <a:rPr lang="en-US" altLang="zh-CN" sz="2000" dirty="0"/>
              <a:t>Python</a:t>
            </a:r>
            <a:r>
              <a:rPr lang="zh-CN" altLang="zh-CN" sz="2000" dirty="0"/>
              <a:t>以带有众多的类库且能适应于各行各业的要求而深受广大用户喜爱，特别是非计算机专业、偏向计算机应用为主的普通用户。由于</a:t>
            </a:r>
            <a:r>
              <a:rPr lang="en-US" altLang="zh-CN" sz="2000" dirty="0"/>
              <a:t>Python</a:t>
            </a:r>
            <a:r>
              <a:rPr lang="zh-CN" altLang="zh-CN" sz="2000" dirty="0"/>
              <a:t>在人工智能、数据分析、网络资源获取、图像处理等领域均有专业的类库提供支持，因此</a:t>
            </a:r>
            <a:r>
              <a:rPr lang="en-US" altLang="zh-CN" sz="2000" dirty="0"/>
              <a:t>Python</a:t>
            </a:r>
            <a:r>
              <a:rPr lang="zh-CN" altLang="zh-CN" sz="2000" dirty="0"/>
              <a:t>的应用非常广泛。</a:t>
            </a:r>
          </a:p>
          <a:p>
            <a:pPr>
              <a:lnSpc>
                <a:spcPct val="125000"/>
              </a:lnSpc>
            </a:pPr>
            <a:r>
              <a:rPr lang="en-US" altLang="zh-CN" sz="2000" dirty="0"/>
              <a:t>Python</a:t>
            </a:r>
            <a:r>
              <a:rPr lang="zh-CN" altLang="zh-CN" sz="2000" dirty="0"/>
              <a:t>语言程序设计是高等院校计算机专业及相关专业重要的专业基础课，其目的是培养学生的</a:t>
            </a:r>
            <a:r>
              <a:rPr lang="zh-CN" altLang="zh-CN" sz="2000" dirty="0">
                <a:solidFill>
                  <a:srgbClr val="FF0000"/>
                </a:solidFill>
              </a:rPr>
              <a:t>程序设计理念、掌握程序设计的基本方法</a:t>
            </a:r>
            <a:r>
              <a:rPr lang="zh-CN" altLang="zh-CN" sz="2000" dirty="0"/>
              <a:t>，为后续课程（大数据处理与分析、人工智能、动态网页设计、网络爬虫等领域的应用）打下坚实的基础。</a:t>
            </a:r>
          </a:p>
        </p:txBody>
      </p:sp>
    </p:spTree>
    <p:extLst>
      <p:ext uri="{BB962C8B-B14F-4D97-AF65-F5344CB8AC3E}">
        <p14:creationId xmlns:p14="http://schemas.microsoft.com/office/powerpoint/2010/main" val="2251890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一、课程内容简介</a:t>
            </a:r>
          </a:p>
        </p:txBody>
      </p:sp>
      <p:sp>
        <p:nvSpPr>
          <p:cNvPr id="3" name="内容占位符 2"/>
          <p:cNvSpPr>
            <a:spLocks noGrp="1"/>
          </p:cNvSpPr>
          <p:nvPr>
            <p:ph idx="1"/>
          </p:nvPr>
        </p:nvSpPr>
        <p:spPr>
          <a:xfrm>
            <a:off x="660401" y="1130301"/>
            <a:ext cx="10858500" cy="5401129"/>
          </a:xfrm>
        </p:spPr>
        <p:txBody>
          <a:bodyPr>
            <a:normAutofit/>
          </a:bodyPr>
          <a:lstStyle/>
          <a:p>
            <a:r>
              <a:rPr lang="zh-CN" altLang="en-US" b="1" dirty="0"/>
              <a:t>课程内容简介</a:t>
            </a:r>
            <a:endParaRPr lang="en-US" altLang="zh-CN" b="1" dirty="0"/>
          </a:p>
          <a:p>
            <a:pPr lvl="1"/>
            <a:r>
              <a:rPr lang="en-US" altLang="zh-CN" dirty="0"/>
              <a:t>Python</a:t>
            </a:r>
            <a:r>
              <a:rPr lang="zh-CN" altLang="en-US" dirty="0"/>
              <a:t>语言的特色</a:t>
            </a:r>
            <a:endParaRPr lang="en-US" altLang="zh-CN" dirty="0"/>
          </a:p>
          <a:p>
            <a:pPr lvl="2"/>
            <a:r>
              <a:rPr lang="zh-CN" altLang="en-US" dirty="0"/>
              <a:t>程序设计的思想</a:t>
            </a:r>
            <a:endParaRPr lang="en-US" altLang="zh-CN" dirty="0"/>
          </a:p>
          <a:p>
            <a:pPr lvl="2"/>
            <a:r>
              <a:rPr lang="en-US" altLang="zh-CN" dirty="0"/>
              <a:t>Python</a:t>
            </a:r>
            <a:r>
              <a:rPr lang="zh-CN" altLang="en-US" dirty="0"/>
              <a:t>语言特点</a:t>
            </a:r>
            <a:endParaRPr lang="en-US" altLang="zh-CN" dirty="0"/>
          </a:p>
          <a:p>
            <a:pPr lvl="3"/>
            <a:r>
              <a:rPr lang="en-US" altLang="zh-CN" dirty="0"/>
              <a:t>——</a:t>
            </a:r>
            <a:r>
              <a:rPr lang="zh-CN" altLang="en-US" dirty="0"/>
              <a:t>非专业化的编程语言</a:t>
            </a:r>
            <a:r>
              <a:rPr lang="en-US" altLang="zh-CN" dirty="0">
                <a:solidFill>
                  <a:srgbClr val="FF0000"/>
                </a:solidFill>
              </a:rPr>
              <a:t>——</a:t>
            </a:r>
            <a:r>
              <a:rPr lang="zh-CN" altLang="en-US" dirty="0">
                <a:solidFill>
                  <a:srgbClr val="FF0000"/>
                </a:solidFill>
              </a:rPr>
              <a:t>自由、散漫、无固定的结构</a:t>
            </a:r>
            <a:endParaRPr lang="en-US" altLang="zh-CN" dirty="0">
              <a:solidFill>
                <a:srgbClr val="FF0000"/>
              </a:solidFill>
            </a:endParaRPr>
          </a:p>
          <a:p>
            <a:pPr lvl="2"/>
            <a:r>
              <a:rPr lang="en-US" altLang="zh-CN" dirty="0"/>
              <a:t>Python</a:t>
            </a:r>
            <a:r>
              <a:rPr lang="zh-CN" altLang="en-US" dirty="0"/>
              <a:t>程序的编程环境、基本结构</a:t>
            </a:r>
            <a:endParaRPr lang="en-US" altLang="zh-CN" dirty="0"/>
          </a:p>
          <a:p>
            <a:pPr lvl="1"/>
            <a:r>
              <a:rPr lang="en-US" altLang="zh-CN" dirty="0"/>
              <a:t>Python</a:t>
            </a:r>
            <a:r>
              <a:rPr lang="zh-CN" altLang="en-US" dirty="0"/>
              <a:t>的基本程序</a:t>
            </a:r>
            <a:endParaRPr lang="en-US" altLang="zh-CN" dirty="0"/>
          </a:p>
          <a:p>
            <a:pPr lvl="2"/>
            <a:r>
              <a:rPr lang="zh-CN" altLang="en-US" dirty="0"/>
              <a:t>数据类型及表达式、语句</a:t>
            </a:r>
            <a:endParaRPr lang="en-US" altLang="zh-CN" dirty="0"/>
          </a:p>
          <a:p>
            <a:pPr lvl="2"/>
            <a:r>
              <a:rPr lang="zh-CN" altLang="en-US" dirty="0"/>
              <a:t>程序的基本结构</a:t>
            </a:r>
            <a:endParaRPr lang="en-US" altLang="zh-CN" dirty="0"/>
          </a:p>
          <a:p>
            <a:pPr lvl="2"/>
            <a:r>
              <a:rPr lang="zh-CN" altLang="en-US" dirty="0"/>
              <a:t>循环、分支等应用</a:t>
            </a:r>
            <a:endParaRPr lang="en-US" altLang="zh-CN" dirty="0"/>
          </a:p>
          <a:p>
            <a:pPr lvl="2"/>
            <a:r>
              <a:rPr lang="zh-CN" altLang="en-US" dirty="0"/>
              <a:t>函数的使用</a:t>
            </a:r>
            <a:endParaRPr lang="en-US" altLang="zh-CN" dirty="0"/>
          </a:p>
        </p:txBody>
      </p:sp>
    </p:spTree>
    <p:extLst>
      <p:ext uri="{BB962C8B-B14F-4D97-AF65-F5344CB8AC3E}">
        <p14:creationId xmlns:p14="http://schemas.microsoft.com/office/powerpoint/2010/main" val="188209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1000"/>
                                        <p:tgtEl>
                                          <p:spTgt spid="3">
                                            <p:txEl>
                                              <p:pRg st="6" end="6"/>
                                            </p:txEl>
                                          </p:spTgt>
                                        </p:tgtEl>
                                      </p:cBhvr>
                                    </p:animEffect>
                                    <p:anim calcmode="lin" valueType="num">
                                      <p:cBhvr>
                                        <p:cTn id="4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Effect transition="in" filter="fade">
                                      <p:cBhvr>
                                        <p:cTn id="54" dur="1000"/>
                                        <p:tgtEl>
                                          <p:spTgt spid="3">
                                            <p:txEl>
                                              <p:pRg st="7" end="7"/>
                                            </p:txEl>
                                          </p:spTgt>
                                        </p:tgtEl>
                                      </p:cBhvr>
                                    </p:animEffect>
                                    <p:anim calcmode="lin" valueType="num">
                                      <p:cBhvr>
                                        <p:cTn id="5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Effect transition="in" filter="fade">
                                      <p:cBhvr>
                                        <p:cTn id="61" dur="1000"/>
                                        <p:tgtEl>
                                          <p:spTgt spid="3">
                                            <p:txEl>
                                              <p:pRg st="8" end="8"/>
                                            </p:txEl>
                                          </p:spTgt>
                                        </p:tgtEl>
                                      </p:cBhvr>
                                    </p:animEffect>
                                    <p:anim calcmode="lin" valueType="num">
                                      <p:cBhvr>
                                        <p:cTn id="6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3">
                                            <p:txEl>
                                              <p:pRg st="9" end="9"/>
                                            </p:txEl>
                                          </p:spTgt>
                                        </p:tgtEl>
                                        <p:attrNameLst>
                                          <p:attrName>style.visibility</p:attrName>
                                        </p:attrNameLst>
                                      </p:cBhvr>
                                      <p:to>
                                        <p:strVal val="visible"/>
                                      </p:to>
                                    </p:set>
                                    <p:animEffect transition="in" filter="fade">
                                      <p:cBhvr>
                                        <p:cTn id="68" dur="1000"/>
                                        <p:tgtEl>
                                          <p:spTgt spid="3">
                                            <p:txEl>
                                              <p:pRg st="9" end="9"/>
                                            </p:txEl>
                                          </p:spTgt>
                                        </p:tgtEl>
                                      </p:cBhvr>
                                    </p:animEffect>
                                    <p:anim calcmode="lin" valueType="num">
                                      <p:cBhvr>
                                        <p:cTn id="69"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3">
                                            <p:txEl>
                                              <p:pRg st="10" end="10"/>
                                            </p:txEl>
                                          </p:spTgt>
                                        </p:tgtEl>
                                        <p:attrNameLst>
                                          <p:attrName>style.visibility</p:attrName>
                                        </p:attrNameLst>
                                      </p:cBhvr>
                                      <p:to>
                                        <p:strVal val="visible"/>
                                      </p:to>
                                    </p:set>
                                    <p:animEffect transition="in" filter="fade">
                                      <p:cBhvr>
                                        <p:cTn id="75" dur="1000"/>
                                        <p:tgtEl>
                                          <p:spTgt spid="3">
                                            <p:txEl>
                                              <p:pRg st="10" end="10"/>
                                            </p:txEl>
                                          </p:spTgt>
                                        </p:tgtEl>
                                      </p:cBhvr>
                                    </p:animEffect>
                                    <p:anim calcmode="lin" valueType="num">
                                      <p:cBhvr>
                                        <p:cTn id="7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7"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一、课程内容简介</a:t>
            </a:r>
          </a:p>
        </p:txBody>
      </p:sp>
      <p:sp>
        <p:nvSpPr>
          <p:cNvPr id="3" name="内容占位符 2"/>
          <p:cNvSpPr>
            <a:spLocks noGrp="1"/>
          </p:cNvSpPr>
          <p:nvPr>
            <p:ph idx="1"/>
          </p:nvPr>
        </p:nvSpPr>
        <p:spPr/>
        <p:txBody>
          <a:bodyPr>
            <a:normAutofit/>
          </a:bodyPr>
          <a:lstStyle/>
          <a:p>
            <a:pPr lvl="1"/>
            <a:r>
              <a:rPr lang="zh-CN" altLang="en-US" b="1" dirty="0"/>
              <a:t>面向对象程序思路</a:t>
            </a:r>
            <a:endParaRPr lang="en-US" altLang="zh-CN" b="1" dirty="0"/>
          </a:p>
          <a:p>
            <a:pPr lvl="2"/>
            <a:r>
              <a:rPr lang="zh-CN" altLang="en-US" dirty="0"/>
              <a:t>外部库引用</a:t>
            </a:r>
            <a:endParaRPr lang="en-US" altLang="zh-CN" dirty="0"/>
          </a:p>
          <a:p>
            <a:pPr lvl="2"/>
            <a:r>
              <a:rPr lang="en-US" altLang="zh-CN" dirty="0"/>
              <a:t>class</a:t>
            </a:r>
            <a:r>
              <a:rPr lang="zh-CN" altLang="en-US" dirty="0"/>
              <a:t>与对象</a:t>
            </a:r>
            <a:endParaRPr lang="en-US" altLang="zh-CN" dirty="0"/>
          </a:p>
          <a:p>
            <a:pPr lvl="1"/>
            <a:r>
              <a:rPr lang="zh-CN" altLang="en-US" b="1" dirty="0"/>
              <a:t>综合应用</a:t>
            </a:r>
            <a:endParaRPr lang="en-US" altLang="zh-CN" b="1" dirty="0"/>
          </a:p>
          <a:p>
            <a:pPr lvl="2"/>
            <a:r>
              <a:rPr lang="en-US" altLang="zh-CN" dirty="0" err="1"/>
              <a:t>Numpy</a:t>
            </a:r>
            <a:endParaRPr lang="en-US" altLang="zh-CN" dirty="0"/>
          </a:p>
          <a:p>
            <a:pPr lvl="2"/>
            <a:r>
              <a:rPr lang="en-US" altLang="zh-CN" dirty="0" err="1"/>
              <a:t>Scipy</a:t>
            </a:r>
            <a:endParaRPr lang="en-US" altLang="zh-CN" dirty="0"/>
          </a:p>
          <a:p>
            <a:pPr lvl="2"/>
            <a:r>
              <a:rPr lang="en-US" altLang="zh-CN" dirty="0"/>
              <a:t>turtle</a:t>
            </a:r>
          </a:p>
          <a:p>
            <a:pPr lvl="2"/>
            <a:r>
              <a:rPr lang="en-US" altLang="zh-CN" dirty="0" err="1"/>
              <a:t>MatPlotLib</a:t>
            </a:r>
            <a:endParaRPr lang="en-US" altLang="zh-CN" dirty="0"/>
          </a:p>
          <a:p>
            <a:pPr lvl="2"/>
            <a:r>
              <a:rPr lang="zh-CN" altLang="en-US" dirty="0"/>
              <a:t>数据分析入门</a:t>
            </a:r>
            <a:endParaRPr lang="en-US" altLang="zh-CN" dirty="0"/>
          </a:p>
        </p:txBody>
      </p:sp>
      <p:pic>
        <p:nvPicPr>
          <p:cNvPr id="5" name="图片 4">
            <a:extLst>
              <a:ext uri="{FF2B5EF4-FFF2-40B4-BE49-F238E27FC236}">
                <a16:creationId xmlns:a16="http://schemas.microsoft.com/office/drawing/2014/main" id="{78DAEC37-39F8-5213-503E-832ACCCC993D}"/>
              </a:ext>
            </a:extLst>
          </p:cNvPr>
          <p:cNvPicPr>
            <a:picLocks noChangeAspect="1"/>
          </p:cNvPicPr>
          <p:nvPr/>
        </p:nvPicPr>
        <p:blipFill>
          <a:blip r:embed="rId3"/>
          <a:stretch>
            <a:fillRect/>
          </a:stretch>
        </p:blipFill>
        <p:spPr>
          <a:xfrm>
            <a:off x="6884895" y="1540718"/>
            <a:ext cx="3997137" cy="2935004"/>
          </a:xfrm>
          <a:prstGeom prst="rect">
            <a:avLst/>
          </a:prstGeom>
        </p:spPr>
      </p:pic>
      <p:sp>
        <p:nvSpPr>
          <p:cNvPr id="7" name="文本框 6">
            <a:extLst>
              <a:ext uri="{FF2B5EF4-FFF2-40B4-BE49-F238E27FC236}">
                <a16:creationId xmlns:a16="http://schemas.microsoft.com/office/drawing/2014/main" id="{4B3FCAEC-1BBD-5FA9-815B-F3B8DF971A10}"/>
              </a:ext>
            </a:extLst>
          </p:cNvPr>
          <p:cNvSpPr txBox="1"/>
          <p:nvPr/>
        </p:nvSpPr>
        <p:spPr>
          <a:xfrm>
            <a:off x="6884895" y="4914528"/>
            <a:ext cx="61049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F2F2F"/>
                </a:solidFill>
                <a:effectLst/>
                <a:uLnTx/>
                <a:uFillTx/>
                <a:latin typeface="思源黑体 CN Normal"/>
                <a:ea typeface="思源黑体 CN Normal"/>
                <a:cs typeface="+mn-cs"/>
              </a:rPr>
              <a:t>https://item.jd.com/12353915.html</a:t>
            </a:r>
            <a:endParaRPr kumimoji="0" lang="zh-CN" altLang="en-US" sz="1800" b="0" i="0" u="none" strike="noStrike" kern="1200" cap="none" spc="0" normalizeH="0" baseline="0" noProof="0" dirty="0">
              <a:ln>
                <a:noFill/>
              </a:ln>
              <a:solidFill>
                <a:srgbClr val="2F2F2F"/>
              </a:solidFill>
              <a:effectLst/>
              <a:uLnTx/>
              <a:uFillTx/>
              <a:latin typeface="思源黑体 CN Normal"/>
              <a:ea typeface="思源黑体 CN Normal"/>
              <a:cs typeface="+mn-cs"/>
            </a:endParaRPr>
          </a:p>
        </p:txBody>
      </p:sp>
    </p:spTree>
    <p:extLst>
      <p:ext uri="{BB962C8B-B14F-4D97-AF65-F5344CB8AC3E}">
        <p14:creationId xmlns:p14="http://schemas.microsoft.com/office/powerpoint/2010/main" val="2109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F740A9-3C2E-7A44-5AB5-35C302289AA4}"/>
              </a:ext>
            </a:extLst>
          </p:cNvPr>
          <p:cNvSpPr>
            <a:spLocks noGrp="1"/>
          </p:cNvSpPr>
          <p:nvPr>
            <p:ph type="title"/>
          </p:nvPr>
        </p:nvSpPr>
        <p:spPr>
          <a:xfrm>
            <a:off x="660401" y="90327"/>
            <a:ext cx="10858500" cy="792781"/>
          </a:xfrm>
        </p:spPr>
        <p:txBody>
          <a:bodyPr/>
          <a:lstStyle/>
          <a:p>
            <a:r>
              <a:rPr lang="zh-CN" altLang="en-US" dirty="0"/>
              <a:t>二、课程目标</a:t>
            </a:r>
          </a:p>
        </p:txBody>
      </p:sp>
      <p:sp>
        <p:nvSpPr>
          <p:cNvPr id="3" name="内容占位符 2">
            <a:extLst>
              <a:ext uri="{FF2B5EF4-FFF2-40B4-BE49-F238E27FC236}">
                <a16:creationId xmlns:a16="http://schemas.microsoft.com/office/drawing/2014/main" id="{86390BE5-D421-8488-D9F7-5A03DC66B7FA}"/>
              </a:ext>
            </a:extLst>
          </p:cNvPr>
          <p:cNvSpPr>
            <a:spLocks noGrp="1"/>
          </p:cNvSpPr>
          <p:nvPr>
            <p:ph idx="1"/>
          </p:nvPr>
        </p:nvSpPr>
        <p:spPr>
          <a:xfrm>
            <a:off x="660401" y="1130300"/>
            <a:ext cx="10858500" cy="5003800"/>
          </a:xfrm>
        </p:spPr>
        <p:txBody>
          <a:bodyPr>
            <a:normAutofit/>
          </a:bodyPr>
          <a:lstStyle/>
          <a:p>
            <a:pPr>
              <a:lnSpc>
                <a:spcPct val="125000"/>
              </a:lnSpc>
            </a:pPr>
            <a:r>
              <a:rPr lang="en-US" altLang="zh-CN" dirty="0"/>
              <a:t>1. </a:t>
            </a:r>
            <a:r>
              <a:rPr lang="zh-CN" altLang="zh-CN" dirty="0"/>
              <a:t>知识与技能目标</a:t>
            </a:r>
          </a:p>
          <a:p>
            <a:pPr lvl="1">
              <a:lnSpc>
                <a:spcPct val="125000"/>
              </a:lnSpc>
            </a:pPr>
            <a:r>
              <a:rPr lang="zh-CN" altLang="zh-CN" dirty="0"/>
              <a:t>课程旨在培养学生在学习与生活中使用信息并以信息服务于学习与研究的能力，掌握</a:t>
            </a:r>
            <a:r>
              <a:rPr lang="en-US" altLang="zh-CN" dirty="0">
                <a:solidFill>
                  <a:srgbClr val="FF0000"/>
                </a:solidFill>
              </a:rPr>
              <a:t>Python</a:t>
            </a:r>
            <a:r>
              <a:rPr lang="zh-CN" altLang="zh-CN" dirty="0">
                <a:solidFill>
                  <a:srgbClr val="FF0000"/>
                </a:solidFill>
              </a:rPr>
              <a:t>语言的主要内容和程序设计的基本原理与方法</a:t>
            </a:r>
            <a:r>
              <a:rPr lang="zh-CN" altLang="zh-CN" dirty="0"/>
              <a:t>，培养学生的综合编程能力；</a:t>
            </a:r>
          </a:p>
          <a:p>
            <a:pPr lvl="1">
              <a:lnSpc>
                <a:spcPct val="125000"/>
              </a:lnSpc>
            </a:pPr>
            <a:r>
              <a:rPr lang="zh-CN" altLang="zh-CN" dirty="0"/>
              <a:t>借助</a:t>
            </a:r>
            <a:r>
              <a:rPr lang="en-US" altLang="zh-CN" dirty="0"/>
              <a:t>Python</a:t>
            </a:r>
            <a:r>
              <a:rPr lang="zh-CN" altLang="zh-CN" dirty="0"/>
              <a:t>在各领域的强大功能，激发学生利用</a:t>
            </a:r>
            <a:r>
              <a:rPr lang="en-US" altLang="zh-CN" dirty="0"/>
              <a:t>Python</a:t>
            </a:r>
            <a:r>
              <a:rPr lang="zh-CN" altLang="zh-CN" dirty="0"/>
              <a:t>语言解决现实问题的主动性和意识，进而促进其信息化素养的形成；学习</a:t>
            </a:r>
            <a:r>
              <a:rPr lang="en-US" altLang="zh-CN" dirty="0"/>
              <a:t>Python</a:t>
            </a:r>
            <a:r>
              <a:rPr lang="zh-CN" altLang="zh-CN" dirty="0"/>
              <a:t>语言程序设计不仅要掌握</a:t>
            </a:r>
            <a:r>
              <a:rPr lang="en-US" altLang="zh-CN" dirty="0"/>
              <a:t>Python</a:t>
            </a:r>
            <a:r>
              <a:rPr lang="zh-CN" altLang="zh-CN" dirty="0"/>
              <a:t>语言的语法要点和编程规范，更重要的是</a:t>
            </a:r>
            <a:r>
              <a:rPr lang="zh-CN" altLang="zh-CN" dirty="0">
                <a:solidFill>
                  <a:srgbClr val="FF0000"/>
                </a:solidFill>
              </a:rPr>
              <a:t>要领会面向对象程序设计思想</a:t>
            </a:r>
            <a:r>
              <a:rPr lang="zh-CN" altLang="zh-CN" dirty="0"/>
              <a:t>，综合运用</a:t>
            </a:r>
            <a:r>
              <a:rPr lang="en-US" altLang="zh-CN" dirty="0"/>
              <a:t>Python</a:t>
            </a:r>
            <a:r>
              <a:rPr lang="zh-CN" altLang="zh-CN" dirty="0"/>
              <a:t>语言的</a:t>
            </a:r>
            <a:r>
              <a:rPr lang="zh-CN" altLang="zh-CN" dirty="0">
                <a:solidFill>
                  <a:srgbClr val="FF0000"/>
                </a:solidFill>
              </a:rPr>
              <a:t>基础知识和相关功能插件（大型类库）来开发大型程序</a:t>
            </a:r>
            <a:r>
              <a:rPr lang="zh-CN" altLang="zh-CN" dirty="0"/>
              <a:t>。</a:t>
            </a:r>
          </a:p>
          <a:p>
            <a:pPr>
              <a:lnSpc>
                <a:spcPct val="125000"/>
              </a:lnSpc>
            </a:pPr>
            <a:r>
              <a:rPr lang="en-US" altLang="zh-CN" dirty="0"/>
              <a:t>2.</a:t>
            </a:r>
            <a:r>
              <a:rPr lang="zh-CN" altLang="zh-CN" dirty="0"/>
              <a:t>育人目标</a:t>
            </a:r>
          </a:p>
          <a:p>
            <a:pPr lvl="1">
              <a:lnSpc>
                <a:spcPct val="125000"/>
              </a:lnSpc>
            </a:pPr>
            <a:r>
              <a:rPr lang="zh-CN" altLang="zh-CN" dirty="0"/>
              <a:t>使学生的</a:t>
            </a:r>
            <a:r>
              <a:rPr lang="zh-CN" altLang="zh-CN" dirty="0">
                <a:solidFill>
                  <a:srgbClr val="FF0000"/>
                </a:solidFill>
              </a:rPr>
              <a:t>逻辑思维能力、计算思维能力得到培养与发展</a:t>
            </a:r>
            <a:r>
              <a:rPr lang="zh-CN" altLang="zh-CN" dirty="0"/>
              <a:t>，</a:t>
            </a:r>
            <a:r>
              <a:rPr lang="zh-CN" altLang="zh-CN" dirty="0">
                <a:solidFill>
                  <a:srgbClr val="FF0000"/>
                </a:solidFill>
              </a:rPr>
              <a:t>提高学生用计算机解决或辅助解决实际问题的素养</a:t>
            </a:r>
            <a:r>
              <a:rPr lang="zh-CN" altLang="zh-CN" dirty="0"/>
              <a:t>，为后续相关课程的学习以及将来的工作和科研打下良好的基础。</a:t>
            </a:r>
          </a:p>
        </p:txBody>
      </p:sp>
    </p:spTree>
    <p:extLst>
      <p:ext uri="{BB962C8B-B14F-4D97-AF65-F5344CB8AC3E}">
        <p14:creationId xmlns:p14="http://schemas.microsoft.com/office/powerpoint/2010/main" val="1659577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8193FC-0E7C-5669-9713-1BCD31B4C79E}"/>
              </a:ext>
            </a:extLst>
          </p:cNvPr>
          <p:cNvSpPr>
            <a:spLocks noGrp="1"/>
          </p:cNvSpPr>
          <p:nvPr>
            <p:ph type="title"/>
          </p:nvPr>
        </p:nvSpPr>
        <p:spPr/>
        <p:txBody>
          <a:bodyPr/>
          <a:lstStyle/>
          <a:p>
            <a:r>
              <a:rPr lang="zh-CN" altLang="en-US" dirty="0"/>
              <a:t>三、课程内容</a:t>
            </a:r>
          </a:p>
        </p:txBody>
      </p:sp>
      <p:sp>
        <p:nvSpPr>
          <p:cNvPr id="3" name="内容占位符 2">
            <a:extLst>
              <a:ext uri="{FF2B5EF4-FFF2-40B4-BE49-F238E27FC236}">
                <a16:creationId xmlns:a16="http://schemas.microsoft.com/office/drawing/2014/main" id="{12A7280A-2797-0F61-740D-0334F45E3157}"/>
              </a:ext>
            </a:extLst>
          </p:cNvPr>
          <p:cNvSpPr>
            <a:spLocks noGrp="1"/>
          </p:cNvSpPr>
          <p:nvPr>
            <p:ph idx="1"/>
          </p:nvPr>
        </p:nvSpPr>
        <p:spPr/>
        <p:txBody>
          <a:bodyPr/>
          <a:lstStyle/>
          <a:p>
            <a:r>
              <a:rPr lang="zh-CN" altLang="en-US" dirty="0"/>
              <a:t>绪论</a:t>
            </a:r>
            <a:endParaRPr lang="en-US" altLang="zh-CN" dirty="0"/>
          </a:p>
          <a:p>
            <a:r>
              <a:rPr lang="en-US" altLang="zh-CN" dirty="0"/>
              <a:t>Python</a:t>
            </a:r>
            <a:r>
              <a:rPr lang="zh-CN" altLang="en-US" dirty="0"/>
              <a:t>语言基础知识</a:t>
            </a:r>
            <a:endParaRPr lang="en-US" altLang="zh-CN" dirty="0"/>
          </a:p>
          <a:p>
            <a:r>
              <a:rPr lang="en-US" altLang="zh-CN" dirty="0"/>
              <a:t>Python</a:t>
            </a:r>
            <a:r>
              <a:rPr lang="zh-CN" altLang="en-US" dirty="0"/>
              <a:t>的特殊对象（字符串、元组、列表、字典、序列等）</a:t>
            </a:r>
            <a:endParaRPr lang="en-US" altLang="zh-CN" dirty="0"/>
          </a:p>
          <a:p>
            <a:r>
              <a:rPr lang="en-US" altLang="zh-CN" dirty="0"/>
              <a:t>Python</a:t>
            </a:r>
            <a:r>
              <a:rPr lang="zh-CN" altLang="en-US" dirty="0"/>
              <a:t>的函数</a:t>
            </a:r>
            <a:endParaRPr lang="en-US" altLang="zh-CN" dirty="0"/>
          </a:p>
          <a:p>
            <a:r>
              <a:rPr lang="en-US" altLang="zh-CN" dirty="0"/>
              <a:t>Python</a:t>
            </a:r>
            <a:r>
              <a:rPr lang="zh-CN" altLang="en-US" dirty="0"/>
              <a:t>面向对象特性</a:t>
            </a:r>
            <a:endParaRPr lang="en-US" altLang="zh-CN" dirty="0"/>
          </a:p>
          <a:p>
            <a:r>
              <a:rPr lang="zh-CN" altLang="en-US" dirty="0"/>
              <a:t>输入输出与异常处理</a:t>
            </a:r>
            <a:endParaRPr lang="en-US" altLang="zh-CN" dirty="0"/>
          </a:p>
          <a:p>
            <a:r>
              <a:rPr lang="zh-CN" altLang="en-US" dirty="0"/>
              <a:t>高级应用（</a:t>
            </a:r>
            <a:r>
              <a:rPr lang="en-US" altLang="zh-CN" dirty="0" err="1"/>
              <a:t>Numpy</a:t>
            </a:r>
            <a:r>
              <a:rPr lang="zh-CN" altLang="en-US" dirty="0"/>
              <a:t>，</a:t>
            </a:r>
            <a:r>
              <a:rPr lang="en-US" altLang="zh-CN" dirty="0" err="1"/>
              <a:t>Scipy</a:t>
            </a:r>
            <a:r>
              <a:rPr lang="zh-CN" altLang="en-US" dirty="0"/>
              <a:t>， </a:t>
            </a:r>
            <a:r>
              <a:rPr lang="en-US" altLang="zh-CN" dirty="0" err="1"/>
              <a:t>MatPlotLib</a:t>
            </a:r>
            <a:r>
              <a:rPr lang="zh-CN" altLang="en-US" dirty="0"/>
              <a:t>等）</a:t>
            </a:r>
          </a:p>
        </p:txBody>
      </p:sp>
    </p:spTree>
    <p:extLst>
      <p:ext uri="{BB962C8B-B14F-4D97-AF65-F5344CB8AC3E}">
        <p14:creationId xmlns:p14="http://schemas.microsoft.com/office/powerpoint/2010/main" val="2299776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a:extLst>
              <a:ext uri="{FF2B5EF4-FFF2-40B4-BE49-F238E27FC236}">
                <a16:creationId xmlns:a16="http://schemas.microsoft.com/office/drawing/2014/main" id="{F4FA4A1B-DCED-400A-51FD-79E33747BB5C}"/>
              </a:ext>
            </a:extLst>
          </p:cNvPr>
          <p:cNvSpPr>
            <a:spLocks noGrp="1"/>
          </p:cNvSpPr>
          <p:nvPr>
            <p:ph type="title"/>
          </p:nvPr>
        </p:nvSpPr>
        <p:spPr/>
        <p:txBody>
          <a:bodyPr>
            <a:normAutofit/>
          </a:bodyPr>
          <a:lstStyle/>
          <a:p>
            <a:r>
              <a:rPr lang="zh-CN" altLang="en-US" dirty="0"/>
              <a:t>学习资源、教材与教学</a:t>
            </a:r>
          </a:p>
        </p:txBody>
      </p:sp>
      <p:sp>
        <p:nvSpPr>
          <p:cNvPr id="15" name="文本占位符 14">
            <a:extLst>
              <a:ext uri="{FF2B5EF4-FFF2-40B4-BE49-F238E27FC236}">
                <a16:creationId xmlns:a16="http://schemas.microsoft.com/office/drawing/2014/main" id="{8702713A-4E9D-E470-2336-6ADCF2376E65}"/>
              </a:ext>
            </a:extLst>
          </p:cNvPr>
          <p:cNvSpPr>
            <a:spLocks noGrp="1"/>
          </p:cNvSpPr>
          <p:nvPr>
            <p:ph type="body" sz="quarter" idx="13"/>
          </p:nvPr>
        </p:nvSpPr>
        <p:spPr/>
        <p:txBody>
          <a:bodyPr/>
          <a:lstStyle/>
          <a:p>
            <a:r>
              <a:rPr lang="en-US" altLang="zh-CN" dirty="0"/>
              <a:t>02</a:t>
            </a:r>
            <a:endParaRPr lang="zh-CN" altLang="en-US" dirty="0"/>
          </a:p>
        </p:txBody>
      </p:sp>
    </p:spTree>
    <p:extLst>
      <p:ext uri="{BB962C8B-B14F-4D97-AF65-F5344CB8AC3E}">
        <p14:creationId xmlns:p14="http://schemas.microsoft.com/office/powerpoint/2010/main" val="3125480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一、</a:t>
            </a:r>
            <a:r>
              <a:rPr lang="zh-CN" altLang="en-US" dirty="0"/>
              <a:t>教材与资源</a:t>
            </a:r>
          </a:p>
        </p:txBody>
      </p:sp>
      <p:sp>
        <p:nvSpPr>
          <p:cNvPr id="3" name="内容占位符 2"/>
          <p:cNvSpPr>
            <a:spLocks noGrp="1"/>
          </p:cNvSpPr>
          <p:nvPr>
            <p:ph idx="1"/>
          </p:nvPr>
        </p:nvSpPr>
        <p:spPr>
          <a:xfrm>
            <a:off x="660401" y="1130300"/>
            <a:ext cx="6418629" cy="5003800"/>
          </a:xfrm>
        </p:spPr>
        <p:txBody>
          <a:bodyPr/>
          <a:lstStyle/>
          <a:p>
            <a:r>
              <a:rPr lang="en-US" altLang="zh-CN" b="1" dirty="0"/>
              <a:t>1. </a:t>
            </a:r>
            <a:r>
              <a:rPr lang="zh-CN" altLang="en-US" b="1" dirty="0"/>
              <a:t>教材</a:t>
            </a:r>
            <a:endParaRPr lang="en-US" altLang="zh-CN" b="1" dirty="0"/>
          </a:p>
          <a:p>
            <a:pPr lvl="1"/>
            <a:r>
              <a:rPr lang="en-US" altLang="zh-CN" dirty="0"/>
              <a:t>《</a:t>
            </a:r>
            <a:r>
              <a:rPr lang="en-US" altLang="zh-CN" b="0" i="0" dirty="0">
                <a:solidFill>
                  <a:srgbClr val="363636"/>
                </a:solidFill>
                <a:effectLst/>
                <a:latin typeface="微软雅黑" panose="020B0503020204020204" pitchFamily="34" charset="-122"/>
                <a:ea typeface="微软雅黑" panose="020B0503020204020204" pitchFamily="34" charset="-122"/>
              </a:rPr>
              <a:t> Python</a:t>
            </a:r>
            <a:r>
              <a:rPr lang="zh-CN" altLang="en-US" b="0" i="0" dirty="0">
                <a:solidFill>
                  <a:srgbClr val="363636"/>
                </a:solidFill>
                <a:effectLst/>
                <a:latin typeface="微软雅黑" panose="020B0503020204020204" pitchFamily="34" charset="-122"/>
                <a:ea typeface="微软雅黑" panose="020B0503020204020204" pitchFamily="34" charset="-122"/>
              </a:rPr>
              <a:t>程序设计及应用</a:t>
            </a:r>
            <a:r>
              <a:rPr lang="zh-CN" altLang="zh-CN" dirty="0"/>
              <a:t>》，</a:t>
            </a:r>
            <a:endParaRPr lang="en-US" altLang="zh-CN" dirty="0"/>
          </a:p>
          <a:p>
            <a:pPr lvl="2"/>
            <a:r>
              <a:rPr lang="zh-CN" altLang="en-US" dirty="0"/>
              <a:t>马秀麟、曹良亮、姚自明、李鹏主编</a:t>
            </a:r>
            <a:endParaRPr lang="en-US" altLang="zh-CN" dirty="0"/>
          </a:p>
          <a:p>
            <a:pPr lvl="2"/>
            <a:r>
              <a:rPr lang="zh-CN" altLang="en-US" dirty="0"/>
              <a:t>北京师范大学出版集团</a:t>
            </a:r>
            <a:r>
              <a:rPr lang="zh-CN" altLang="zh-CN" dirty="0"/>
              <a:t>，</a:t>
            </a:r>
            <a:endParaRPr lang="en-US" altLang="zh-CN" dirty="0"/>
          </a:p>
          <a:p>
            <a:pPr lvl="2"/>
            <a:r>
              <a:rPr lang="en-US" altLang="zh-CN" dirty="0"/>
              <a:t>2023</a:t>
            </a:r>
            <a:r>
              <a:rPr lang="zh-CN" altLang="en-US" dirty="0"/>
              <a:t>年</a:t>
            </a:r>
            <a:r>
              <a:rPr lang="en-US" altLang="zh-CN" dirty="0"/>
              <a:t>9</a:t>
            </a:r>
            <a:r>
              <a:rPr lang="zh-CN" altLang="en-US" dirty="0"/>
              <a:t>月</a:t>
            </a:r>
            <a:endParaRPr lang="en-US" altLang="zh-CN" dirty="0"/>
          </a:p>
        </p:txBody>
      </p:sp>
      <p:pic>
        <p:nvPicPr>
          <p:cNvPr id="4" name="Picture 2">
            <a:extLst>
              <a:ext uri="{FF2B5EF4-FFF2-40B4-BE49-F238E27FC236}">
                <a16:creationId xmlns:a16="http://schemas.microsoft.com/office/drawing/2014/main" id="{AD94B934-E244-768A-F7DC-AB97990CD2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5156" y="883108"/>
            <a:ext cx="4030599" cy="5852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64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E47D156-A3AE-F077-C5B6-C8BF11421EED}"/>
              </a:ext>
            </a:extLst>
          </p:cNvPr>
          <p:cNvSpPr>
            <a:spLocks noGrp="1"/>
          </p:cNvSpPr>
          <p:nvPr>
            <p:ph type="title"/>
          </p:nvPr>
        </p:nvSpPr>
        <p:spPr/>
        <p:txBody>
          <a:bodyPr/>
          <a:lstStyle/>
          <a:p>
            <a:r>
              <a:rPr lang="zh-CN" altLang="en-US" dirty="0"/>
              <a:t>一、教材与资源</a:t>
            </a:r>
          </a:p>
        </p:txBody>
      </p:sp>
      <p:sp>
        <p:nvSpPr>
          <p:cNvPr id="73731" name="内容占位符 2"/>
          <p:cNvSpPr>
            <a:spLocks noGrp="1" noChangeArrowheads="1"/>
          </p:cNvSpPr>
          <p:nvPr>
            <p:ph idx="1"/>
          </p:nvPr>
        </p:nvSpPr>
        <p:spPr/>
        <p:txBody>
          <a:bodyPr/>
          <a:lstStyle/>
          <a:p>
            <a:r>
              <a:rPr lang="en-US" altLang="zh-CN" b="1" dirty="0"/>
              <a:t>2. </a:t>
            </a:r>
            <a:r>
              <a:rPr lang="zh-CN" altLang="en-US" b="1" dirty="0"/>
              <a:t>课程学习平台</a:t>
            </a:r>
            <a:endParaRPr lang="en-US" altLang="zh-CN" b="1" dirty="0"/>
          </a:p>
          <a:p>
            <a:pPr lvl="1"/>
            <a:r>
              <a:rPr lang="en-US" altLang="zh-CN" dirty="0">
                <a:hlinkClick r:id="rId2"/>
              </a:rPr>
              <a:t>http://cen.bnu.edu.cn</a:t>
            </a:r>
            <a:endParaRPr lang="en-US" altLang="zh-CN" dirty="0"/>
          </a:p>
          <a:p>
            <a:pPr lvl="1">
              <a:lnSpc>
                <a:spcPct val="150000"/>
              </a:lnSpc>
            </a:pPr>
            <a:r>
              <a:rPr lang="zh-CN" altLang="en-US" dirty="0"/>
              <a:t>用户名是学号</a:t>
            </a:r>
            <a:endParaRPr lang="en-US" altLang="zh-CN" dirty="0"/>
          </a:p>
          <a:p>
            <a:pPr lvl="1">
              <a:lnSpc>
                <a:spcPct val="150000"/>
              </a:lnSpc>
            </a:pPr>
            <a:r>
              <a:rPr lang="zh-CN" altLang="en-US" dirty="0"/>
              <a:t>密码是身份证号的后</a:t>
            </a:r>
            <a:r>
              <a:rPr lang="en-US" altLang="zh-CN" dirty="0"/>
              <a:t>8</a:t>
            </a:r>
            <a:r>
              <a:rPr lang="zh-CN" altLang="en-US" dirty="0"/>
              <a:t>位，无身份证同学则为姓名的全拼</a:t>
            </a:r>
            <a:endParaRPr lang="en-US" altLang="zh-CN" dirty="0"/>
          </a:p>
          <a:p>
            <a:pPr lvl="1"/>
            <a:r>
              <a:rPr lang="zh-CN" altLang="zh-CN" dirty="0"/>
              <a:t>选择课程</a:t>
            </a:r>
            <a:r>
              <a:rPr lang="zh-CN" altLang="en-US" dirty="0"/>
              <a:t>：</a:t>
            </a:r>
            <a:r>
              <a:rPr lang="zh-CN" altLang="zh-CN" dirty="0"/>
              <a:t>《</a:t>
            </a:r>
            <a:r>
              <a:rPr lang="zh-CN" altLang="en-US" dirty="0"/>
              <a:t>算法与</a:t>
            </a:r>
            <a:r>
              <a:rPr lang="en-US" altLang="zh-CN" dirty="0"/>
              <a:t>Python</a:t>
            </a:r>
            <a:r>
              <a:rPr lang="zh-CN" altLang="zh-CN" dirty="0"/>
              <a:t>》。</a:t>
            </a:r>
            <a:endParaRPr lang="en-US" altLang="zh-CN" dirty="0"/>
          </a:p>
        </p:txBody>
      </p:sp>
      <p:pic>
        <p:nvPicPr>
          <p:cNvPr id="73732" name="图片 1"/>
          <p:cNvPicPr>
            <a:picLocks noChangeAspect="1"/>
          </p:cNvPicPr>
          <p:nvPr/>
        </p:nvPicPr>
        <p:blipFill>
          <a:blip r:embed="rId3">
            <a:extLst>
              <a:ext uri="{28A0092B-C50C-407E-A947-70E740481C1C}">
                <a14:useLocalDpi xmlns:a14="http://schemas.microsoft.com/office/drawing/2010/main" val="0"/>
              </a:ext>
            </a:extLst>
          </a:blip>
          <a:srcRect r="14877" b="22858"/>
          <a:stretch>
            <a:fillRect/>
          </a:stretch>
        </p:blipFill>
        <p:spPr bwMode="auto">
          <a:xfrm>
            <a:off x="5422900" y="1"/>
            <a:ext cx="52451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3" name="图片 2"/>
          <p:cNvPicPr>
            <a:picLocks noChangeAspect="1"/>
          </p:cNvPicPr>
          <p:nvPr/>
        </p:nvPicPr>
        <p:blipFill>
          <a:blip r:embed="rId4">
            <a:extLst>
              <a:ext uri="{28A0092B-C50C-407E-A947-70E740481C1C}">
                <a14:useLocalDpi xmlns:a14="http://schemas.microsoft.com/office/drawing/2010/main" val="0"/>
              </a:ext>
            </a:extLst>
          </a:blip>
          <a:srcRect b="14110"/>
          <a:stretch>
            <a:fillRect/>
          </a:stretch>
        </p:blipFill>
        <p:spPr bwMode="auto">
          <a:xfrm>
            <a:off x="7934326" y="1952625"/>
            <a:ext cx="2543175" cy="465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二、教学方式</a:t>
            </a:r>
          </a:p>
        </p:txBody>
      </p:sp>
      <p:sp>
        <p:nvSpPr>
          <p:cNvPr id="3" name="内容占位符 2"/>
          <p:cNvSpPr>
            <a:spLocks noGrp="1"/>
          </p:cNvSpPr>
          <p:nvPr>
            <p:ph idx="1"/>
          </p:nvPr>
        </p:nvSpPr>
        <p:spPr/>
        <p:txBody>
          <a:bodyPr/>
          <a:lstStyle/>
          <a:p>
            <a:r>
              <a:rPr lang="zh-CN" altLang="en-US" b="1" dirty="0"/>
              <a:t>课堂讲授</a:t>
            </a:r>
            <a:endParaRPr lang="en-US" altLang="zh-CN" b="1" dirty="0"/>
          </a:p>
          <a:p>
            <a:pPr lvl="1"/>
            <a:r>
              <a:rPr lang="zh-CN" altLang="en-US" dirty="0"/>
              <a:t>教师讲授，学生倾听与讨论</a:t>
            </a:r>
            <a:endParaRPr lang="en-US" altLang="zh-CN" dirty="0"/>
          </a:p>
          <a:p>
            <a:r>
              <a:rPr lang="zh-CN" altLang="en-US" b="1" dirty="0"/>
              <a:t>上机实践</a:t>
            </a:r>
            <a:endParaRPr lang="en-US" altLang="zh-CN" dirty="0"/>
          </a:p>
          <a:p>
            <a:pPr lvl="1"/>
            <a:r>
              <a:rPr lang="zh-CN" altLang="en-US" dirty="0"/>
              <a:t>在机房完成上机作业</a:t>
            </a:r>
            <a:endParaRPr lang="en-US" altLang="zh-CN" dirty="0"/>
          </a:p>
          <a:p>
            <a:pPr lvl="1"/>
            <a:r>
              <a:rPr lang="zh-CN" altLang="en-US" dirty="0"/>
              <a:t>通过上机实践获得感性认识，强化理解</a:t>
            </a:r>
            <a:endParaRPr lang="en-US" altLang="zh-CN" dirty="0"/>
          </a:p>
        </p:txBody>
      </p:sp>
    </p:spTree>
    <p:extLst>
      <p:ext uri="{BB962C8B-B14F-4D97-AF65-F5344CB8AC3E}">
        <p14:creationId xmlns:p14="http://schemas.microsoft.com/office/powerpoint/2010/main" val="1976782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三、评价方式</a:t>
            </a:r>
          </a:p>
        </p:txBody>
      </p:sp>
      <p:sp>
        <p:nvSpPr>
          <p:cNvPr id="3" name="内容占位符 2"/>
          <p:cNvSpPr>
            <a:spLocks noGrp="1"/>
          </p:cNvSpPr>
          <p:nvPr>
            <p:ph idx="1"/>
          </p:nvPr>
        </p:nvSpPr>
        <p:spPr/>
        <p:txBody>
          <a:bodyPr>
            <a:normAutofit/>
          </a:bodyPr>
          <a:lstStyle/>
          <a:p>
            <a:r>
              <a:rPr lang="en-US" altLang="zh-CN" b="1" dirty="0">
                <a:latin typeface="微软雅黑 Light" panose="020B0502040204020203" pitchFamily="34" charset="-122"/>
                <a:ea typeface="微软雅黑 Light" panose="020B0502040204020203" pitchFamily="34" charset="-122"/>
              </a:rPr>
              <a:t>1</a:t>
            </a:r>
            <a:r>
              <a:rPr lang="zh-CN" altLang="en-US" b="1" dirty="0">
                <a:latin typeface="微软雅黑 Light" panose="020B0502040204020203" pitchFamily="34" charset="-122"/>
                <a:ea typeface="微软雅黑 Light" panose="020B0502040204020203" pitchFamily="34" charset="-122"/>
              </a:rPr>
              <a:t>、总体设计</a:t>
            </a:r>
            <a:endParaRPr lang="en-US" altLang="zh-CN" b="1" dirty="0">
              <a:latin typeface="微软雅黑 Light" panose="020B0502040204020203" pitchFamily="34" charset="-122"/>
              <a:ea typeface="微软雅黑 Light" panose="020B0502040204020203" pitchFamily="34" charset="-122"/>
            </a:endParaRPr>
          </a:p>
          <a:p>
            <a:pPr lvl="1"/>
            <a:r>
              <a:rPr lang="zh-CN" altLang="zh-CN" b="1" dirty="0">
                <a:latin typeface="微软雅黑 Light" panose="020B0502040204020203" pitchFamily="34" charset="-122"/>
                <a:ea typeface="微软雅黑 Light" panose="020B0502040204020203" pitchFamily="34" charset="-122"/>
              </a:rPr>
              <a:t>考核采用平时成绩与期末成绩相结合的形式：</a:t>
            </a:r>
          </a:p>
          <a:p>
            <a:pPr lvl="1"/>
            <a:r>
              <a:rPr lang="zh-CN" altLang="zh-CN" b="1" dirty="0">
                <a:latin typeface="微软雅黑 Light" panose="020B0502040204020203" pitchFamily="34" charset="-122"/>
                <a:ea typeface="微软雅黑 Light" panose="020B0502040204020203" pitchFamily="34" charset="-122"/>
              </a:rPr>
              <a:t>综合评价成绩构成：平时40％，期末考试60％。</a:t>
            </a:r>
            <a:endParaRPr lang="en-US" altLang="zh-CN" b="1" dirty="0">
              <a:latin typeface="微软雅黑 Light" panose="020B0502040204020203" pitchFamily="34" charset="-122"/>
              <a:ea typeface="微软雅黑 Light" panose="020B0502040204020203" pitchFamily="34" charset="-122"/>
            </a:endParaRPr>
          </a:p>
          <a:p>
            <a:r>
              <a:rPr lang="en-US" altLang="zh-CN" b="1" dirty="0">
                <a:latin typeface="微软雅黑 Light" panose="020B0502040204020203" pitchFamily="34" charset="-122"/>
                <a:ea typeface="微软雅黑 Light" panose="020B0502040204020203" pitchFamily="34" charset="-122"/>
              </a:rPr>
              <a:t>2</a:t>
            </a:r>
            <a:r>
              <a:rPr lang="zh-CN" altLang="en-US" b="1" dirty="0">
                <a:latin typeface="微软雅黑 Light" panose="020B0502040204020203" pitchFamily="34" charset="-122"/>
                <a:ea typeface="微软雅黑 Light" panose="020B0502040204020203" pitchFamily="34" charset="-122"/>
              </a:rPr>
              <a:t>、具体要求</a:t>
            </a:r>
            <a:endParaRPr lang="zh-CN" altLang="zh-CN" b="1" dirty="0">
              <a:latin typeface="微软雅黑 Light" panose="020B0502040204020203" pitchFamily="34" charset="-122"/>
              <a:ea typeface="微软雅黑 Light" panose="020B0502040204020203" pitchFamily="34" charset="-122"/>
            </a:endParaRPr>
          </a:p>
          <a:p>
            <a:pPr lvl="1"/>
            <a:r>
              <a:rPr lang="zh-CN" altLang="zh-CN" b="1" dirty="0">
                <a:latin typeface="微软雅黑 Light" panose="020B0502040204020203" pitchFamily="34" charset="-122"/>
                <a:ea typeface="微软雅黑 Light" panose="020B0502040204020203" pitchFamily="34" charset="-122"/>
              </a:rPr>
              <a:t>平时作业：</a:t>
            </a:r>
            <a:endParaRPr lang="en-US" altLang="zh-CN" b="1" dirty="0">
              <a:latin typeface="微软雅黑 Light" panose="020B0502040204020203" pitchFamily="34" charset="-122"/>
              <a:ea typeface="微软雅黑 Light" panose="020B0502040204020203" pitchFamily="34" charset="-122"/>
            </a:endParaRPr>
          </a:p>
          <a:p>
            <a:pPr lvl="2"/>
            <a:r>
              <a:rPr lang="zh-CN" altLang="zh-CN" b="1" dirty="0">
                <a:latin typeface="微软雅黑 Light" panose="020B0502040204020203" pitchFamily="34" charset="-122"/>
                <a:ea typeface="微软雅黑 Light" panose="020B0502040204020203" pitchFamily="34" charset="-122"/>
              </a:rPr>
              <a:t>包括上机实验、作业等；</a:t>
            </a:r>
            <a:endParaRPr lang="en-US" altLang="zh-CN" b="1" dirty="0">
              <a:latin typeface="微软雅黑 Light" panose="020B0502040204020203" pitchFamily="34" charset="-122"/>
              <a:ea typeface="微软雅黑 Light" panose="020B0502040204020203" pitchFamily="34" charset="-122"/>
            </a:endParaRPr>
          </a:p>
          <a:p>
            <a:pPr lvl="1"/>
            <a:r>
              <a:rPr lang="zh-CN" altLang="zh-CN" b="1" dirty="0">
                <a:latin typeface="微软雅黑 Light" panose="020B0502040204020203" pitchFamily="34" charset="-122"/>
                <a:ea typeface="微软雅黑 Light" panose="020B0502040204020203" pitchFamily="34" charset="-122"/>
              </a:rPr>
              <a:t>期末考试</a:t>
            </a:r>
            <a:endParaRPr lang="en-US" altLang="zh-CN" b="1" dirty="0">
              <a:latin typeface="微软雅黑 Light" panose="020B0502040204020203" pitchFamily="34" charset="-122"/>
              <a:ea typeface="微软雅黑 Light" panose="020B0502040204020203" pitchFamily="34" charset="-122"/>
            </a:endParaRPr>
          </a:p>
          <a:p>
            <a:pPr lvl="2"/>
            <a:r>
              <a:rPr lang="zh-CN" altLang="zh-CN" b="1" dirty="0">
                <a:latin typeface="微软雅黑 Light" panose="020B0502040204020203" pitchFamily="34" charset="-122"/>
                <a:ea typeface="微软雅黑 Light" panose="020B0502040204020203" pitchFamily="34" charset="-122"/>
              </a:rPr>
              <a:t>期末考试采用无纸化上机考试的形式（60%）。</a:t>
            </a:r>
            <a:endParaRPr lang="en-US" altLang="zh-CN" b="1" dirty="0">
              <a:latin typeface="微软雅黑 Light" panose="020B0502040204020203" pitchFamily="34" charset="-122"/>
              <a:ea typeface="微软雅黑 Light" panose="020B0502040204020203" pitchFamily="34" charset="-122"/>
            </a:endParaRPr>
          </a:p>
          <a:p>
            <a:pPr lvl="2"/>
            <a:r>
              <a:rPr lang="zh-CN" altLang="en-US" b="1" dirty="0">
                <a:solidFill>
                  <a:srgbClr val="FF0000"/>
                </a:solidFill>
                <a:latin typeface="微软雅黑 Light" panose="020B0502040204020203" pitchFamily="34" charset="-122"/>
                <a:ea typeface="微软雅黑 Light" panose="020B0502040204020203" pitchFamily="34" charset="-122"/>
              </a:rPr>
              <a:t>期末机考若低于</a:t>
            </a:r>
            <a:r>
              <a:rPr lang="en-US" altLang="zh-CN" b="1" dirty="0">
                <a:solidFill>
                  <a:srgbClr val="FF0000"/>
                </a:solidFill>
                <a:latin typeface="微软雅黑 Light" panose="020B0502040204020203" pitchFamily="34" charset="-122"/>
                <a:ea typeface="微软雅黑 Light" panose="020B0502040204020203" pitchFamily="34" charset="-122"/>
              </a:rPr>
              <a:t>45</a:t>
            </a:r>
            <a:r>
              <a:rPr lang="zh-CN" altLang="en-US" b="1" dirty="0">
                <a:solidFill>
                  <a:srgbClr val="FF0000"/>
                </a:solidFill>
                <a:latin typeface="微软雅黑 Light" panose="020B0502040204020203" pitchFamily="34" charset="-122"/>
                <a:ea typeface="微软雅黑 Light" panose="020B0502040204020203" pitchFamily="34" charset="-122"/>
              </a:rPr>
              <a:t>分，本课程将不能及格，平时成绩不得超过</a:t>
            </a:r>
            <a:r>
              <a:rPr lang="en-US" altLang="zh-CN" b="1" dirty="0">
                <a:solidFill>
                  <a:srgbClr val="FF0000"/>
                </a:solidFill>
                <a:latin typeface="微软雅黑 Light" panose="020B0502040204020203" pitchFamily="34" charset="-122"/>
                <a:ea typeface="微软雅黑 Light" panose="020B0502040204020203" pitchFamily="34" charset="-122"/>
              </a:rPr>
              <a:t>79</a:t>
            </a:r>
            <a:r>
              <a:rPr lang="zh-CN" altLang="en-US" b="1" dirty="0">
                <a:solidFill>
                  <a:srgbClr val="FF0000"/>
                </a:solidFill>
                <a:latin typeface="微软雅黑 Light" panose="020B0502040204020203" pitchFamily="34" charset="-122"/>
                <a:ea typeface="微软雅黑 Light" panose="020B0502040204020203" pitchFamily="34" charset="-122"/>
              </a:rPr>
              <a:t>分。</a:t>
            </a:r>
            <a:endParaRPr lang="en-US" altLang="zh-CN" b="1" dirty="0">
              <a:solidFill>
                <a:srgbClr val="FF0000"/>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3383399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B6C541C-1831-78B5-F2A2-72E80CEBB60B}"/>
              </a:ext>
            </a:extLst>
          </p:cNvPr>
          <p:cNvSpPr>
            <a:spLocks noGrp="1"/>
          </p:cNvSpPr>
          <p:nvPr>
            <p:ph type="body" sz="quarter" idx="13"/>
          </p:nvPr>
        </p:nvSpPr>
        <p:spPr/>
        <p:txBody>
          <a:bodyPr>
            <a:normAutofit lnSpcReduction="10000"/>
          </a:bodyPr>
          <a:lstStyle/>
          <a:p>
            <a:r>
              <a:rPr lang="en-US" altLang="zh-CN" dirty="0"/>
              <a:t>THANK YOU !</a:t>
            </a:r>
            <a:endParaRPr lang="zh-CN" altLang="en-US" dirty="0"/>
          </a:p>
        </p:txBody>
      </p:sp>
    </p:spTree>
    <p:custDataLst>
      <p:tags r:id="rId1"/>
    </p:custDataLst>
    <p:extLst>
      <p:ext uri="{BB962C8B-B14F-4D97-AF65-F5344CB8AC3E}">
        <p14:creationId xmlns:p14="http://schemas.microsoft.com/office/powerpoint/2010/main" val="41040503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heme/theme1.xml><?xml version="1.0" encoding="utf-8"?>
<a:theme xmlns:a="http://schemas.openxmlformats.org/drawingml/2006/main" name="51PPT模板网">
  <a:themeElements>
    <a:clrScheme name="蓝色几何">
      <a:dk1>
        <a:srgbClr val="2F2F2F"/>
      </a:dk1>
      <a:lt1>
        <a:srgbClr val="FFFFFF"/>
      </a:lt1>
      <a:dk2>
        <a:srgbClr val="778495"/>
      </a:dk2>
      <a:lt2>
        <a:srgbClr val="F0F0F0"/>
      </a:lt2>
      <a:accent1>
        <a:srgbClr val="3848A8"/>
      </a:accent1>
      <a:accent2>
        <a:srgbClr val="DDDEE0"/>
      </a:accent2>
      <a:accent3>
        <a:srgbClr val="7A85B8"/>
      </a:accent3>
      <a:accent4>
        <a:srgbClr val="9CA3BD"/>
      </a:accent4>
      <a:accent5>
        <a:srgbClr val="242431"/>
      </a:accent5>
      <a:accent6>
        <a:srgbClr val="F4B919"/>
      </a:accent6>
      <a:hlink>
        <a:srgbClr val="F84D4D"/>
      </a:hlink>
      <a:folHlink>
        <a:srgbClr val="979797"/>
      </a:folHlink>
    </a:clrScheme>
    <a:fontScheme name="自定义 1">
      <a:majorFont>
        <a:latin typeface="思源黑体 CN Bold"/>
        <a:ea typeface="思源黑体 CN Bold"/>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Default.potx" id="{1D9758C4-BF53-48D5-9F51-21F468A6C710}" vid="{F0E1EFAF-5478-48F0-8152-DA9350739AFC}"/>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652</Words>
  <Application>Microsoft Office PowerPoint</Application>
  <PresentationFormat>宽屏</PresentationFormat>
  <Paragraphs>76</Paragraphs>
  <Slides>13</Slides>
  <Notes>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13</vt:i4>
      </vt:variant>
    </vt:vector>
  </HeadingPairs>
  <TitlesOfParts>
    <vt:vector size="20" baseType="lpstr">
      <vt:lpstr>等线</vt:lpstr>
      <vt:lpstr>思源黑体 CN Bold</vt:lpstr>
      <vt:lpstr>思源黑体 CN Normal</vt:lpstr>
      <vt:lpstr>微软雅黑</vt:lpstr>
      <vt:lpstr>微软雅黑 Light</vt:lpstr>
      <vt:lpstr>Arial</vt:lpstr>
      <vt:lpstr>51PPT模板网</vt:lpstr>
      <vt:lpstr>算法和程序设计（python）</vt:lpstr>
      <vt:lpstr>课程简介</vt:lpstr>
      <vt:lpstr>PowerPoint 演示文稿</vt:lpstr>
      <vt:lpstr>一、课程内容简介</vt:lpstr>
      <vt:lpstr>一、课程内容简介</vt:lpstr>
      <vt:lpstr>二、课程目标</vt:lpstr>
      <vt:lpstr>三、课程内容</vt:lpstr>
      <vt:lpstr>学习资源、教材与教学</vt:lpstr>
      <vt:lpstr>一、教材与资源</vt:lpstr>
      <vt:lpstr>一、教材与资源</vt:lpstr>
      <vt:lpstr>二、教学方式</vt:lpstr>
      <vt:lpstr>三、评价方式</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算法和程序设计（python）</dc:title>
  <dc:creator>rx zh</dc:creator>
  <cp:lastModifiedBy>rx zh</cp:lastModifiedBy>
  <cp:revision>2</cp:revision>
  <dcterms:created xsi:type="dcterms:W3CDTF">2023-09-06T14:18:10Z</dcterms:created>
  <dcterms:modified xsi:type="dcterms:W3CDTF">2023-09-06T14:19:40Z</dcterms:modified>
</cp:coreProperties>
</file>